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98" d="100"/>
          <a:sy n="98" d="100"/>
        </p:scale>
        <p:origin x="180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\\bananas.lps.u-psud.fr\CHIMIE\sharechimie\UV-visible\CG%2020260703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384632690144502"/>
          <c:y val="9.1566265060240959E-2"/>
          <c:w val="0.83125136281041789"/>
          <c:h val="0.80068484464172485"/>
        </c:manualLayout>
      </c:layout>
      <c:scatterChart>
        <c:scatterStyle val="smoothMarker"/>
        <c:varyColors val="0"/>
        <c:ser>
          <c:idx val="0"/>
          <c:order val="0"/>
          <c:tx>
            <c:strRef>
              <c:f>'CG 20260703'!$I$1</c:f>
              <c:strCache>
                <c:ptCount val="1"/>
                <c:pt idx="0">
                  <c:v>CGCH-158-DHs-R40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'CG 20260703'!$A$2:$A$1103</c:f>
              <c:numCache>
                <c:formatCode>General</c:formatCode>
                <c:ptCount val="1102"/>
                <c:pt idx="0">
                  <c:v>1400</c:v>
                </c:pt>
                <c:pt idx="1">
                  <c:v>1399</c:v>
                </c:pt>
                <c:pt idx="2">
                  <c:v>1398</c:v>
                </c:pt>
                <c:pt idx="3">
                  <c:v>1397</c:v>
                </c:pt>
                <c:pt idx="4">
                  <c:v>1396</c:v>
                </c:pt>
                <c:pt idx="5">
                  <c:v>1395</c:v>
                </c:pt>
                <c:pt idx="6">
                  <c:v>1394</c:v>
                </c:pt>
                <c:pt idx="7">
                  <c:v>1393</c:v>
                </c:pt>
                <c:pt idx="8">
                  <c:v>1392</c:v>
                </c:pt>
                <c:pt idx="9">
                  <c:v>1391</c:v>
                </c:pt>
                <c:pt idx="10">
                  <c:v>1390</c:v>
                </c:pt>
                <c:pt idx="11">
                  <c:v>1389</c:v>
                </c:pt>
                <c:pt idx="12">
                  <c:v>1388</c:v>
                </c:pt>
                <c:pt idx="13">
                  <c:v>1387</c:v>
                </c:pt>
                <c:pt idx="14">
                  <c:v>1386</c:v>
                </c:pt>
                <c:pt idx="15">
                  <c:v>1385</c:v>
                </c:pt>
                <c:pt idx="16">
                  <c:v>1384</c:v>
                </c:pt>
                <c:pt idx="17">
                  <c:v>1383</c:v>
                </c:pt>
                <c:pt idx="18">
                  <c:v>1382</c:v>
                </c:pt>
                <c:pt idx="19">
                  <c:v>1381</c:v>
                </c:pt>
                <c:pt idx="20">
                  <c:v>1380</c:v>
                </c:pt>
                <c:pt idx="21">
                  <c:v>1379</c:v>
                </c:pt>
                <c:pt idx="22">
                  <c:v>1378</c:v>
                </c:pt>
                <c:pt idx="23">
                  <c:v>1377</c:v>
                </c:pt>
                <c:pt idx="24">
                  <c:v>1376</c:v>
                </c:pt>
                <c:pt idx="25">
                  <c:v>1375</c:v>
                </c:pt>
                <c:pt idx="26">
                  <c:v>1374</c:v>
                </c:pt>
                <c:pt idx="27">
                  <c:v>1373</c:v>
                </c:pt>
                <c:pt idx="28">
                  <c:v>1372</c:v>
                </c:pt>
                <c:pt idx="29">
                  <c:v>1371</c:v>
                </c:pt>
                <c:pt idx="30">
                  <c:v>1370</c:v>
                </c:pt>
                <c:pt idx="31">
                  <c:v>1369</c:v>
                </c:pt>
                <c:pt idx="32">
                  <c:v>1368</c:v>
                </c:pt>
                <c:pt idx="33">
                  <c:v>1367</c:v>
                </c:pt>
                <c:pt idx="34">
                  <c:v>1366</c:v>
                </c:pt>
                <c:pt idx="35">
                  <c:v>1365</c:v>
                </c:pt>
                <c:pt idx="36">
                  <c:v>1364</c:v>
                </c:pt>
                <c:pt idx="37">
                  <c:v>1363</c:v>
                </c:pt>
                <c:pt idx="38">
                  <c:v>1362</c:v>
                </c:pt>
                <c:pt idx="39">
                  <c:v>1361</c:v>
                </c:pt>
                <c:pt idx="40">
                  <c:v>1360</c:v>
                </c:pt>
                <c:pt idx="41">
                  <c:v>1359</c:v>
                </c:pt>
                <c:pt idx="42">
                  <c:v>1358</c:v>
                </c:pt>
                <c:pt idx="43">
                  <c:v>1357</c:v>
                </c:pt>
                <c:pt idx="44">
                  <c:v>1356</c:v>
                </c:pt>
                <c:pt idx="45">
                  <c:v>1355</c:v>
                </c:pt>
                <c:pt idx="46">
                  <c:v>1354</c:v>
                </c:pt>
                <c:pt idx="47">
                  <c:v>1353</c:v>
                </c:pt>
                <c:pt idx="48">
                  <c:v>1352</c:v>
                </c:pt>
                <c:pt idx="49">
                  <c:v>1351</c:v>
                </c:pt>
                <c:pt idx="50">
                  <c:v>1350</c:v>
                </c:pt>
                <c:pt idx="51">
                  <c:v>1349</c:v>
                </c:pt>
                <c:pt idx="52">
                  <c:v>1348</c:v>
                </c:pt>
                <c:pt idx="53">
                  <c:v>1347</c:v>
                </c:pt>
                <c:pt idx="54">
                  <c:v>1346</c:v>
                </c:pt>
                <c:pt idx="55">
                  <c:v>1345</c:v>
                </c:pt>
                <c:pt idx="56">
                  <c:v>1344</c:v>
                </c:pt>
                <c:pt idx="57">
                  <c:v>1343</c:v>
                </c:pt>
                <c:pt idx="58">
                  <c:v>1342</c:v>
                </c:pt>
                <c:pt idx="59">
                  <c:v>1341</c:v>
                </c:pt>
                <c:pt idx="60">
                  <c:v>1340</c:v>
                </c:pt>
                <c:pt idx="61">
                  <c:v>1339</c:v>
                </c:pt>
                <c:pt idx="62">
                  <c:v>1338</c:v>
                </c:pt>
                <c:pt idx="63">
                  <c:v>1337</c:v>
                </c:pt>
                <c:pt idx="64">
                  <c:v>1336</c:v>
                </c:pt>
                <c:pt idx="65">
                  <c:v>1335</c:v>
                </c:pt>
                <c:pt idx="66">
                  <c:v>1334</c:v>
                </c:pt>
                <c:pt idx="67">
                  <c:v>1333</c:v>
                </c:pt>
                <c:pt idx="68">
                  <c:v>1332</c:v>
                </c:pt>
                <c:pt idx="69">
                  <c:v>1331</c:v>
                </c:pt>
                <c:pt idx="70">
                  <c:v>1330</c:v>
                </c:pt>
                <c:pt idx="71">
                  <c:v>1329</c:v>
                </c:pt>
                <c:pt idx="72">
                  <c:v>1328</c:v>
                </c:pt>
                <c:pt idx="73">
                  <c:v>1327</c:v>
                </c:pt>
                <c:pt idx="74">
                  <c:v>1326</c:v>
                </c:pt>
                <c:pt idx="75">
                  <c:v>1325</c:v>
                </c:pt>
                <c:pt idx="76">
                  <c:v>1324</c:v>
                </c:pt>
                <c:pt idx="77">
                  <c:v>1323</c:v>
                </c:pt>
                <c:pt idx="78">
                  <c:v>1322</c:v>
                </c:pt>
                <c:pt idx="79">
                  <c:v>1321</c:v>
                </c:pt>
                <c:pt idx="80">
                  <c:v>1320</c:v>
                </c:pt>
                <c:pt idx="81">
                  <c:v>1319</c:v>
                </c:pt>
                <c:pt idx="82">
                  <c:v>1318</c:v>
                </c:pt>
                <c:pt idx="83">
                  <c:v>1317</c:v>
                </c:pt>
                <c:pt idx="84">
                  <c:v>1316</c:v>
                </c:pt>
                <c:pt idx="85">
                  <c:v>1315</c:v>
                </c:pt>
                <c:pt idx="86">
                  <c:v>1314</c:v>
                </c:pt>
                <c:pt idx="87">
                  <c:v>1313</c:v>
                </c:pt>
                <c:pt idx="88">
                  <c:v>1312</c:v>
                </c:pt>
                <c:pt idx="89">
                  <c:v>1311</c:v>
                </c:pt>
                <c:pt idx="90">
                  <c:v>1310</c:v>
                </c:pt>
                <c:pt idx="91">
                  <c:v>1309</c:v>
                </c:pt>
                <c:pt idx="92">
                  <c:v>1308</c:v>
                </c:pt>
                <c:pt idx="93">
                  <c:v>1307</c:v>
                </c:pt>
                <c:pt idx="94">
                  <c:v>1306</c:v>
                </c:pt>
                <c:pt idx="95">
                  <c:v>1305</c:v>
                </c:pt>
                <c:pt idx="96">
                  <c:v>1304</c:v>
                </c:pt>
                <c:pt idx="97">
                  <c:v>1303</c:v>
                </c:pt>
                <c:pt idx="98">
                  <c:v>1302</c:v>
                </c:pt>
                <c:pt idx="99">
                  <c:v>1301</c:v>
                </c:pt>
                <c:pt idx="100">
                  <c:v>1300</c:v>
                </c:pt>
                <c:pt idx="101">
                  <c:v>1299</c:v>
                </c:pt>
                <c:pt idx="102">
                  <c:v>1298</c:v>
                </c:pt>
                <c:pt idx="103">
                  <c:v>1297</c:v>
                </c:pt>
                <c:pt idx="104">
                  <c:v>1296</c:v>
                </c:pt>
                <c:pt idx="105">
                  <c:v>1295</c:v>
                </c:pt>
                <c:pt idx="106">
                  <c:v>1294</c:v>
                </c:pt>
                <c:pt idx="107">
                  <c:v>1293</c:v>
                </c:pt>
                <c:pt idx="108">
                  <c:v>1292</c:v>
                </c:pt>
                <c:pt idx="109">
                  <c:v>1291</c:v>
                </c:pt>
                <c:pt idx="110">
                  <c:v>1290</c:v>
                </c:pt>
                <c:pt idx="111">
                  <c:v>1289</c:v>
                </c:pt>
                <c:pt idx="112">
                  <c:v>1288</c:v>
                </c:pt>
                <c:pt idx="113">
                  <c:v>1287</c:v>
                </c:pt>
                <c:pt idx="114">
                  <c:v>1286</c:v>
                </c:pt>
                <c:pt idx="115">
                  <c:v>1285</c:v>
                </c:pt>
                <c:pt idx="116">
                  <c:v>1284</c:v>
                </c:pt>
                <c:pt idx="117">
                  <c:v>1283</c:v>
                </c:pt>
                <c:pt idx="118">
                  <c:v>1282</c:v>
                </c:pt>
                <c:pt idx="119">
                  <c:v>1281</c:v>
                </c:pt>
                <c:pt idx="120">
                  <c:v>1280</c:v>
                </c:pt>
                <c:pt idx="121">
                  <c:v>1279</c:v>
                </c:pt>
                <c:pt idx="122">
                  <c:v>1278</c:v>
                </c:pt>
                <c:pt idx="123">
                  <c:v>1277</c:v>
                </c:pt>
                <c:pt idx="124">
                  <c:v>1276</c:v>
                </c:pt>
                <c:pt idx="125">
                  <c:v>1275</c:v>
                </c:pt>
                <c:pt idx="126">
                  <c:v>1274</c:v>
                </c:pt>
                <c:pt idx="127">
                  <c:v>1273</c:v>
                </c:pt>
                <c:pt idx="128">
                  <c:v>1272</c:v>
                </c:pt>
                <c:pt idx="129">
                  <c:v>1271</c:v>
                </c:pt>
                <c:pt idx="130">
                  <c:v>1270</c:v>
                </c:pt>
                <c:pt idx="131">
                  <c:v>1269</c:v>
                </c:pt>
                <c:pt idx="132">
                  <c:v>1268</c:v>
                </c:pt>
                <c:pt idx="133">
                  <c:v>1267</c:v>
                </c:pt>
                <c:pt idx="134">
                  <c:v>1266</c:v>
                </c:pt>
                <c:pt idx="135">
                  <c:v>1265</c:v>
                </c:pt>
                <c:pt idx="136">
                  <c:v>1264</c:v>
                </c:pt>
                <c:pt idx="137">
                  <c:v>1263</c:v>
                </c:pt>
                <c:pt idx="138">
                  <c:v>1262</c:v>
                </c:pt>
                <c:pt idx="139">
                  <c:v>1261</c:v>
                </c:pt>
                <c:pt idx="140">
                  <c:v>1260</c:v>
                </c:pt>
                <c:pt idx="141">
                  <c:v>1259</c:v>
                </c:pt>
                <c:pt idx="142">
                  <c:v>1258</c:v>
                </c:pt>
                <c:pt idx="143">
                  <c:v>1257</c:v>
                </c:pt>
                <c:pt idx="144">
                  <c:v>1256</c:v>
                </c:pt>
                <c:pt idx="145">
                  <c:v>1255</c:v>
                </c:pt>
                <c:pt idx="146">
                  <c:v>1254</c:v>
                </c:pt>
                <c:pt idx="147">
                  <c:v>1253</c:v>
                </c:pt>
                <c:pt idx="148">
                  <c:v>1252</c:v>
                </c:pt>
                <c:pt idx="149">
                  <c:v>1251</c:v>
                </c:pt>
                <c:pt idx="150">
                  <c:v>1250</c:v>
                </c:pt>
                <c:pt idx="151">
                  <c:v>1249</c:v>
                </c:pt>
                <c:pt idx="152">
                  <c:v>1248</c:v>
                </c:pt>
                <c:pt idx="153">
                  <c:v>1247</c:v>
                </c:pt>
                <c:pt idx="154">
                  <c:v>1246</c:v>
                </c:pt>
                <c:pt idx="155">
                  <c:v>1245</c:v>
                </c:pt>
                <c:pt idx="156">
                  <c:v>1244</c:v>
                </c:pt>
                <c:pt idx="157">
                  <c:v>1243</c:v>
                </c:pt>
                <c:pt idx="158">
                  <c:v>1242</c:v>
                </c:pt>
                <c:pt idx="159">
                  <c:v>1241</c:v>
                </c:pt>
                <c:pt idx="160">
                  <c:v>1240</c:v>
                </c:pt>
                <c:pt idx="161">
                  <c:v>1239</c:v>
                </c:pt>
                <c:pt idx="162">
                  <c:v>1238</c:v>
                </c:pt>
                <c:pt idx="163">
                  <c:v>1237</c:v>
                </c:pt>
                <c:pt idx="164">
                  <c:v>1236</c:v>
                </c:pt>
                <c:pt idx="165">
                  <c:v>1235</c:v>
                </c:pt>
                <c:pt idx="166">
                  <c:v>1234</c:v>
                </c:pt>
                <c:pt idx="167">
                  <c:v>1233</c:v>
                </c:pt>
                <c:pt idx="168">
                  <c:v>1232</c:v>
                </c:pt>
                <c:pt idx="169">
                  <c:v>1231</c:v>
                </c:pt>
                <c:pt idx="170">
                  <c:v>1230</c:v>
                </c:pt>
                <c:pt idx="171">
                  <c:v>1229</c:v>
                </c:pt>
                <c:pt idx="172">
                  <c:v>1228</c:v>
                </c:pt>
                <c:pt idx="173">
                  <c:v>1227</c:v>
                </c:pt>
                <c:pt idx="174">
                  <c:v>1226</c:v>
                </c:pt>
                <c:pt idx="175">
                  <c:v>1225</c:v>
                </c:pt>
                <c:pt idx="176">
                  <c:v>1224</c:v>
                </c:pt>
                <c:pt idx="177">
                  <c:v>1223</c:v>
                </c:pt>
                <c:pt idx="178">
                  <c:v>1222</c:v>
                </c:pt>
                <c:pt idx="179">
                  <c:v>1221</c:v>
                </c:pt>
                <c:pt idx="180">
                  <c:v>1220</c:v>
                </c:pt>
                <c:pt idx="181">
                  <c:v>1219</c:v>
                </c:pt>
                <c:pt idx="182">
                  <c:v>1218</c:v>
                </c:pt>
                <c:pt idx="183">
                  <c:v>1217</c:v>
                </c:pt>
                <c:pt idx="184">
                  <c:v>1216</c:v>
                </c:pt>
                <c:pt idx="185">
                  <c:v>1215</c:v>
                </c:pt>
                <c:pt idx="186">
                  <c:v>1214</c:v>
                </c:pt>
                <c:pt idx="187">
                  <c:v>1213</c:v>
                </c:pt>
                <c:pt idx="188">
                  <c:v>1212</c:v>
                </c:pt>
                <c:pt idx="189">
                  <c:v>1211</c:v>
                </c:pt>
                <c:pt idx="190">
                  <c:v>1210</c:v>
                </c:pt>
                <c:pt idx="191">
                  <c:v>1209</c:v>
                </c:pt>
                <c:pt idx="192">
                  <c:v>1208</c:v>
                </c:pt>
                <c:pt idx="193">
                  <c:v>1207</c:v>
                </c:pt>
                <c:pt idx="194">
                  <c:v>1206</c:v>
                </c:pt>
                <c:pt idx="195">
                  <c:v>1205</c:v>
                </c:pt>
                <c:pt idx="196">
                  <c:v>1204</c:v>
                </c:pt>
                <c:pt idx="197">
                  <c:v>1203</c:v>
                </c:pt>
                <c:pt idx="198">
                  <c:v>1202</c:v>
                </c:pt>
                <c:pt idx="199">
                  <c:v>1201</c:v>
                </c:pt>
                <c:pt idx="200">
                  <c:v>1200</c:v>
                </c:pt>
                <c:pt idx="201">
                  <c:v>1199</c:v>
                </c:pt>
                <c:pt idx="202">
                  <c:v>1198</c:v>
                </c:pt>
                <c:pt idx="203">
                  <c:v>1197</c:v>
                </c:pt>
                <c:pt idx="204">
                  <c:v>1196</c:v>
                </c:pt>
                <c:pt idx="205">
                  <c:v>1195</c:v>
                </c:pt>
                <c:pt idx="206">
                  <c:v>1194</c:v>
                </c:pt>
                <c:pt idx="207">
                  <c:v>1193</c:v>
                </c:pt>
                <c:pt idx="208">
                  <c:v>1192</c:v>
                </c:pt>
                <c:pt idx="209">
                  <c:v>1191</c:v>
                </c:pt>
                <c:pt idx="210">
                  <c:v>1190</c:v>
                </c:pt>
                <c:pt idx="211">
                  <c:v>1189</c:v>
                </c:pt>
                <c:pt idx="212">
                  <c:v>1188</c:v>
                </c:pt>
                <c:pt idx="213">
                  <c:v>1187</c:v>
                </c:pt>
                <c:pt idx="214">
                  <c:v>1186</c:v>
                </c:pt>
                <c:pt idx="215">
                  <c:v>1185</c:v>
                </c:pt>
                <c:pt idx="216">
                  <c:v>1184</c:v>
                </c:pt>
                <c:pt idx="217">
                  <c:v>1183</c:v>
                </c:pt>
                <c:pt idx="218">
                  <c:v>1182</c:v>
                </c:pt>
                <c:pt idx="219">
                  <c:v>1181</c:v>
                </c:pt>
                <c:pt idx="220">
                  <c:v>1180</c:v>
                </c:pt>
                <c:pt idx="221">
                  <c:v>1179</c:v>
                </c:pt>
                <c:pt idx="222">
                  <c:v>1178</c:v>
                </c:pt>
                <c:pt idx="223">
                  <c:v>1177</c:v>
                </c:pt>
                <c:pt idx="224">
                  <c:v>1176</c:v>
                </c:pt>
                <c:pt idx="225">
                  <c:v>1175</c:v>
                </c:pt>
                <c:pt idx="226">
                  <c:v>1174</c:v>
                </c:pt>
                <c:pt idx="227">
                  <c:v>1173</c:v>
                </c:pt>
                <c:pt idx="228">
                  <c:v>1172</c:v>
                </c:pt>
                <c:pt idx="229">
                  <c:v>1171</c:v>
                </c:pt>
                <c:pt idx="230">
                  <c:v>1170</c:v>
                </c:pt>
                <c:pt idx="231">
                  <c:v>1169</c:v>
                </c:pt>
                <c:pt idx="232">
                  <c:v>1168</c:v>
                </c:pt>
                <c:pt idx="233">
                  <c:v>1167</c:v>
                </c:pt>
                <c:pt idx="234">
                  <c:v>1166</c:v>
                </c:pt>
                <c:pt idx="235">
                  <c:v>1165</c:v>
                </c:pt>
                <c:pt idx="236">
                  <c:v>1164</c:v>
                </c:pt>
                <c:pt idx="237">
                  <c:v>1163</c:v>
                </c:pt>
                <c:pt idx="238">
                  <c:v>1162</c:v>
                </c:pt>
                <c:pt idx="239">
                  <c:v>1161</c:v>
                </c:pt>
                <c:pt idx="240">
                  <c:v>1160</c:v>
                </c:pt>
                <c:pt idx="241">
                  <c:v>1159</c:v>
                </c:pt>
                <c:pt idx="242">
                  <c:v>1158</c:v>
                </c:pt>
                <c:pt idx="243">
                  <c:v>1157</c:v>
                </c:pt>
                <c:pt idx="244">
                  <c:v>1156</c:v>
                </c:pt>
                <c:pt idx="245">
                  <c:v>1155</c:v>
                </c:pt>
                <c:pt idx="246">
                  <c:v>1154</c:v>
                </c:pt>
                <c:pt idx="247">
                  <c:v>1153</c:v>
                </c:pt>
                <c:pt idx="248">
                  <c:v>1152</c:v>
                </c:pt>
                <c:pt idx="249">
                  <c:v>1151</c:v>
                </c:pt>
                <c:pt idx="250">
                  <c:v>1150</c:v>
                </c:pt>
                <c:pt idx="251">
                  <c:v>1149</c:v>
                </c:pt>
                <c:pt idx="252">
                  <c:v>1148</c:v>
                </c:pt>
                <c:pt idx="253">
                  <c:v>1147</c:v>
                </c:pt>
                <c:pt idx="254">
                  <c:v>1146</c:v>
                </c:pt>
                <c:pt idx="255">
                  <c:v>1145</c:v>
                </c:pt>
                <c:pt idx="256">
                  <c:v>1144</c:v>
                </c:pt>
                <c:pt idx="257">
                  <c:v>1143</c:v>
                </c:pt>
                <c:pt idx="258">
                  <c:v>1142</c:v>
                </c:pt>
                <c:pt idx="259">
                  <c:v>1141</c:v>
                </c:pt>
                <c:pt idx="260">
                  <c:v>1140</c:v>
                </c:pt>
                <c:pt idx="261">
                  <c:v>1139</c:v>
                </c:pt>
                <c:pt idx="262">
                  <c:v>1138</c:v>
                </c:pt>
                <c:pt idx="263">
                  <c:v>1137</c:v>
                </c:pt>
                <c:pt idx="264">
                  <c:v>1136</c:v>
                </c:pt>
                <c:pt idx="265">
                  <c:v>1135</c:v>
                </c:pt>
                <c:pt idx="266">
                  <c:v>1134</c:v>
                </c:pt>
                <c:pt idx="267">
                  <c:v>1133</c:v>
                </c:pt>
                <c:pt idx="268">
                  <c:v>1132</c:v>
                </c:pt>
                <c:pt idx="269">
                  <c:v>1131</c:v>
                </c:pt>
                <c:pt idx="270">
                  <c:v>1130</c:v>
                </c:pt>
                <c:pt idx="271">
                  <c:v>1129</c:v>
                </c:pt>
                <c:pt idx="272">
                  <c:v>1128</c:v>
                </c:pt>
                <c:pt idx="273">
                  <c:v>1127</c:v>
                </c:pt>
                <c:pt idx="274">
                  <c:v>1126</c:v>
                </c:pt>
                <c:pt idx="275">
                  <c:v>1125</c:v>
                </c:pt>
                <c:pt idx="276">
                  <c:v>1124</c:v>
                </c:pt>
                <c:pt idx="277">
                  <c:v>1123</c:v>
                </c:pt>
                <c:pt idx="278">
                  <c:v>1122</c:v>
                </c:pt>
                <c:pt idx="279">
                  <c:v>1121</c:v>
                </c:pt>
                <c:pt idx="280">
                  <c:v>1120</c:v>
                </c:pt>
                <c:pt idx="281">
                  <c:v>1119</c:v>
                </c:pt>
                <c:pt idx="282">
                  <c:v>1118</c:v>
                </c:pt>
                <c:pt idx="283">
                  <c:v>1117</c:v>
                </c:pt>
                <c:pt idx="284">
                  <c:v>1116</c:v>
                </c:pt>
                <c:pt idx="285">
                  <c:v>1115</c:v>
                </c:pt>
                <c:pt idx="286">
                  <c:v>1114</c:v>
                </c:pt>
                <c:pt idx="287">
                  <c:v>1113</c:v>
                </c:pt>
                <c:pt idx="288">
                  <c:v>1112</c:v>
                </c:pt>
                <c:pt idx="289">
                  <c:v>1111</c:v>
                </c:pt>
                <c:pt idx="290">
                  <c:v>1110</c:v>
                </c:pt>
                <c:pt idx="291">
                  <c:v>1109</c:v>
                </c:pt>
                <c:pt idx="292">
                  <c:v>1108</c:v>
                </c:pt>
                <c:pt idx="293">
                  <c:v>1107</c:v>
                </c:pt>
                <c:pt idx="294">
                  <c:v>1106</c:v>
                </c:pt>
                <c:pt idx="295">
                  <c:v>1105</c:v>
                </c:pt>
                <c:pt idx="296">
                  <c:v>1104</c:v>
                </c:pt>
                <c:pt idx="297">
                  <c:v>1103</c:v>
                </c:pt>
                <c:pt idx="298">
                  <c:v>1102</c:v>
                </c:pt>
                <c:pt idx="299">
                  <c:v>1101</c:v>
                </c:pt>
                <c:pt idx="300">
                  <c:v>1100</c:v>
                </c:pt>
                <c:pt idx="301">
                  <c:v>1099</c:v>
                </c:pt>
                <c:pt idx="302">
                  <c:v>1098</c:v>
                </c:pt>
                <c:pt idx="303">
                  <c:v>1097</c:v>
                </c:pt>
                <c:pt idx="304">
                  <c:v>1096</c:v>
                </c:pt>
                <c:pt idx="305">
                  <c:v>1095</c:v>
                </c:pt>
                <c:pt idx="306">
                  <c:v>1094</c:v>
                </c:pt>
                <c:pt idx="307">
                  <c:v>1093</c:v>
                </c:pt>
                <c:pt idx="308">
                  <c:v>1092</c:v>
                </c:pt>
                <c:pt idx="309">
                  <c:v>1091</c:v>
                </c:pt>
                <c:pt idx="310">
                  <c:v>1090</c:v>
                </c:pt>
                <c:pt idx="311">
                  <c:v>1089</c:v>
                </c:pt>
                <c:pt idx="312">
                  <c:v>1088</c:v>
                </c:pt>
                <c:pt idx="313">
                  <c:v>1087</c:v>
                </c:pt>
                <c:pt idx="314">
                  <c:v>1086</c:v>
                </c:pt>
                <c:pt idx="315">
                  <c:v>1085</c:v>
                </c:pt>
                <c:pt idx="316">
                  <c:v>1084</c:v>
                </c:pt>
                <c:pt idx="317">
                  <c:v>1083</c:v>
                </c:pt>
                <c:pt idx="318">
                  <c:v>1082</c:v>
                </c:pt>
                <c:pt idx="319">
                  <c:v>1081</c:v>
                </c:pt>
                <c:pt idx="320">
                  <c:v>1080</c:v>
                </c:pt>
                <c:pt idx="321">
                  <c:v>1079</c:v>
                </c:pt>
                <c:pt idx="322">
                  <c:v>1078</c:v>
                </c:pt>
                <c:pt idx="323">
                  <c:v>1077</c:v>
                </c:pt>
                <c:pt idx="324">
                  <c:v>1076</c:v>
                </c:pt>
                <c:pt idx="325">
                  <c:v>1075</c:v>
                </c:pt>
                <c:pt idx="326">
                  <c:v>1074</c:v>
                </c:pt>
                <c:pt idx="327">
                  <c:v>1073</c:v>
                </c:pt>
                <c:pt idx="328">
                  <c:v>1072</c:v>
                </c:pt>
                <c:pt idx="329">
                  <c:v>1071</c:v>
                </c:pt>
                <c:pt idx="330">
                  <c:v>1070</c:v>
                </c:pt>
                <c:pt idx="331">
                  <c:v>1069</c:v>
                </c:pt>
                <c:pt idx="332">
                  <c:v>1068</c:v>
                </c:pt>
                <c:pt idx="333">
                  <c:v>1067</c:v>
                </c:pt>
                <c:pt idx="334">
                  <c:v>1066</c:v>
                </c:pt>
                <c:pt idx="335">
                  <c:v>1065</c:v>
                </c:pt>
                <c:pt idx="336">
                  <c:v>1064</c:v>
                </c:pt>
                <c:pt idx="337">
                  <c:v>1063</c:v>
                </c:pt>
                <c:pt idx="338">
                  <c:v>1062</c:v>
                </c:pt>
                <c:pt idx="339">
                  <c:v>1061</c:v>
                </c:pt>
                <c:pt idx="340">
                  <c:v>1060</c:v>
                </c:pt>
                <c:pt idx="341">
                  <c:v>1059</c:v>
                </c:pt>
                <c:pt idx="342">
                  <c:v>1058</c:v>
                </c:pt>
                <c:pt idx="343">
                  <c:v>1057</c:v>
                </c:pt>
                <c:pt idx="344">
                  <c:v>1056</c:v>
                </c:pt>
                <c:pt idx="345">
                  <c:v>1055</c:v>
                </c:pt>
                <c:pt idx="346">
                  <c:v>1054</c:v>
                </c:pt>
                <c:pt idx="347">
                  <c:v>1053</c:v>
                </c:pt>
                <c:pt idx="348">
                  <c:v>1052</c:v>
                </c:pt>
                <c:pt idx="349">
                  <c:v>1051</c:v>
                </c:pt>
                <c:pt idx="350">
                  <c:v>1050</c:v>
                </c:pt>
                <c:pt idx="351">
                  <c:v>1049</c:v>
                </c:pt>
                <c:pt idx="352">
                  <c:v>1048</c:v>
                </c:pt>
                <c:pt idx="353">
                  <c:v>1047</c:v>
                </c:pt>
                <c:pt idx="354">
                  <c:v>1046</c:v>
                </c:pt>
                <c:pt idx="355">
                  <c:v>1045</c:v>
                </c:pt>
                <c:pt idx="356">
                  <c:v>1044</c:v>
                </c:pt>
                <c:pt idx="357">
                  <c:v>1043</c:v>
                </c:pt>
                <c:pt idx="358">
                  <c:v>1042</c:v>
                </c:pt>
                <c:pt idx="359">
                  <c:v>1041</c:v>
                </c:pt>
                <c:pt idx="360">
                  <c:v>1040</c:v>
                </c:pt>
                <c:pt idx="361">
                  <c:v>1039</c:v>
                </c:pt>
                <c:pt idx="362">
                  <c:v>1038</c:v>
                </c:pt>
                <c:pt idx="363">
                  <c:v>1037</c:v>
                </c:pt>
                <c:pt idx="364">
                  <c:v>1036</c:v>
                </c:pt>
                <c:pt idx="365">
                  <c:v>1035</c:v>
                </c:pt>
                <c:pt idx="366">
                  <c:v>1034</c:v>
                </c:pt>
                <c:pt idx="367">
                  <c:v>1033</c:v>
                </c:pt>
                <c:pt idx="368">
                  <c:v>1032</c:v>
                </c:pt>
                <c:pt idx="369">
                  <c:v>1031</c:v>
                </c:pt>
                <c:pt idx="370">
                  <c:v>1030</c:v>
                </c:pt>
                <c:pt idx="371">
                  <c:v>1029</c:v>
                </c:pt>
                <c:pt idx="372">
                  <c:v>1028</c:v>
                </c:pt>
                <c:pt idx="373">
                  <c:v>1027</c:v>
                </c:pt>
                <c:pt idx="374">
                  <c:v>1026</c:v>
                </c:pt>
                <c:pt idx="375">
                  <c:v>1025</c:v>
                </c:pt>
                <c:pt idx="376">
                  <c:v>1024</c:v>
                </c:pt>
                <c:pt idx="377">
                  <c:v>1023</c:v>
                </c:pt>
                <c:pt idx="378">
                  <c:v>1022</c:v>
                </c:pt>
                <c:pt idx="379">
                  <c:v>1021</c:v>
                </c:pt>
                <c:pt idx="380">
                  <c:v>1020</c:v>
                </c:pt>
                <c:pt idx="381">
                  <c:v>1019</c:v>
                </c:pt>
                <c:pt idx="382">
                  <c:v>1018</c:v>
                </c:pt>
                <c:pt idx="383">
                  <c:v>1017</c:v>
                </c:pt>
                <c:pt idx="384">
                  <c:v>1016</c:v>
                </c:pt>
                <c:pt idx="385">
                  <c:v>1015</c:v>
                </c:pt>
                <c:pt idx="386">
                  <c:v>1014</c:v>
                </c:pt>
                <c:pt idx="387">
                  <c:v>1013</c:v>
                </c:pt>
                <c:pt idx="388">
                  <c:v>1012</c:v>
                </c:pt>
                <c:pt idx="389">
                  <c:v>1011</c:v>
                </c:pt>
                <c:pt idx="390">
                  <c:v>1010</c:v>
                </c:pt>
                <c:pt idx="391">
                  <c:v>1009</c:v>
                </c:pt>
                <c:pt idx="392">
                  <c:v>1008</c:v>
                </c:pt>
                <c:pt idx="393">
                  <c:v>1007</c:v>
                </c:pt>
                <c:pt idx="394">
                  <c:v>1006</c:v>
                </c:pt>
                <c:pt idx="395">
                  <c:v>1005</c:v>
                </c:pt>
                <c:pt idx="396">
                  <c:v>1004</c:v>
                </c:pt>
                <c:pt idx="397">
                  <c:v>1003</c:v>
                </c:pt>
                <c:pt idx="398">
                  <c:v>1002</c:v>
                </c:pt>
                <c:pt idx="399">
                  <c:v>1001</c:v>
                </c:pt>
                <c:pt idx="400">
                  <c:v>1000</c:v>
                </c:pt>
                <c:pt idx="401">
                  <c:v>999</c:v>
                </c:pt>
                <c:pt idx="402">
                  <c:v>998</c:v>
                </c:pt>
                <c:pt idx="403">
                  <c:v>997</c:v>
                </c:pt>
                <c:pt idx="404">
                  <c:v>996</c:v>
                </c:pt>
                <c:pt idx="405">
                  <c:v>995</c:v>
                </c:pt>
                <c:pt idx="406">
                  <c:v>994</c:v>
                </c:pt>
                <c:pt idx="407">
                  <c:v>993</c:v>
                </c:pt>
                <c:pt idx="408">
                  <c:v>992</c:v>
                </c:pt>
                <c:pt idx="409">
                  <c:v>991</c:v>
                </c:pt>
                <c:pt idx="410">
                  <c:v>990</c:v>
                </c:pt>
                <c:pt idx="411">
                  <c:v>989</c:v>
                </c:pt>
                <c:pt idx="412">
                  <c:v>988</c:v>
                </c:pt>
                <c:pt idx="413">
                  <c:v>987</c:v>
                </c:pt>
                <c:pt idx="414">
                  <c:v>986</c:v>
                </c:pt>
                <c:pt idx="415">
                  <c:v>985</c:v>
                </c:pt>
                <c:pt idx="416">
                  <c:v>984</c:v>
                </c:pt>
                <c:pt idx="417">
                  <c:v>983</c:v>
                </c:pt>
                <c:pt idx="418">
                  <c:v>982</c:v>
                </c:pt>
                <c:pt idx="419">
                  <c:v>981</c:v>
                </c:pt>
                <c:pt idx="420">
                  <c:v>980</c:v>
                </c:pt>
                <c:pt idx="421">
                  <c:v>979</c:v>
                </c:pt>
                <c:pt idx="422">
                  <c:v>978</c:v>
                </c:pt>
                <c:pt idx="423">
                  <c:v>977</c:v>
                </c:pt>
                <c:pt idx="424">
                  <c:v>976</c:v>
                </c:pt>
                <c:pt idx="425">
                  <c:v>975</c:v>
                </c:pt>
                <c:pt idx="426">
                  <c:v>974</c:v>
                </c:pt>
                <c:pt idx="427">
                  <c:v>973</c:v>
                </c:pt>
                <c:pt idx="428">
                  <c:v>972</c:v>
                </c:pt>
                <c:pt idx="429">
                  <c:v>971</c:v>
                </c:pt>
                <c:pt idx="430">
                  <c:v>970</c:v>
                </c:pt>
                <c:pt idx="431">
                  <c:v>969</c:v>
                </c:pt>
                <c:pt idx="432">
                  <c:v>968</c:v>
                </c:pt>
                <c:pt idx="433">
                  <c:v>967</c:v>
                </c:pt>
                <c:pt idx="434">
                  <c:v>966</c:v>
                </c:pt>
                <c:pt idx="435">
                  <c:v>965</c:v>
                </c:pt>
                <c:pt idx="436">
                  <c:v>964</c:v>
                </c:pt>
                <c:pt idx="437">
                  <c:v>963</c:v>
                </c:pt>
                <c:pt idx="438">
                  <c:v>962</c:v>
                </c:pt>
                <c:pt idx="439">
                  <c:v>961</c:v>
                </c:pt>
                <c:pt idx="440">
                  <c:v>960</c:v>
                </c:pt>
                <c:pt idx="441">
                  <c:v>959</c:v>
                </c:pt>
                <c:pt idx="442">
                  <c:v>958</c:v>
                </c:pt>
                <c:pt idx="443">
                  <c:v>957</c:v>
                </c:pt>
                <c:pt idx="444">
                  <c:v>956</c:v>
                </c:pt>
                <c:pt idx="445">
                  <c:v>955</c:v>
                </c:pt>
                <c:pt idx="446">
                  <c:v>954</c:v>
                </c:pt>
                <c:pt idx="447">
                  <c:v>953</c:v>
                </c:pt>
                <c:pt idx="448">
                  <c:v>952</c:v>
                </c:pt>
                <c:pt idx="449">
                  <c:v>951</c:v>
                </c:pt>
                <c:pt idx="450">
                  <c:v>950</c:v>
                </c:pt>
                <c:pt idx="451">
                  <c:v>949</c:v>
                </c:pt>
                <c:pt idx="452">
                  <c:v>948</c:v>
                </c:pt>
                <c:pt idx="453">
                  <c:v>947</c:v>
                </c:pt>
                <c:pt idx="454">
                  <c:v>946</c:v>
                </c:pt>
                <c:pt idx="455">
                  <c:v>945</c:v>
                </c:pt>
                <c:pt idx="456">
                  <c:v>944</c:v>
                </c:pt>
                <c:pt idx="457">
                  <c:v>943</c:v>
                </c:pt>
                <c:pt idx="458">
                  <c:v>942</c:v>
                </c:pt>
                <c:pt idx="459">
                  <c:v>941</c:v>
                </c:pt>
                <c:pt idx="460">
                  <c:v>940</c:v>
                </c:pt>
                <c:pt idx="461">
                  <c:v>939</c:v>
                </c:pt>
                <c:pt idx="462">
                  <c:v>938</c:v>
                </c:pt>
                <c:pt idx="463">
                  <c:v>937</c:v>
                </c:pt>
                <c:pt idx="464">
                  <c:v>936</c:v>
                </c:pt>
                <c:pt idx="465">
                  <c:v>935</c:v>
                </c:pt>
                <c:pt idx="466">
                  <c:v>934</c:v>
                </c:pt>
                <c:pt idx="467">
                  <c:v>933</c:v>
                </c:pt>
                <c:pt idx="468">
                  <c:v>932</c:v>
                </c:pt>
                <c:pt idx="469">
                  <c:v>931</c:v>
                </c:pt>
                <c:pt idx="470">
                  <c:v>930</c:v>
                </c:pt>
                <c:pt idx="471">
                  <c:v>929</c:v>
                </c:pt>
                <c:pt idx="472">
                  <c:v>928</c:v>
                </c:pt>
                <c:pt idx="473">
                  <c:v>927</c:v>
                </c:pt>
                <c:pt idx="474">
                  <c:v>926</c:v>
                </c:pt>
                <c:pt idx="475">
                  <c:v>925</c:v>
                </c:pt>
                <c:pt idx="476">
                  <c:v>924</c:v>
                </c:pt>
                <c:pt idx="477">
                  <c:v>923</c:v>
                </c:pt>
                <c:pt idx="478">
                  <c:v>922</c:v>
                </c:pt>
                <c:pt idx="479">
                  <c:v>921</c:v>
                </c:pt>
                <c:pt idx="480">
                  <c:v>920</c:v>
                </c:pt>
                <c:pt idx="481">
                  <c:v>919</c:v>
                </c:pt>
                <c:pt idx="482">
                  <c:v>918</c:v>
                </c:pt>
                <c:pt idx="483">
                  <c:v>917</c:v>
                </c:pt>
                <c:pt idx="484">
                  <c:v>916</c:v>
                </c:pt>
                <c:pt idx="485">
                  <c:v>915</c:v>
                </c:pt>
                <c:pt idx="486">
                  <c:v>914</c:v>
                </c:pt>
                <c:pt idx="487">
                  <c:v>913</c:v>
                </c:pt>
                <c:pt idx="488">
                  <c:v>912</c:v>
                </c:pt>
                <c:pt idx="489">
                  <c:v>911</c:v>
                </c:pt>
                <c:pt idx="490">
                  <c:v>910</c:v>
                </c:pt>
                <c:pt idx="491">
                  <c:v>909</c:v>
                </c:pt>
                <c:pt idx="492">
                  <c:v>908</c:v>
                </c:pt>
                <c:pt idx="493">
                  <c:v>907</c:v>
                </c:pt>
                <c:pt idx="494">
                  <c:v>906</c:v>
                </c:pt>
                <c:pt idx="495">
                  <c:v>905</c:v>
                </c:pt>
                <c:pt idx="496">
                  <c:v>904</c:v>
                </c:pt>
                <c:pt idx="497">
                  <c:v>903</c:v>
                </c:pt>
                <c:pt idx="498">
                  <c:v>902</c:v>
                </c:pt>
                <c:pt idx="499">
                  <c:v>901</c:v>
                </c:pt>
                <c:pt idx="500">
                  <c:v>900</c:v>
                </c:pt>
                <c:pt idx="501">
                  <c:v>899</c:v>
                </c:pt>
                <c:pt idx="502">
                  <c:v>898</c:v>
                </c:pt>
                <c:pt idx="503">
                  <c:v>897</c:v>
                </c:pt>
                <c:pt idx="504">
                  <c:v>896</c:v>
                </c:pt>
                <c:pt idx="505">
                  <c:v>895</c:v>
                </c:pt>
                <c:pt idx="506">
                  <c:v>894</c:v>
                </c:pt>
                <c:pt idx="507">
                  <c:v>893</c:v>
                </c:pt>
                <c:pt idx="508">
                  <c:v>892</c:v>
                </c:pt>
                <c:pt idx="509">
                  <c:v>891</c:v>
                </c:pt>
                <c:pt idx="510">
                  <c:v>890</c:v>
                </c:pt>
                <c:pt idx="511">
                  <c:v>889</c:v>
                </c:pt>
                <c:pt idx="512">
                  <c:v>888</c:v>
                </c:pt>
                <c:pt idx="513">
                  <c:v>887</c:v>
                </c:pt>
                <c:pt idx="514">
                  <c:v>886</c:v>
                </c:pt>
                <c:pt idx="515">
                  <c:v>885</c:v>
                </c:pt>
                <c:pt idx="516">
                  <c:v>884</c:v>
                </c:pt>
                <c:pt idx="517">
                  <c:v>883</c:v>
                </c:pt>
                <c:pt idx="518">
                  <c:v>882</c:v>
                </c:pt>
                <c:pt idx="519">
                  <c:v>881</c:v>
                </c:pt>
                <c:pt idx="520">
                  <c:v>880</c:v>
                </c:pt>
                <c:pt idx="521">
                  <c:v>879</c:v>
                </c:pt>
                <c:pt idx="522">
                  <c:v>878</c:v>
                </c:pt>
                <c:pt idx="523">
                  <c:v>877</c:v>
                </c:pt>
                <c:pt idx="524">
                  <c:v>876</c:v>
                </c:pt>
                <c:pt idx="525">
                  <c:v>875</c:v>
                </c:pt>
                <c:pt idx="526">
                  <c:v>874</c:v>
                </c:pt>
                <c:pt idx="527">
                  <c:v>873</c:v>
                </c:pt>
                <c:pt idx="528">
                  <c:v>872</c:v>
                </c:pt>
                <c:pt idx="529">
                  <c:v>871</c:v>
                </c:pt>
                <c:pt idx="530">
                  <c:v>870</c:v>
                </c:pt>
                <c:pt idx="531">
                  <c:v>869</c:v>
                </c:pt>
                <c:pt idx="532">
                  <c:v>868</c:v>
                </c:pt>
                <c:pt idx="533">
                  <c:v>867</c:v>
                </c:pt>
                <c:pt idx="534">
                  <c:v>866</c:v>
                </c:pt>
                <c:pt idx="535">
                  <c:v>865</c:v>
                </c:pt>
                <c:pt idx="536">
                  <c:v>864</c:v>
                </c:pt>
                <c:pt idx="537">
                  <c:v>863</c:v>
                </c:pt>
                <c:pt idx="538">
                  <c:v>862</c:v>
                </c:pt>
                <c:pt idx="539">
                  <c:v>861</c:v>
                </c:pt>
                <c:pt idx="540">
                  <c:v>860</c:v>
                </c:pt>
                <c:pt idx="541">
                  <c:v>859</c:v>
                </c:pt>
                <c:pt idx="542">
                  <c:v>858</c:v>
                </c:pt>
                <c:pt idx="543">
                  <c:v>857</c:v>
                </c:pt>
                <c:pt idx="544">
                  <c:v>856</c:v>
                </c:pt>
                <c:pt idx="545">
                  <c:v>855</c:v>
                </c:pt>
                <c:pt idx="546">
                  <c:v>854</c:v>
                </c:pt>
                <c:pt idx="547">
                  <c:v>853</c:v>
                </c:pt>
                <c:pt idx="548">
                  <c:v>852</c:v>
                </c:pt>
                <c:pt idx="549">
                  <c:v>851</c:v>
                </c:pt>
                <c:pt idx="550">
                  <c:v>850</c:v>
                </c:pt>
                <c:pt idx="551">
                  <c:v>849</c:v>
                </c:pt>
                <c:pt idx="552">
                  <c:v>848</c:v>
                </c:pt>
                <c:pt idx="553">
                  <c:v>847</c:v>
                </c:pt>
                <c:pt idx="554">
                  <c:v>846</c:v>
                </c:pt>
                <c:pt idx="555">
                  <c:v>845</c:v>
                </c:pt>
                <c:pt idx="556">
                  <c:v>844</c:v>
                </c:pt>
                <c:pt idx="557">
                  <c:v>843</c:v>
                </c:pt>
                <c:pt idx="558">
                  <c:v>842</c:v>
                </c:pt>
                <c:pt idx="559">
                  <c:v>841</c:v>
                </c:pt>
                <c:pt idx="560">
                  <c:v>840</c:v>
                </c:pt>
                <c:pt idx="561">
                  <c:v>839</c:v>
                </c:pt>
                <c:pt idx="562">
                  <c:v>838</c:v>
                </c:pt>
                <c:pt idx="563">
                  <c:v>837</c:v>
                </c:pt>
                <c:pt idx="564">
                  <c:v>836</c:v>
                </c:pt>
                <c:pt idx="565">
                  <c:v>835</c:v>
                </c:pt>
                <c:pt idx="566">
                  <c:v>834</c:v>
                </c:pt>
                <c:pt idx="567">
                  <c:v>833</c:v>
                </c:pt>
                <c:pt idx="568">
                  <c:v>832</c:v>
                </c:pt>
                <c:pt idx="569">
                  <c:v>831</c:v>
                </c:pt>
                <c:pt idx="570">
                  <c:v>830</c:v>
                </c:pt>
                <c:pt idx="571">
                  <c:v>829</c:v>
                </c:pt>
                <c:pt idx="572">
                  <c:v>828</c:v>
                </c:pt>
                <c:pt idx="573">
                  <c:v>827</c:v>
                </c:pt>
                <c:pt idx="574">
                  <c:v>826</c:v>
                </c:pt>
                <c:pt idx="575">
                  <c:v>825</c:v>
                </c:pt>
                <c:pt idx="576">
                  <c:v>824</c:v>
                </c:pt>
                <c:pt idx="577">
                  <c:v>823</c:v>
                </c:pt>
                <c:pt idx="578">
                  <c:v>822</c:v>
                </c:pt>
                <c:pt idx="579">
                  <c:v>821</c:v>
                </c:pt>
                <c:pt idx="580">
                  <c:v>820</c:v>
                </c:pt>
                <c:pt idx="581">
                  <c:v>819</c:v>
                </c:pt>
                <c:pt idx="582">
                  <c:v>818</c:v>
                </c:pt>
                <c:pt idx="583">
                  <c:v>817</c:v>
                </c:pt>
                <c:pt idx="584">
                  <c:v>816</c:v>
                </c:pt>
                <c:pt idx="585">
                  <c:v>815</c:v>
                </c:pt>
                <c:pt idx="586">
                  <c:v>814</c:v>
                </c:pt>
                <c:pt idx="587">
                  <c:v>813</c:v>
                </c:pt>
                <c:pt idx="588">
                  <c:v>812</c:v>
                </c:pt>
                <c:pt idx="589">
                  <c:v>811</c:v>
                </c:pt>
                <c:pt idx="590">
                  <c:v>810</c:v>
                </c:pt>
                <c:pt idx="591">
                  <c:v>809</c:v>
                </c:pt>
                <c:pt idx="592">
                  <c:v>808</c:v>
                </c:pt>
                <c:pt idx="593">
                  <c:v>807</c:v>
                </c:pt>
                <c:pt idx="594">
                  <c:v>806</c:v>
                </c:pt>
                <c:pt idx="595">
                  <c:v>805</c:v>
                </c:pt>
                <c:pt idx="596">
                  <c:v>804</c:v>
                </c:pt>
                <c:pt idx="597">
                  <c:v>803</c:v>
                </c:pt>
                <c:pt idx="598">
                  <c:v>802</c:v>
                </c:pt>
                <c:pt idx="599">
                  <c:v>801</c:v>
                </c:pt>
                <c:pt idx="600">
                  <c:v>800</c:v>
                </c:pt>
                <c:pt idx="601">
                  <c:v>799</c:v>
                </c:pt>
                <c:pt idx="602">
                  <c:v>798</c:v>
                </c:pt>
                <c:pt idx="603">
                  <c:v>797</c:v>
                </c:pt>
                <c:pt idx="604">
                  <c:v>796</c:v>
                </c:pt>
                <c:pt idx="605">
                  <c:v>795</c:v>
                </c:pt>
                <c:pt idx="606">
                  <c:v>794</c:v>
                </c:pt>
                <c:pt idx="607">
                  <c:v>793</c:v>
                </c:pt>
                <c:pt idx="608">
                  <c:v>792</c:v>
                </c:pt>
                <c:pt idx="609">
                  <c:v>791</c:v>
                </c:pt>
                <c:pt idx="610">
                  <c:v>790</c:v>
                </c:pt>
                <c:pt idx="611">
                  <c:v>789</c:v>
                </c:pt>
                <c:pt idx="612">
                  <c:v>788</c:v>
                </c:pt>
                <c:pt idx="613">
                  <c:v>787</c:v>
                </c:pt>
                <c:pt idx="614">
                  <c:v>786</c:v>
                </c:pt>
                <c:pt idx="615">
                  <c:v>785</c:v>
                </c:pt>
                <c:pt idx="616">
                  <c:v>784</c:v>
                </c:pt>
                <c:pt idx="617">
                  <c:v>783</c:v>
                </c:pt>
                <c:pt idx="618">
                  <c:v>782</c:v>
                </c:pt>
                <c:pt idx="619">
                  <c:v>781</c:v>
                </c:pt>
                <c:pt idx="620">
                  <c:v>780</c:v>
                </c:pt>
                <c:pt idx="621">
                  <c:v>779</c:v>
                </c:pt>
                <c:pt idx="622">
                  <c:v>778</c:v>
                </c:pt>
                <c:pt idx="623">
                  <c:v>777</c:v>
                </c:pt>
                <c:pt idx="624">
                  <c:v>776</c:v>
                </c:pt>
                <c:pt idx="625">
                  <c:v>775</c:v>
                </c:pt>
                <c:pt idx="626">
                  <c:v>774</c:v>
                </c:pt>
                <c:pt idx="627">
                  <c:v>773</c:v>
                </c:pt>
                <c:pt idx="628">
                  <c:v>772</c:v>
                </c:pt>
                <c:pt idx="629">
                  <c:v>771</c:v>
                </c:pt>
                <c:pt idx="630">
                  <c:v>770</c:v>
                </c:pt>
                <c:pt idx="631">
                  <c:v>769</c:v>
                </c:pt>
                <c:pt idx="632">
                  <c:v>768</c:v>
                </c:pt>
                <c:pt idx="633">
                  <c:v>767</c:v>
                </c:pt>
                <c:pt idx="634">
                  <c:v>766</c:v>
                </c:pt>
                <c:pt idx="635">
                  <c:v>765</c:v>
                </c:pt>
                <c:pt idx="636">
                  <c:v>764</c:v>
                </c:pt>
                <c:pt idx="637">
                  <c:v>763</c:v>
                </c:pt>
                <c:pt idx="638">
                  <c:v>762</c:v>
                </c:pt>
                <c:pt idx="639">
                  <c:v>761</c:v>
                </c:pt>
                <c:pt idx="640">
                  <c:v>760</c:v>
                </c:pt>
                <c:pt idx="641">
                  <c:v>759</c:v>
                </c:pt>
                <c:pt idx="642">
                  <c:v>758</c:v>
                </c:pt>
                <c:pt idx="643">
                  <c:v>757</c:v>
                </c:pt>
                <c:pt idx="644">
                  <c:v>756</c:v>
                </c:pt>
                <c:pt idx="645">
                  <c:v>755</c:v>
                </c:pt>
                <c:pt idx="646">
                  <c:v>754</c:v>
                </c:pt>
                <c:pt idx="647">
                  <c:v>753</c:v>
                </c:pt>
                <c:pt idx="648">
                  <c:v>752</c:v>
                </c:pt>
                <c:pt idx="649">
                  <c:v>751</c:v>
                </c:pt>
                <c:pt idx="650">
                  <c:v>750</c:v>
                </c:pt>
                <c:pt idx="651">
                  <c:v>749</c:v>
                </c:pt>
                <c:pt idx="652">
                  <c:v>748</c:v>
                </c:pt>
                <c:pt idx="653">
                  <c:v>747</c:v>
                </c:pt>
                <c:pt idx="654">
                  <c:v>746</c:v>
                </c:pt>
                <c:pt idx="655">
                  <c:v>745</c:v>
                </c:pt>
                <c:pt idx="656">
                  <c:v>744</c:v>
                </c:pt>
                <c:pt idx="657">
                  <c:v>743</c:v>
                </c:pt>
                <c:pt idx="658">
                  <c:v>742</c:v>
                </c:pt>
                <c:pt idx="659">
                  <c:v>741</c:v>
                </c:pt>
                <c:pt idx="660">
                  <c:v>740</c:v>
                </c:pt>
                <c:pt idx="661">
                  <c:v>739</c:v>
                </c:pt>
                <c:pt idx="662">
                  <c:v>738</c:v>
                </c:pt>
                <c:pt idx="663">
                  <c:v>737</c:v>
                </c:pt>
                <c:pt idx="664">
                  <c:v>736</c:v>
                </c:pt>
                <c:pt idx="665">
                  <c:v>735</c:v>
                </c:pt>
                <c:pt idx="666">
                  <c:v>734</c:v>
                </c:pt>
                <c:pt idx="667">
                  <c:v>733</c:v>
                </c:pt>
                <c:pt idx="668">
                  <c:v>732</c:v>
                </c:pt>
                <c:pt idx="669">
                  <c:v>731</c:v>
                </c:pt>
                <c:pt idx="670">
                  <c:v>730</c:v>
                </c:pt>
                <c:pt idx="671">
                  <c:v>729</c:v>
                </c:pt>
                <c:pt idx="672">
                  <c:v>728</c:v>
                </c:pt>
                <c:pt idx="673">
                  <c:v>727</c:v>
                </c:pt>
                <c:pt idx="674">
                  <c:v>726</c:v>
                </c:pt>
                <c:pt idx="675">
                  <c:v>725</c:v>
                </c:pt>
                <c:pt idx="676">
                  <c:v>724</c:v>
                </c:pt>
                <c:pt idx="677">
                  <c:v>723</c:v>
                </c:pt>
                <c:pt idx="678">
                  <c:v>722</c:v>
                </c:pt>
                <c:pt idx="679">
                  <c:v>721</c:v>
                </c:pt>
                <c:pt idx="680">
                  <c:v>720</c:v>
                </c:pt>
                <c:pt idx="681">
                  <c:v>719</c:v>
                </c:pt>
                <c:pt idx="682">
                  <c:v>718</c:v>
                </c:pt>
                <c:pt idx="683">
                  <c:v>717</c:v>
                </c:pt>
                <c:pt idx="684">
                  <c:v>716</c:v>
                </c:pt>
                <c:pt idx="685">
                  <c:v>715</c:v>
                </c:pt>
                <c:pt idx="686">
                  <c:v>714</c:v>
                </c:pt>
                <c:pt idx="687">
                  <c:v>713</c:v>
                </c:pt>
                <c:pt idx="688">
                  <c:v>712</c:v>
                </c:pt>
                <c:pt idx="689">
                  <c:v>711</c:v>
                </c:pt>
                <c:pt idx="690">
                  <c:v>710</c:v>
                </c:pt>
                <c:pt idx="691">
                  <c:v>709</c:v>
                </c:pt>
                <c:pt idx="692">
                  <c:v>708</c:v>
                </c:pt>
                <c:pt idx="693">
                  <c:v>707</c:v>
                </c:pt>
                <c:pt idx="694">
                  <c:v>706</c:v>
                </c:pt>
                <c:pt idx="695">
                  <c:v>705</c:v>
                </c:pt>
                <c:pt idx="696">
                  <c:v>704</c:v>
                </c:pt>
                <c:pt idx="697">
                  <c:v>703</c:v>
                </c:pt>
                <c:pt idx="698">
                  <c:v>702</c:v>
                </c:pt>
                <c:pt idx="699">
                  <c:v>701</c:v>
                </c:pt>
                <c:pt idx="700">
                  <c:v>700</c:v>
                </c:pt>
                <c:pt idx="701">
                  <c:v>699</c:v>
                </c:pt>
                <c:pt idx="702">
                  <c:v>698</c:v>
                </c:pt>
                <c:pt idx="703">
                  <c:v>697</c:v>
                </c:pt>
                <c:pt idx="704">
                  <c:v>696</c:v>
                </c:pt>
                <c:pt idx="705">
                  <c:v>695</c:v>
                </c:pt>
                <c:pt idx="706">
                  <c:v>694</c:v>
                </c:pt>
                <c:pt idx="707">
                  <c:v>693</c:v>
                </c:pt>
                <c:pt idx="708">
                  <c:v>692</c:v>
                </c:pt>
                <c:pt idx="709">
                  <c:v>691</c:v>
                </c:pt>
                <c:pt idx="710">
                  <c:v>690</c:v>
                </c:pt>
                <c:pt idx="711">
                  <c:v>689</c:v>
                </c:pt>
                <c:pt idx="712">
                  <c:v>688</c:v>
                </c:pt>
                <c:pt idx="713">
                  <c:v>687</c:v>
                </c:pt>
                <c:pt idx="714">
                  <c:v>686</c:v>
                </c:pt>
                <c:pt idx="715">
                  <c:v>685</c:v>
                </c:pt>
                <c:pt idx="716">
                  <c:v>684</c:v>
                </c:pt>
                <c:pt idx="717">
                  <c:v>683</c:v>
                </c:pt>
                <c:pt idx="718">
                  <c:v>682</c:v>
                </c:pt>
                <c:pt idx="719">
                  <c:v>681</c:v>
                </c:pt>
                <c:pt idx="720">
                  <c:v>680</c:v>
                </c:pt>
                <c:pt idx="721">
                  <c:v>679</c:v>
                </c:pt>
                <c:pt idx="722">
                  <c:v>678</c:v>
                </c:pt>
                <c:pt idx="723">
                  <c:v>677</c:v>
                </c:pt>
                <c:pt idx="724">
                  <c:v>676</c:v>
                </c:pt>
                <c:pt idx="725">
                  <c:v>675</c:v>
                </c:pt>
                <c:pt idx="726">
                  <c:v>674</c:v>
                </c:pt>
                <c:pt idx="727">
                  <c:v>673</c:v>
                </c:pt>
                <c:pt idx="728">
                  <c:v>672</c:v>
                </c:pt>
                <c:pt idx="729">
                  <c:v>671</c:v>
                </c:pt>
                <c:pt idx="730">
                  <c:v>670</c:v>
                </c:pt>
                <c:pt idx="731">
                  <c:v>669</c:v>
                </c:pt>
                <c:pt idx="732">
                  <c:v>668</c:v>
                </c:pt>
                <c:pt idx="733">
                  <c:v>667</c:v>
                </c:pt>
                <c:pt idx="734">
                  <c:v>666</c:v>
                </c:pt>
                <c:pt idx="735">
                  <c:v>665</c:v>
                </c:pt>
                <c:pt idx="736">
                  <c:v>664</c:v>
                </c:pt>
                <c:pt idx="737">
                  <c:v>663</c:v>
                </c:pt>
                <c:pt idx="738">
                  <c:v>662</c:v>
                </c:pt>
                <c:pt idx="739">
                  <c:v>661</c:v>
                </c:pt>
                <c:pt idx="740">
                  <c:v>660</c:v>
                </c:pt>
                <c:pt idx="741">
                  <c:v>659</c:v>
                </c:pt>
                <c:pt idx="742">
                  <c:v>658</c:v>
                </c:pt>
                <c:pt idx="743">
                  <c:v>657</c:v>
                </c:pt>
                <c:pt idx="744">
                  <c:v>656</c:v>
                </c:pt>
                <c:pt idx="745">
                  <c:v>655</c:v>
                </c:pt>
                <c:pt idx="746">
                  <c:v>654</c:v>
                </c:pt>
                <c:pt idx="747">
                  <c:v>653</c:v>
                </c:pt>
                <c:pt idx="748">
                  <c:v>652</c:v>
                </c:pt>
                <c:pt idx="749">
                  <c:v>651</c:v>
                </c:pt>
                <c:pt idx="750">
                  <c:v>650</c:v>
                </c:pt>
                <c:pt idx="751">
                  <c:v>649</c:v>
                </c:pt>
                <c:pt idx="752">
                  <c:v>648</c:v>
                </c:pt>
                <c:pt idx="753">
                  <c:v>647</c:v>
                </c:pt>
                <c:pt idx="754">
                  <c:v>646</c:v>
                </c:pt>
                <c:pt idx="755">
                  <c:v>645</c:v>
                </c:pt>
                <c:pt idx="756">
                  <c:v>644</c:v>
                </c:pt>
                <c:pt idx="757">
                  <c:v>643</c:v>
                </c:pt>
                <c:pt idx="758">
                  <c:v>642</c:v>
                </c:pt>
                <c:pt idx="759">
                  <c:v>641</c:v>
                </c:pt>
                <c:pt idx="760">
                  <c:v>640</c:v>
                </c:pt>
                <c:pt idx="761">
                  <c:v>639</c:v>
                </c:pt>
                <c:pt idx="762">
                  <c:v>638</c:v>
                </c:pt>
                <c:pt idx="763">
                  <c:v>637</c:v>
                </c:pt>
                <c:pt idx="764">
                  <c:v>636</c:v>
                </c:pt>
                <c:pt idx="765">
                  <c:v>635</c:v>
                </c:pt>
                <c:pt idx="766">
                  <c:v>634</c:v>
                </c:pt>
                <c:pt idx="767">
                  <c:v>633</c:v>
                </c:pt>
                <c:pt idx="768">
                  <c:v>632</c:v>
                </c:pt>
                <c:pt idx="769">
                  <c:v>631</c:v>
                </c:pt>
                <c:pt idx="770">
                  <c:v>630</c:v>
                </c:pt>
                <c:pt idx="771">
                  <c:v>629</c:v>
                </c:pt>
                <c:pt idx="772">
                  <c:v>628</c:v>
                </c:pt>
                <c:pt idx="773">
                  <c:v>627</c:v>
                </c:pt>
                <c:pt idx="774">
                  <c:v>626</c:v>
                </c:pt>
                <c:pt idx="775">
                  <c:v>625</c:v>
                </c:pt>
                <c:pt idx="776">
                  <c:v>624</c:v>
                </c:pt>
                <c:pt idx="777">
                  <c:v>623</c:v>
                </c:pt>
                <c:pt idx="778">
                  <c:v>622</c:v>
                </c:pt>
                <c:pt idx="779">
                  <c:v>621</c:v>
                </c:pt>
                <c:pt idx="780">
                  <c:v>620</c:v>
                </c:pt>
                <c:pt idx="781">
                  <c:v>619</c:v>
                </c:pt>
                <c:pt idx="782">
                  <c:v>618</c:v>
                </c:pt>
                <c:pt idx="783">
                  <c:v>617</c:v>
                </c:pt>
                <c:pt idx="784">
                  <c:v>616</c:v>
                </c:pt>
                <c:pt idx="785">
                  <c:v>615</c:v>
                </c:pt>
                <c:pt idx="786">
                  <c:v>614</c:v>
                </c:pt>
                <c:pt idx="787">
                  <c:v>613</c:v>
                </c:pt>
                <c:pt idx="788">
                  <c:v>612</c:v>
                </c:pt>
                <c:pt idx="789">
                  <c:v>611</c:v>
                </c:pt>
                <c:pt idx="790">
                  <c:v>610</c:v>
                </c:pt>
                <c:pt idx="791">
                  <c:v>609</c:v>
                </c:pt>
                <c:pt idx="792">
                  <c:v>608</c:v>
                </c:pt>
                <c:pt idx="793">
                  <c:v>607</c:v>
                </c:pt>
                <c:pt idx="794">
                  <c:v>606</c:v>
                </c:pt>
                <c:pt idx="795">
                  <c:v>605</c:v>
                </c:pt>
                <c:pt idx="796">
                  <c:v>604</c:v>
                </c:pt>
                <c:pt idx="797">
                  <c:v>603</c:v>
                </c:pt>
                <c:pt idx="798">
                  <c:v>602</c:v>
                </c:pt>
                <c:pt idx="799">
                  <c:v>601</c:v>
                </c:pt>
                <c:pt idx="800">
                  <c:v>600</c:v>
                </c:pt>
                <c:pt idx="801">
                  <c:v>599</c:v>
                </c:pt>
                <c:pt idx="802">
                  <c:v>598</c:v>
                </c:pt>
                <c:pt idx="803">
                  <c:v>597</c:v>
                </c:pt>
                <c:pt idx="804">
                  <c:v>596</c:v>
                </c:pt>
                <c:pt idx="805">
                  <c:v>595</c:v>
                </c:pt>
                <c:pt idx="806">
                  <c:v>594</c:v>
                </c:pt>
                <c:pt idx="807">
                  <c:v>593</c:v>
                </c:pt>
                <c:pt idx="808">
                  <c:v>592</c:v>
                </c:pt>
                <c:pt idx="809">
                  <c:v>591</c:v>
                </c:pt>
                <c:pt idx="810">
                  <c:v>590</c:v>
                </c:pt>
                <c:pt idx="811">
                  <c:v>589</c:v>
                </c:pt>
                <c:pt idx="812">
                  <c:v>588</c:v>
                </c:pt>
                <c:pt idx="813">
                  <c:v>587</c:v>
                </c:pt>
                <c:pt idx="814">
                  <c:v>586</c:v>
                </c:pt>
                <c:pt idx="815">
                  <c:v>585</c:v>
                </c:pt>
                <c:pt idx="816">
                  <c:v>584</c:v>
                </c:pt>
                <c:pt idx="817">
                  <c:v>583</c:v>
                </c:pt>
                <c:pt idx="818">
                  <c:v>582</c:v>
                </c:pt>
                <c:pt idx="819">
                  <c:v>581</c:v>
                </c:pt>
                <c:pt idx="820">
                  <c:v>580</c:v>
                </c:pt>
                <c:pt idx="821">
                  <c:v>579</c:v>
                </c:pt>
                <c:pt idx="822">
                  <c:v>578</c:v>
                </c:pt>
                <c:pt idx="823">
                  <c:v>577</c:v>
                </c:pt>
                <c:pt idx="824">
                  <c:v>576</c:v>
                </c:pt>
                <c:pt idx="825">
                  <c:v>575</c:v>
                </c:pt>
                <c:pt idx="826">
                  <c:v>574</c:v>
                </c:pt>
                <c:pt idx="827">
                  <c:v>573</c:v>
                </c:pt>
                <c:pt idx="828">
                  <c:v>572</c:v>
                </c:pt>
                <c:pt idx="829">
                  <c:v>571</c:v>
                </c:pt>
                <c:pt idx="830">
                  <c:v>570</c:v>
                </c:pt>
                <c:pt idx="831">
                  <c:v>569</c:v>
                </c:pt>
                <c:pt idx="832">
                  <c:v>568</c:v>
                </c:pt>
                <c:pt idx="833">
                  <c:v>567</c:v>
                </c:pt>
                <c:pt idx="834">
                  <c:v>566</c:v>
                </c:pt>
                <c:pt idx="835">
                  <c:v>565</c:v>
                </c:pt>
                <c:pt idx="836">
                  <c:v>564</c:v>
                </c:pt>
                <c:pt idx="837">
                  <c:v>563</c:v>
                </c:pt>
                <c:pt idx="838">
                  <c:v>562</c:v>
                </c:pt>
                <c:pt idx="839">
                  <c:v>561</c:v>
                </c:pt>
                <c:pt idx="840">
                  <c:v>560</c:v>
                </c:pt>
                <c:pt idx="841">
                  <c:v>559</c:v>
                </c:pt>
                <c:pt idx="842">
                  <c:v>558</c:v>
                </c:pt>
                <c:pt idx="843">
                  <c:v>557</c:v>
                </c:pt>
                <c:pt idx="844">
                  <c:v>556</c:v>
                </c:pt>
                <c:pt idx="845">
                  <c:v>555</c:v>
                </c:pt>
                <c:pt idx="846">
                  <c:v>554</c:v>
                </c:pt>
                <c:pt idx="847">
                  <c:v>553</c:v>
                </c:pt>
                <c:pt idx="848">
                  <c:v>552</c:v>
                </c:pt>
                <c:pt idx="849">
                  <c:v>551</c:v>
                </c:pt>
                <c:pt idx="850">
                  <c:v>550</c:v>
                </c:pt>
                <c:pt idx="851">
                  <c:v>549</c:v>
                </c:pt>
                <c:pt idx="852">
                  <c:v>548</c:v>
                </c:pt>
                <c:pt idx="853">
                  <c:v>547</c:v>
                </c:pt>
                <c:pt idx="854">
                  <c:v>546</c:v>
                </c:pt>
                <c:pt idx="855">
                  <c:v>545</c:v>
                </c:pt>
                <c:pt idx="856">
                  <c:v>544</c:v>
                </c:pt>
                <c:pt idx="857">
                  <c:v>543</c:v>
                </c:pt>
                <c:pt idx="858">
                  <c:v>542</c:v>
                </c:pt>
                <c:pt idx="859">
                  <c:v>541</c:v>
                </c:pt>
                <c:pt idx="860">
                  <c:v>540</c:v>
                </c:pt>
                <c:pt idx="861">
                  <c:v>539</c:v>
                </c:pt>
                <c:pt idx="862">
                  <c:v>538</c:v>
                </c:pt>
                <c:pt idx="863">
                  <c:v>537</c:v>
                </c:pt>
                <c:pt idx="864">
                  <c:v>536</c:v>
                </c:pt>
                <c:pt idx="865">
                  <c:v>535</c:v>
                </c:pt>
                <c:pt idx="866">
                  <c:v>534</c:v>
                </c:pt>
                <c:pt idx="867">
                  <c:v>533</c:v>
                </c:pt>
                <c:pt idx="868">
                  <c:v>532</c:v>
                </c:pt>
                <c:pt idx="869">
                  <c:v>531</c:v>
                </c:pt>
                <c:pt idx="870">
                  <c:v>530</c:v>
                </c:pt>
                <c:pt idx="871">
                  <c:v>529</c:v>
                </c:pt>
                <c:pt idx="872">
                  <c:v>528</c:v>
                </c:pt>
                <c:pt idx="873">
                  <c:v>527</c:v>
                </c:pt>
                <c:pt idx="874">
                  <c:v>526</c:v>
                </c:pt>
                <c:pt idx="875">
                  <c:v>525</c:v>
                </c:pt>
                <c:pt idx="876">
                  <c:v>524</c:v>
                </c:pt>
                <c:pt idx="877">
                  <c:v>523</c:v>
                </c:pt>
                <c:pt idx="878">
                  <c:v>522</c:v>
                </c:pt>
                <c:pt idx="879">
                  <c:v>521</c:v>
                </c:pt>
                <c:pt idx="880">
                  <c:v>520</c:v>
                </c:pt>
                <c:pt idx="881">
                  <c:v>519</c:v>
                </c:pt>
                <c:pt idx="882">
                  <c:v>518</c:v>
                </c:pt>
                <c:pt idx="883">
                  <c:v>517</c:v>
                </c:pt>
                <c:pt idx="884">
                  <c:v>516</c:v>
                </c:pt>
                <c:pt idx="885">
                  <c:v>515</c:v>
                </c:pt>
                <c:pt idx="886">
                  <c:v>514</c:v>
                </c:pt>
                <c:pt idx="887">
                  <c:v>513</c:v>
                </c:pt>
                <c:pt idx="888">
                  <c:v>512</c:v>
                </c:pt>
                <c:pt idx="889">
                  <c:v>511</c:v>
                </c:pt>
                <c:pt idx="890">
                  <c:v>510</c:v>
                </c:pt>
                <c:pt idx="891">
                  <c:v>509</c:v>
                </c:pt>
                <c:pt idx="892">
                  <c:v>508</c:v>
                </c:pt>
                <c:pt idx="893">
                  <c:v>507</c:v>
                </c:pt>
                <c:pt idx="894">
                  <c:v>506</c:v>
                </c:pt>
                <c:pt idx="895">
                  <c:v>505</c:v>
                </c:pt>
                <c:pt idx="896">
                  <c:v>504</c:v>
                </c:pt>
                <c:pt idx="897">
                  <c:v>503</c:v>
                </c:pt>
                <c:pt idx="898">
                  <c:v>502</c:v>
                </c:pt>
                <c:pt idx="899">
                  <c:v>501</c:v>
                </c:pt>
                <c:pt idx="900">
                  <c:v>500</c:v>
                </c:pt>
                <c:pt idx="901">
                  <c:v>499</c:v>
                </c:pt>
                <c:pt idx="902">
                  <c:v>498</c:v>
                </c:pt>
                <c:pt idx="903">
                  <c:v>497</c:v>
                </c:pt>
                <c:pt idx="904">
                  <c:v>496</c:v>
                </c:pt>
                <c:pt idx="905">
                  <c:v>495</c:v>
                </c:pt>
                <c:pt idx="906">
                  <c:v>494</c:v>
                </c:pt>
                <c:pt idx="907">
                  <c:v>493</c:v>
                </c:pt>
                <c:pt idx="908">
                  <c:v>492</c:v>
                </c:pt>
                <c:pt idx="909">
                  <c:v>491</c:v>
                </c:pt>
                <c:pt idx="910">
                  <c:v>490</c:v>
                </c:pt>
                <c:pt idx="911">
                  <c:v>489</c:v>
                </c:pt>
                <c:pt idx="912">
                  <c:v>488</c:v>
                </c:pt>
                <c:pt idx="913">
                  <c:v>487</c:v>
                </c:pt>
                <c:pt idx="914">
                  <c:v>486</c:v>
                </c:pt>
                <c:pt idx="915">
                  <c:v>485</c:v>
                </c:pt>
                <c:pt idx="916">
                  <c:v>484</c:v>
                </c:pt>
                <c:pt idx="917">
                  <c:v>483</c:v>
                </c:pt>
                <c:pt idx="918">
                  <c:v>482</c:v>
                </c:pt>
                <c:pt idx="919">
                  <c:v>481</c:v>
                </c:pt>
                <c:pt idx="920">
                  <c:v>480</c:v>
                </c:pt>
                <c:pt idx="921">
                  <c:v>479</c:v>
                </c:pt>
                <c:pt idx="922">
                  <c:v>478</c:v>
                </c:pt>
                <c:pt idx="923">
                  <c:v>477</c:v>
                </c:pt>
                <c:pt idx="924">
                  <c:v>476</c:v>
                </c:pt>
                <c:pt idx="925">
                  <c:v>475</c:v>
                </c:pt>
                <c:pt idx="926">
                  <c:v>474</c:v>
                </c:pt>
                <c:pt idx="927">
                  <c:v>473</c:v>
                </c:pt>
                <c:pt idx="928">
                  <c:v>472</c:v>
                </c:pt>
                <c:pt idx="929">
                  <c:v>471</c:v>
                </c:pt>
                <c:pt idx="930">
                  <c:v>470</c:v>
                </c:pt>
                <c:pt idx="931">
                  <c:v>469</c:v>
                </c:pt>
                <c:pt idx="932">
                  <c:v>468</c:v>
                </c:pt>
                <c:pt idx="933">
                  <c:v>467</c:v>
                </c:pt>
                <c:pt idx="934">
                  <c:v>466</c:v>
                </c:pt>
                <c:pt idx="935">
                  <c:v>465</c:v>
                </c:pt>
                <c:pt idx="936">
                  <c:v>464</c:v>
                </c:pt>
                <c:pt idx="937">
                  <c:v>463</c:v>
                </c:pt>
                <c:pt idx="938">
                  <c:v>462</c:v>
                </c:pt>
                <c:pt idx="939">
                  <c:v>461</c:v>
                </c:pt>
                <c:pt idx="940">
                  <c:v>460</c:v>
                </c:pt>
                <c:pt idx="941">
                  <c:v>459</c:v>
                </c:pt>
                <c:pt idx="942">
                  <c:v>458</c:v>
                </c:pt>
                <c:pt idx="943">
                  <c:v>457</c:v>
                </c:pt>
                <c:pt idx="944">
                  <c:v>456</c:v>
                </c:pt>
                <c:pt idx="945">
                  <c:v>455</c:v>
                </c:pt>
                <c:pt idx="946">
                  <c:v>454</c:v>
                </c:pt>
                <c:pt idx="947">
                  <c:v>453</c:v>
                </c:pt>
                <c:pt idx="948">
                  <c:v>452</c:v>
                </c:pt>
                <c:pt idx="949">
                  <c:v>451</c:v>
                </c:pt>
                <c:pt idx="950">
                  <c:v>450</c:v>
                </c:pt>
                <c:pt idx="951">
                  <c:v>449</c:v>
                </c:pt>
                <c:pt idx="952">
                  <c:v>448</c:v>
                </c:pt>
                <c:pt idx="953">
                  <c:v>447</c:v>
                </c:pt>
                <c:pt idx="954">
                  <c:v>446</c:v>
                </c:pt>
                <c:pt idx="955">
                  <c:v>445</c:v>
                </c:pt>
                <c:pt idx="956">
                  <c:v>444</c:v>
                </c:pt>
                <c:pt idx="957">
                  <c:v>443</c:v>
                </c:pt>
                <c:pt idx="958">
                  <c:v>442</c:v>
                </c:pt>
                <c:pt idx="959">
                  <c:v>441</c:v>
                </c:pt>
                <c:pt idx="960">
                  <c:v>440</c:v>
                </c:pt>
                <c:pt idx="961">
                  <c:v>439</c:v>
                </c:pt>
                <c:pt idx="962">
                  <c:v>438</c:v>
                </c:pt>
                <c:pt idx="963">
                  <c:v>437</c:v>
                </c:pt>
                <c:pt idx="964">
                  <c:v>436</c:v>
                </c:pt>
                <c:pt idx="965">
                  <c:v>435</c:v>
                </c:pt>
                <c:pt idx="966">
                  <c:v>434</c:v>
                </c:pt>
                <c:pt idx="967">
                  <c:v>433</c:v>
                </c:pt>
                <c:pt idx="968">
                  <c:v>432</c:v>
                </c:pt>
                <c:pt idx="969">
                  <c:v>431</c:v>
                </c:pt>
                <c:pt idx="970">
                  <c:v>430</c:v>
                </c:pt>
                <c:pt idx="971">
                  <c:v>429</c:v>
                </c:pt>
                <c:pt idx="972">
                  <c:v>428</c:v>
                </c:pt>
                <c:pt idx="973">
                  <c:v>427</c:v>
                </c:pt>
                <c:pt idx="974">
                  <c:v>426</c:v>
                </c:pt>
                <c:pt idx="975">
                  <c:v>425</c:v>
                </c:pt>
                <c:pt idx="976">
                  <c:v>424</c:v>
                </c:pt>
                <c:pt idx="977">
                  <c:v>423</c:v>
                </c:pt>
                <c:pt idx="978">
                  <c:v>422</c:v>
                </c:pt>
                <c:pt idx="979">
                  <c:v>421</c:v>
                </c:pt>
                <c:pt idx="980">
                  <c:v>420</c:v>
                </c:pt>
                <c:pt idx="981">
                  <c:v>419</c:v>
                </c:pt>
                <c:pt idx="982">
                  <c:v>418</c:v>
                </c:pt>
                <c:pt idx="983">
                  <c:v>417</c:v>
                </c:pt>
                <c:pt idx="984">
                  <c:v>416</c:v>
                </c:pt>
                <c:pt idx="985">
                  <c:v>415</c:v>
                </c:pt>
                <c:pt idx="986">
                  <c:v>414</c:v>
                </c:pt>
                <c:pt idx="987">
                  <c:v>413</c:v>
                </c:pt>
                <c:pt idx="988">
                  <c:v>412</c:v>
                </c:pt>
                <c:pt idx="989">
                  <c:v>411</c:v>
                </c:pt>
                <c:pt idx="990">
                  <c:v>410</c:v>
                </c:pt>
                <c:pt idx="991">
                  <c:v>409</c:v>
                </c:pt>
                <c:pt idx="992">
                  <c:v>408</c:v>
                </c:pt>
                <c:pt idx="993">
                  <c:v>407</c:v>
                </c:pt>
                <c:pt idx="994">
                  <c:v>406</c:v>
                </c:pt>
                <c:pt idx="995">
                  <c:v>405</c:v>
                </c:pt>
                <c:pt idx="996">
                  <c:v>404</c:v>
                </c:pt>
                <c:pt idx="997">
                  <c:v>403</c:v>
                </c:pt>
                <c:pt idx="998">
                  <c:v>402</c:v>
                </c:pt>
                <c:pt idx="999">
                  <c:v>401</c:v>
                </c:pt>
                <c:pt idx="1000">
                  <c:v>400</c:v>
                </c:pt>
                <c:pt idx="1001">
                  <c:v>399</c:v>
                </c:pt>
                <c:pt idx="1002">
                  <c:v>398</c:v>
                </c:pt>
                <c:pt idx="1003">
                  <c:v>397</c:v>
                </c:pt>
                <c:pt idx="1004">
                  <c:v>396</c:v>
                </c:pt>
                <c:pt idx="1005">
                  <c:v>395</c:v>
                </c:pt>
                <c:pt idx="1006">
                  <c:v>394</c:v>
                </c:pt>
                <c:pt idx="1007">
                  <c:v>393</c:v>
                </c:pt>
                <c:pt idx="1008">
                  <c:v>392</c:v>
                </c:pt>
                <c:pt idx="1009">
                  <c:v>391</c:v>
                </c:pt>
                <c:pt idx="1010">
                  <c:v>390</c:v>
                </c:pt>
                <c:pt idx="1011">
                  <c:v>389</c:v>
                </c:pt>
                <c:pt idx="1012">
                  <c:v>388</c:v>
                </c:pt>
                <c:pt idx="1013">
                  <c:v>387</c:v>
                </c:pt>
                <c:pt idx="1014">
                  <c:v>386</c:v>
                </c:pt>
                <c:pt idx="1015">
                  <c:v>385</c:v>
                </c:pt>
                <c:pt idx="1016">
                  <c:v>384</c:v>
                </c:pt>
                <c:pt idx="1017">
                  <c:v>383</c:v>
                </c:pt>
                <c:pt idx="1018">
                  <c:v>382</c:v>
                </c:pt>
                <c:pt idx="1019">
                  <c:v>381</c:v>
                </c:pt>
                <c:pt idx="1020">
                  <c:v>380</c:v>
                </c:pt>
                <c:pt idx="1021">
                  <c:v>379</c:v>
                </c:pt>
                <c:pt idx="1022">
                  <c:v>378</c:v>
                </c:pt>
                <c:pt idx="1023">
                  <c:v>377</c:v>
                </c:pt>
                <c:pt idx="1024">
                  <c:v>376</c:v>
                </c:pt>
                <c:pt idx="1025">
                  <c:v>375</c:v>
                </c:pt>
                <c:pt idx="1026">
                  <c:v>374</c:v>
                </c:pt>
                <c:pt idx="1027">
                  <c:v>373</c:v>
                </c:pt>
                <c:pt idx="1028">
                  <c:v>372</c:v>
                </c:pt>
                <c:pt idx="1029">
                  <c:v>371</c:v>
                </c:pt>
                <c:pt idx="1030">
                  <c:v>370</c:v>
                </c:pt>
                <c:pt idx="1031">
                  <c:v>369</c:v>
                </c:pt>
                <c:pt idx="1032">
                  <c:v>368</c:v>
                </c:pt>
                <c:pt idx="1033">
                  <c:v>367</c:v>
                </c:pt>
                <c:pt idx="1034">
                  <c:v>366</c:v>
                </c:pt>
                <c:pt idx="1035">
                  <c:v>365</c:v>
                </c:pt>
                <c:pt idx="1036">
                  <c:v>364</c:v>
                </c:pt>
                <c:pt idx="1037">
                  <c:v>363</c:v>
                </c:pt>
                <c:pt idx="1038">
                  <c:v>362</c:v>
                </c:pt>
                <c:pt idx="1039">
                  <c:v>361</c:v>
                </c:pt>
                <c:pt idx="1040">
                  <c:v>360</c:v>
                </c:pt>
                <c:pt idx="1041">
                  <c:v>359</c:v>
                </c:pt>
                <c:pt idx="1042">
                  <c:v>358</c:v>
                </c:pt>
                <c:pt idx="1043">
                  <c:v>357</c:v>
                </c:pt>
                <c:pt idx="1044">
                  <c:v>356</c:v>
                </c:pt>
                <c:pt idx="1045">
                  <c:v>355</c:v>
                </c:pt>
                <c:pt idx="1046">
                  <c:v>354</c:v>
                </c:pt>
                <c:pt idx="1047">
                  <c:v>353</c:v>
                </c:pt>
                <c:pt idx="1048">
                  <c:v>352</c:v>
                </c:pt>
                <c:pt idx="1049">
                  <c:v>351</c:v>
                </c:pt>
                <c:pt idx="1050">
                  <c:v>350</c:v>
                </c:pt>
                <c:pt idx="1051">
                  <c:v>349</c:v>
                </c:pt>
                <c:pt idx="1052">
                  <c:v>348</c:v>
                </c:pt>
                <c:pt idx="1053">
                  <c:v>347</c:v>
                </c:pt>
                <c:pt idx="1054">
                  <c:v>346</c:v>
                </c:pt>
                <c:pt idx="1055">
                  <c:v>345</c:v>
                </c:pt>
                <c:pt idx="1056">
                  <c:v>344</c:v>
                </c:pt>
                <c:pt idx="1057">
                  <c:v>343</c:v>
                </c:pt>
                <c:pt idx="1058">
                  <c:v>342</c:v>
                </c:pt>
                <c:pt idx="1059">
                  <c:v>341</c:v>
                </c:pt>
                <c:pt idx="1060">
                  <c:v>340</c:v>
                </c:pt>
                <c:pt idx="1061">
                  <c:v>339</c:v>
                </c:pt>
                <c:pt idx="1062">
                  <c:v>338</c:v>
                </c:pt>
                <c:pt idx="1063">
                  <c:v>337</c:v>
                </c:pt>
                <c:pt idx="1064">
                  <c:v>336</c:v>
                </c:pt>
                <c:pt idx="1065">
                  <c:v>335</c:v>
                </c:pt>
                <c:pt idx="1066">
                  <c:v>334</c:v>
                </c:pt>
                <c:pt idx="1067">
                  <c:v>333</c:v>
                </c:pt>
                <c:pt idx="1068">
                  <c:v>332</c:v>
                </c:pt>
                <c:pt idx="1069">
                  <c:v>331</c:v>
                </c:pt>
                <c:pt idx="1070">
                  <c:v>330</c:v>
                </c:pt>
                <c:pt idx="1071">
                  <c:v>329</c:v>
                </c:pt>
                <c:pt idx="1072">
                  <c:v>328</c:v>
                </c:pt>
                <c:pt idx="1073">
                  <c:v>327</c:v>
                </c:pt>
                <c:pt idx="1074">
                  <c:v>326</c:v>
                </c:pt>
                <c:pt idx="1075">
                  <c:v>325</c:v>
                </c:pt>
                <c:pt idx="1076">
                  <c:v>324</c:v>
                </c:pt>
                <c:pt idx="1077">
                  <c:v>323</c:v>
                </c:pt>
                <c:pt idx="1078">
                  <c:v>322</c:v>
                </c:pt>
                <c:pt idx="1079">
                  <c:v>321</c:v>
                </c:pt>
                <c:pt idx="1080">
                  <c:v>320</c:v>
                </c:pt>
                <c:pt idx="1081">
                  <c:v>319</c:v>
                </c:pt>
                <c:pt idx="1082">
                  <c:v>318</c:v>
                </c:pt>
                <c:pt idx="1083">
                  <c:v>317</c:v>
                </c:pt>
                <c:pt idx="1084">
                  <c:v>316</c:v>
                </c:pt>
                <c:pt idx="1085">
                  <c:v>315</c:v>
                </c:pt>
                <c:pt idx="1086">
                  <c:v>314</c:v>
                </c:pt>
                <c:pt idx="1087">
                  <c:v>313</c:v>
                </c:pt>
                <c:pt idx="1088">
                  <c:v>312</c:v>
                </c:pt>
                <c:pt idx="1089">
                  <c:v>311</c:v>
                </c:pt>
                <c:pt idx="1090">
                  <c:v>310</c:v>
                </c:pt>
                <c:pt idx="1091">
                  <c:v>309</c:v>
                </c:pt>
                <c:pt idx="1092">
                  <c:v>308</c:v>
                </c:pt>
                <c:pt idx="1093">
                  <c:v>307</c:v>
                </c:pt>
                <c:pt idx="1094">
                  <c:v>306</c:v>
                </c:pt>
                <c:pt idx="1095">
                  <c:v>305</c:v>
                </c:pt>
                <c:pt idx="1096">
                  <c:v>304</c:v>
                </c:pt>
                <c:pt idx="1097">
                  <c:v>303</c:v>
                </c:pt>
                <c:pt idx="1098">
                  <c:v>302</c:v>
                </c:pt>
                <c:pt idx="1099">
                  <c:v>301</c:v>
                </c:pt>
                <c:pt idx="1100">
                  <c:v>300</c:v>
                </c:pt>
                <c:pt idx="1101">
                  <c:v>299</c:v>
                </c:pt>
              </c:numCache>
            </c:numRef>
          </c:xVal>
          <c:yVal>
            <c:numRef>
              <c:f>'CG 20260703'!$I$2:$I$1103</c:f>
              <c:numCache>
                <c:formatCode>General</c:formatCode>
                <c:ptCount val="1102"/>
                <c:pt idx="0">
                  <c:v>-2.4156649109999999</c:v>
                </c:pt>
                <c:pt idx="1">
                  <c:v>-2.452802181</c:v>
                </c:pt>
                <c:pt idx="2">
                  <c:v>-2.47299552</c:v>
                </c:pt>
                <c:pt idx="3">
                  <c:v>-2.427185535</c:v>
                </c:pt>
                <c:pt idx="4">
                  <c:v>-2.3800950049999998</c:v>
                </c:pt>
                <c:pt idx="5">
                  <c:v>-2.3927400109999999</c:v>
                </c:pt>
                <c:pt idx="6">
                  <c:v>-2.4529793259999999</c:v>
                </c:pt>
                <c:pt idx="7">
                  <c:v>-2.4905993940000002</c:v>
                </c:pt>
                <c:pt idx="8">
                  <c:v>-2.4193608759999998</c:v>
                </c:pt>
                <c:pt idx="9">
                  <c:v>-2.460697412</c:v>
                </c:pt>
                <c:pt idx="10">
                  <c:v>-2.4925627709999998</c:v>
                </c:pt>
                <c:pt idx="11">
                  <c:v>-2.470499754</c:v>
                </c:pt>
                <c:pt idx="12">
                  <c:v>-2.4285559650000001</c:v>
                </c:pt>
                <c:pt idx="13">
                  <c:v>-2.4330410960000002</c:v>
                </c:pt>
                <c:pt idx="14">
                  <c:v>-2.4647071359999999</c:v>
                </c:pt>
                <c:pt idx="15">
                  <c:v>-2.4154856200000001</c:v>
                </c:pt>
                <c:pt idx="16">
                  <c:v>-2.401483297</c:v>
                </c:pt>
                <c:pt idx="17">
                  <c:v>-2.3618896010000001</c:v>
                </c:pt>
                <c:pt idx="18">
                  <c:v>-2.311506987</c:v>
                </c:pt>
                <c:pt idx="19">
                  <c:v>6.4880184830000007E-2</c:v>
                </c:pt>
                <c:pt idx="20">
                  <c:v>6.2407746909999999E-2</c:v>
                </c:pt>
                <c:pt idx="21">
                  <c:v>5.5126186459999997E-2</c:v>
                </c:pt>
                <c:pt idx="22">
                  <c:v>5.4415076969999997E-2</c:v>
                </c:pt>
                <c:pt idx="23">
                  <c:v>4.7981932759999998E-2</c:v>
                </c:pt>
                <c:pt idx="24">
                  <c:v>4.7383535650000003E-2</c:v>
                </c:pt>
                <c:pt idx="25">
                  <c:v>3.2472427929999999E-2</c:v>
                </c:pt>
                <c:pt idx="26">
                  <c:v>1.7947891729999998E-2</c:v>
                </c:pt>
                <c:pt idx="27">
                  <c:v>5.8987797240000004E-3</c:v>
                </c:pt>
                <c:pt idx="28">
                  <c:v>-3.2028870190000001E-3</c:v>
                </c:pt>
                <c:pt idx="29">
                  <c:v>-6.9132377390000001E-3</c:v>
                </c:pt>
                <c:pt idx="30">
                  <c:v>-9.7283404320000003E-3</c:v>
                </c:pt>
                <c:pt idx="31">
                  <c:v>-1.2156708170000001E-2</c:v>
                </c:pt>
                <c:pt idx="32">
                  <c:v>-1.285043173E-2</c:v>
                </c:pt>
                <c:pt idx="33">
                  <c:v>-1.320544165E-2</c:v>
                </c:pt>
                <c:pt idx="34">
                  <c:v>1.2113519010000001E-2</c:v>
                </c:pt>
                <c:pt idx="35">
                  <c:v>-1.302953064E-2</c:v>
                </c:pt>
                <c:pt idx="36">
                  <c:v>-1.419703569E-2</c:v>
                </c:pt>
                <c:pt idx="37">
                  <c:v>-1.2879029849999999E-2</c:v>
                </c:pt>
                <c:pt idx="38">
                  <c:v>-1.408342831E-2</c:v>
                </c:pt>
                <c:pt idx="39">
                  <c:v>-1.392080821E-2</c:v>
                </c:pt>
                <c:pt idx="40">
                  <c:v>-1.406764053E-2</c:v>
                </c:pt>
                <c:pt idx="41">
                  <c:v>-1.366041042E-2</c:v>
                </c:pt>
                <c:pt idx="42">
                  <c:v>-1.331897732E-2</c:v>
                </c:pt>
                <c:pt idx="43">
                  <c:v>-1.3394885699999999E-2</c:v>
                </c:pt>
                <c:pt idx="44">
                  <c:v>-1.2976271100000001E-2</c:v>
                </c:pt>
                <c:pt idx="45">
                  <c:v>-1.2886770069999999E-2</c:v>
                </c:pt>
                <c:pt idx="46">
                  <c:v>-1.2823792170000001E-2</c:v>
                </c:pt>
                <c:pt idx="47">
                  <c:v>-1.321287453E-2</c:v>
                </c:pt>
                <c:pt idx="48">
                  <c:v>-1.2631986289999999E-2</c:v>
                </c:pt>
                <c:pt idx="49">
                  <c:v>-1.230564713E-2</c:v>
                </c:pt>
                <c:pt idx="50">
                  <c:v>-1.2675834820000001E-2</c:v>
                </c:pt>
                <c:pt idx="51">
                  <c:v>-1.202413533E-2</c:v>
                </c:pt>
                <c:pt idx="52">
                  <c:v>-1.1855755000000001E-2</c:v>
                </c:pt>
                <c:pt idx="53">
                  <c:v>-1.2283653950000001E-2</c:v>
                </c:pt>
                <c:pt idx="54">
                  <c:v>-1.183721609E-2</c:v>
                </c:pt>
                <c:pt idx="55">
                  <c:v>-1.1269214560000001E-2</c:v>
                </c:pt>
                <c:pt idx="56">
                  <c:v>-1.1451688599999999E-2</c:v>
                </c:pt>
                <c:pt idx="57">
                  <c:v>-1.078840159E-2</c:v>
                </c:pt>
                <c:pt idx="58">
                  <c:v>-1.0773351420000001E-2</c:v>
                </c:pt>
                <c:pt idx="59">
                  <c:v>-1.0902469979999999E-2</c:v>
                </c:pt>
                <c:pt idx="60">
                  <c:v>-1.072860323E-2</c:v>
                </c:pt>
                <c:pt idx="61">
                  <c:v>-1.012308709E-2</c:v>
                </c:pt>
                <c:pt idx="62">
                  <c:v>-9.9589275200000008E-3</c:v>
                </c:pt>
                <c:pt idx="63">
                  <c:v>-9.7124949099999993E-3</c:v>
                </c:pt>
                <c:pt idx="64">
                  <c:v>-9.6137104559999992E-3</c:v>
                </c:pt>
                <c:pt idx="65">
                  <c:v>-9.3167154119999998E-3</c:v>
                </c:pt>
                <c:pt idx="66">
                  <c:v>-9.2780496929999994E-3</c:v>
                </c:pt>
                <c:pt idx="67">
                  <c:v>-8.9321387929999999E-3</c:v>
                </c:pt>
                <c:pt idx="68">
                  <c:v>-8.7286103519999998E-3</c:v>
                </c:pt>
                <c:pt idx="69">
                  <c:v>-8.5236662999999997E-3</c:v>
                </c:pt>
                <c:pt idx="70">
                  <c:v>-8.1903627139999994E-3</c:v>
                </c:pt>
                <c:pt idx="71">
                  <c:v>-8.1406226380000002E-3</c:v>
                </c:pt>
                <c:pt idx="72">
                  <c:v>-8.0259786920000003E-3</c:v>
                </c:pt>
                <c:pt idx="73">
                  <c:v>-7.7805314209999999E-3</c:v>
                </c:pt>
                <c:pt idx="74">
                  <c:v>-7.3405345900000004E-3</c:v>
                </c:pt>
                <c:pt idx="75">
                  <c:v>-7.0327604190000004E-3</c:v>
                </c:pt>
                <c:pt idx="76">
                  <c:v>-6.9270972160000001E-3</c:v>
                </c:pt>
                <c:pt idx="77">
                  <c:v>-6.6829649729999996E-3</c:v>
                </c:pt>
                <c:pt idx="78">
                  <c:v>-6.609800737E-3</c:v>
                </c:pt>
                <c:pt idx="79">
                  <c:v>-6.4598643219999996E-3</c:v>
                </c:pt>
                <c:pt idx="80">
                  <c:v>-6.2679313119999996E-3</c:v>
                </c:pt>
                <c:pt idx="81">
                  <c:v>-5.8352355850000001E-3</c:v>
                </c:pt>
                <c:pt idx="82">
                  <c:v>-5.7855313640000003E-3</c:v>
                </c:pt>
                <c:pt idx="83">
                  <c:v>-5.4120793940000004E-3</c:v>
                </c:pt>
                <c:pt idx="84">
                  <c:v>-5.2414224479999999E-3</c:v>
                </c:pt>
                <c:pt idx="85">
                  <c:v>-5.1631545649999996E-3</c:v>
                </c:pt>
                <c:pt idx="86">
                  <c:v>-4.8254178840000002E-3</c:v>
                </c:pt>
                <c:pt idx="87">
                  <c:v>-4.5262048950000001E-3</c:v>
                </c:pt>
                <c:pt idx="88">
                  <c:v>-4.419879057E-3</c:v>
                </c:pt>
                <c:pt idx="89">
                  <c:v>-4.2877933009999999E-3</c:v>
                </c:pt>
                <c:pt idx="90">
                  <c:v>-3.9417822849999997E-3</c:v>
                </c:pt>
                <c:pt idx="91">
                  <c:v>-3.9321370420000003E-3</c:v>
                </c:pt>
                <c:pt idx="92">
                  <c:v>-3.8233047819999999E-3</c:v>
                </c:pt>
                <c:pt idx="93">
                  <c:v>-3.542863065E-3</c:v>
                </c:pt>
                <c:pt idx="94">
                  <c:v>-3.512205323E-3</c:v>
                </c:pt>
                <c:pt idx="95">
                  <c:v>-3.3054524100000001E-3</c:v>
                </c:pt>
                <c:pt idx="96">
                  <c:v>-3.0856472439999998E-3</c:v>
                </c:pt>
                <c:pt idx="97">
                  <c:v>-3.0023108700000002E-3</c:v>
                </c:pt>
                <c:pt idx="98">
                  <c:v>-2.930426504E-3</c:v>
                </c:pt>
                <c:pt idx="99">
                  <c:v>-2.6520832910000001E-3</c:v>
                </c:pt>
                <c:pt idx="100">
                  <c:v>-2.4436849639999998E-3</c:v>
                </c:pt>
                <c:pt idx="101">
                  <c:v>-2.517502988E-3</c:v>
                </c:pt>
                <c:pt idx="102">
                  <c:v>-2.2143260580000002E-3</c:v>
                </c:pt>
                <c:pt idx="103">
                  <c:v>-2.1197972819999998E-3</c:v>
                </c:pt>
                <c:pt idx="104">
                  <c:v>-2.116551623E-3</c:v>
                </c:pt>
                <c:pt idx="105">
                  <c:v>-1.9373787799999999E-3</c:v>
                </c:pt>
                <c:pt idx="106">
                  <c:v>-1.8959373699999999E-3</c:v>
                </c:pt>
                <c:pt idx="107">
                  <c:v>-1.7496240330000001E-3</c:v>
                </c:pt>
                <c:pt idx="108">
                  <c:v>-1.7327623209999999E-3</c:v>
                </c:pt>
                <c:pt idx="109">
                  <c:v>-1.6215207289999999E-3</c:v>
                </c:pt>
                <c:pt idx="110">
                  <c:v>-1.540069818E-3</c:v>
                </c:pt>
                <c:pt idx="111">
                  <c:v>-1.3974553440000001E-3</c:v>
                </c:pt>
                <c:pt idx="112">
                  <c:v>-1.368916477E-3</c:v>
                </c:pt>
                <c:pt idx="113">
                  <c:v>-1.145650167E-3</c:v>
                </c:pt>
                <c:pt idx="114">
                  <c:v>-1.194546232E-3</c:v>
                </c:pt>
                <c:pt idx="115">
                  <c:v>-1.0416953589999999E-3</c:v>
                </c:pt>
                <c:pt idx="116">
                  <c:v>-9.9892879370000009E-4</c:v>
                </c:pt>
                <c:pt idx="117">
                  <c:v>-1.0338447760000001E-3</c:v>
                </c:pt>
                <c:pt idx="118">
                  <c:v>-9.443798335E-4</c:v>
                </c:pt>
                <c:pt idx="119">
                  <c:v>-8.7504723339999996E-4</c:v>
                </c:pt>
                <c:pt idx="120">
                  <c:v>-8.309724508E-4</c:v>
                </c:pt>
                <c:pt idx="121">
                  <c:v>-7.4348127239999996E-4</c:v>
                </c:pt>
                <c:pt idx="122">
                  <c:v>-6.8440317410000003E-4</c:v>
                </c:pt>
                <c:pt idx="123">
                  <c:v>-6.9872115270000002E-4</c:v>
                </c:pt>
                <c:pt idx="124">
                  <c:v>-7.043035002E-4</c:v>
                </c:pt>
                <c:pt idx="125">
                  <c:v>-6.5783347240000001E-4</c:v>
                </c:pt>
                <c:pt idx="126">
                  <c:v>-6.908127107E-4</c:v>
                </c:pt>
                <c:pt idx="127">
                  <c:v>-5.6942849189999998E-4</c:v>
                </c:pt>
                <c:pt idx="128">
                  <c:v>-6.0246611250000005E-4</c:v>
                </c:pt>
                <c:pt idx="129">
                  <c:v>-5.2956276340000003E-4</c:v>
                </c:pt>
                <c:pt idx="130">
                  <c:v>-6.115652504E-4</c:v>
                </c:pt>
                <c:pt idx="131">
                  <c:v>-5.017425283E-4</c:v>
                </c:pt>
                <c:pt idx="132">
                  <c:v>-5.0458667100000004E-4</c:v>
                </c:pt>
                <c:pt idx="133">
                  <c:v>-4.6218093480000002E-4</c:v>
                </c:pt>
                <c:pt idx="134">
                  <c:v>-4.2701204070000001E-4</c:v>
                </c:pt>
                <c:pt idx="135">
                  <c:v>-4.3016701239999999E-4</c:v>
                </c:pt>
                <c:pt idx="136">
                  <c:v>-4.6461159950000002E-4</c:v>
                </c:pt>
                <c:pt idx="137">
                  <c:v>-3.618903283E-4</c:v>
                </c:pt>
                <c:pt idx="138">
                  <c:v>-3.0964109460000002E-4</c:v>
                </c:pt>
                <c:pt idx="139">
                  <c:v>-3.6478714899999999E-4</c:v>
                </c:pt>
                <c:pt idx="140">
                  <c:v>-3.1398682039999998E-4</c:v>
                </c:pt>
                <c:pt idx="141">
                  <c:v>-3.1233130719999998E-4</c:v>
                </c:pt>
                <c:pt idx="142">
                  <c:v>-3.1284865690000001E-4</c:v>
                </c:pt>
                <c:pt idx="143">
                  <c:v>-2.7414941E-4</c:v>
                </c:pt>
                <c:pt idx="144">
                  <c:v>-2.7399417010000001E-4</c:v>
                </c:pt>
                <c:pt idx="145">
                  <c:v>-2.3508450250000001E-4</c:v>
                </c:pt>
                <c:pt idx="146">
                  <c:v>-2.1448993359999999E-4</c:v>
                </c:pt>
                <c:pt idx="147">
                  <c:v>-2.1361024120000001E-4</c:v>
                </c:pt>
                <c:pt idx="148">
                  <c:v>-2.2220007670000001E-4</c:v>
                </c:pt>
                <c:pt idx="149">
                  <c:v>-1.8287175040000001E-4</c:v>
                </c:pt>
                <c:pt idx="150">
                  <c:v>-1.5238983909999999E-4</c:v>
                </c:pt>
                <c:pt idx="151">
                  <c:v>-1.9414042979999999E-5</c:v>
                </c:pt>
                <c:pt idx="152">
                  <c:v>1.7290090910000001E-4</c:v>
                </c:pt>
                <c:pt idx="153">
                  <c:v>7.8694056359999993E-6</c:v>
                </c:pt>
                <c:pt idx="154">
                  <c:v>1.319867151E-4</c:v>
                </c:pt>
                <c:pt idx="155">
                  <c:v>1.8294877370000001E-4</c:v>
                </c:pt>
                <c:pt idx="156">
                  <c:v>2.5707195160000002E-4</c:v>
                </c:pt>
                <c:pt idx="157">
                  <c:v>3.0631312980000002E-4</c:v>
                </c:pt>
                <c:pt idx="158">
                  <c:v>3.569588589E-4</c:v>
                </c:pt>
                <c:pt idx="159">
                  <c:v>4.8609980149999998E-4</c:v>
                </c:pt>
                <c:pt idx="160">
                  <c:v>5.4086156890000004E-4</c:v>
                </c:pt>
                <c:pt idx="161">
                  <c:v>7.3542143219999996E-4</c:v>
                </c:pt>
                <c:pt idx="162">
                  <c:v>8.2377338549999995E-4</c:v>
                </c:pt>
                <c:pt idx="163">
                  <c:v>9.2353130459999996E-4</c:v>
                </c:pt>
                <c:pt idx="164">
                  <c:v>1.095502754E-3</c:v>
                </c:pt>
                <c:pt idx="165">
                  <c:v>1.235039672E-3</c:v>
                </c:pt>
                <c:pt idx="166">
                  <c:v>1.4394423919999999E-3</c:v>
                </c:pt>
                <c:pt idx="167">
                  <c:v>1.643577591E-3</c:v>
                </c:pt>
                <c:pt idx="168">
                  <c:v>1.89294084E-3</c:v>
                </c:pt>
                <c:pt idx="169">
                  <c:v>2.1456209939999999E-3</c:v>
                </c:pt>
                <c:pt idx="170">
                  <c:v>2.3598745470000001E-3</c:v>
                </c:pt>
                <c:pt idx="171">
                  <c:v>2.6717120779999998E-3</c:v>
                </c:pt>
                <c:pt idx="172">
                  <c:v>3.074982436E-3</c:v>
                </c:pt>
                <c:pt idx="173">
                  <c:v>3.459944855E-3</c:v>
                </c:pt>
                <c:pt idx="174">
                  <c:v>3.8533969779999998E-3</c:v>
                </c:pt>
                <c:pt idx="175">
                  <c:v>4.3159606870000001E-3</c:v>
                </c:pt>
                <c:pt idx="176">
                  <c:v>4.7614034269999996E-3</c:v>
                </c:pt>
                <c:pt idx="177">
                  <c:v>5.2541750479999996E-3</c:v>
                </c:pt>
                <c:pt idx="178">
                  <c:v>5.7603861210000001E-3</c:v>
                </c:pt>
                <c:pt idx="179">
                  <c:v>6.2490408309999997E-3</c:v>
                </c:pt>
                <c:pt idx="180">
                  <c:v>6.7154001440000001E-3</c:v>
                </c:pt>
                <c:pt idx="181">
                  <c:v>7.1496013550000001E-3</c:v>
                </c:pt>
                <c:pt idx="182">
                  <c:v>7.5625851749999999E-3</c:v>
                </c:pt>
                <c:pt idx="183">
                  <c:v>7.8999027609999994E-3</c:v>
                </c:pt>
                <c:pt idx="184">
                  <c:v>8.1505905840000004E-3</c:v>
                </c:pt>
                <c:pt idx="185">
                  <c:v>8.3876205610000001E-3</c:v>
                </c:pt>
                <c:pt idx="186">
                  <c:v>8.499162272E-3</c:v>
                </c:pt>
                <c:pt idx="187">
                  <c:v>8.5628647360000004E-3</c:v>
                </c:pt>
                <c:pt idx="188">
                  <c:v>8.5582705209999999E-3</c:v>
                </c:pt>
                <c:pt idx="189">
                  <c:v>8.5456511009999996E-3</c:v>
                </c:pt>
                <c:pt idx="190">
                  <c:v>8.387040347E-3</c:v>
                </c:pt>
                <c:pt idx="191">
                  <c:v>8.3309896290000001E-3</c:v>
                </c:pt>
                <c:pt idx="192">
                  <c:v>8.1071248280000004E-3</c:v>
                </c:pt>
                <c:pt idx="193">
                  <c:v>7.8019034119999999E-3</c:v>
                </c:pt>
                <c:pt idx="194">
                  <c:v>7.5613996009999997E-3</c:v>
                </c:pt>
                <c:pt idx="195">
                  <c:v>7.3264259850000001E-3</c:v>
                </c:pt>
                <c:pt idx="196">
                  <c:v>6.932735909E-3</c:v>
                </c:pt>
                <c:pt idx="197">
                  <c:v>6.8114195019999997E-3</c:v>
                </c:pt>
                <c:pt idx="198">
                  <c:v>6.5830796960000002E-3</c:v>
                </c:pt>
                <c:pt idx="199">
                  <c:v>6.2466771340000003E-3</c:v>
                </c:pt>
                <c:pt idx="200">
                  <c:v>3.4305129670000002E-3</c:v>
                </c:pt>
                <c:pt idx="201">
                  <c:v>6.6463961269999997E-3</c:v>
                </c:pt>
                <c:pt idx="202">
                  <c:v>6.5578240899999999E-3</c:v>
                </c:pt>
                <c:pt idx="203">
                  <c:v>6.4506153580000001E-3</c:v>
                </c:pt>
                <c:pt idx="204">
                  <c:v>6.4340634269999999E-3</c:v>
                </c:pt>
                <c:pt idx="205">
                  <c:v>6.218237802E-3</c:v>
                </c:pt>
                <c:pt idx="206">
                  <c:v>6.1912965029999999E-3</c:v>
                </c:pt>
                <c:pt idx="207">
                  <c:v>5.9675602240000002E-3</c:v>
                </c:pt>
                <c:pt idx="208">
                  <c:v>6.1049438080000001E-3</c:v>
                </c:pt>
                <c:pt idx="209">
                  <c:v>5.7956427339999998E-3</c:v>
                </c:pt>
                <c:pt idx="210">
                  <c:v>5.7694623250000004E-3</c:v>
                </c:pt>
                <c:pt idx="211">
                  <c:v>5.6371935639999999E-3</c:v>
                </c:pt>
                <c:pt idx="212">
                  <c:v>5.6564165279999997E-3</c:v>
                </c:pt>
                <c:pt idx="213">
                  <c:v>5.4419725200000003E-3</c:v>
                </c:pt>
                <c:pt idx="214">
                  <c:v>5.3431629200000001E-3</c:v>
                </c:pt>
                <c:pt idx="215">
                  <c:v>5.2642365919999996E-3</c:v>
                </c:pt>
                <c:pt idx="216">
                  <c:v>5.060828291E-3</c:v>
                </c:pt>
                <c:pt idx="217">
                  <c:v>4.9344827420000001E-3</c:v>
                </c:pt>
                <c:pt idx="218">
                  <c:v>4.942625761E-3</c:v>
                </c:pt>
                <c:pt idx="219">
                  <c:v>4.7954279000000004E-3</c:v>
                </c:pt>
                <c:pt idx="220">
                  <c:v>4.7742798920000001E-3</c:v>
                </c:pt>
                <c:pt idx="221">
                  <c:v>4.8219161109999999E-3</c:v>
                </c:pt>
                <c:pt idx="222">
                  <c:v>4.7736256380000001E-3</c:v>
                </c:pt>
                <c:pt idx="223">
                  <c:v>4.7918418419999999E-3</c:v>
                </c:pt>
                <c:pt idx="224">
                  <c:v>4.8161051239999997E-3</c:v>
                </c:pt>
                <c:pt idx="225">
                  <c:v>4.8575941469999996E-3</c:v>
                </c:pt>
                <c:pt idx="226">
                  <c:v>4.821994342E-3</c:v>
                </c:pt>
                <c:pt idx="227">
                  <c:v>4.9371011560000004E-3</c:v>
                </c:pt>
                <c:pt idx="228">
                  <c:v>4.9389861519999996E-3</c:v>
                </c:pt>
                <c:pt idx="229">
                  <c:v>5.0129308370000002E-3</c:v>
                </c:pt>
                <c:pt idx="230">
                  <c:v>5.1294239239999999E-3</c:v>
                </c:pt>
                <c:pt idx="231">
                  <c:v>5.1956200039999997E-3</c:v>
                </c:pt>
                <c:pt idx="232">
                  <c:v>5.1784347740000004E-3</c:v>
                </c:pt>
                <c:pt idx="233">
                  <c:v>5.3283041340000002E-3</c:v>
                </c:pt>
                <c:pt idx="234">
                  <c:v>5.4008211010000001E-3</c:v>
                </c:pt>
                <c:pt idx="235">
                  <c:v>5.4098111579999998E-3</c:v>
                </c:pt>
                <c:pt idx="236">
                  <c:v>5.5815759110000003E-3</c:v>
                </c:pt>
                <c:pt idx="237">
                  <c:v>5.7031787000000004E-3</c:v>
                </c:pt>
                <c:pt idx="238">
                  <c:v>5.6460574269999999E-3</c:v>
                </c:pt>
                <c:pt idx="239">
                  <c:v>5.7472703049999997E-3</c:v>
                </c:pt>
                <c:pt idx="240">
                  <c:v>5.8099403979999997E-3</c:v>
                </c:pt>
                <c:pt idx="241">
                  <c:v>5.8236611080000004E-3</c:v>
                </c:pt>
                <c:pt idx="242">
                  <c:v>5.8215102180000002E-3</c:v>
                </c:pt>
                <c:pt idx="243">
                  <c:v>5.7839425279999999E-3</c:v>
                </c:pt>
                <c:pt idx="244">
                  <c:v>5.9040277270000002E-3</c:v>
                </c:pt>
                <c:pt idx="245">
                  <c:v>6.1197765169999996E-3</c:v>
                </c:pt>
                <c:pt idx="246">
                  <c:v>6.072575692E-3</c:v>
                </c:pt>
                <c:pt idx="247">
                  <c:v>6.1326669530000003E-3</c:v>
                </c:pt>
                <c:pt idx="248">
                  <c:v>6.0617341660000002E-3</c:v>
                </c:pt>
                <c:pt idx="249">
                  <c:v>6.0443310070000004E-3</c:v>
                </c:pt>
                <c:pt idx="250">
                  <c:v>6.2149027360000001E-3</c:v>
                </c:pt>
                <c:pt idx="251">
                  <c:v>6.3223154280000003E-3</c:v>
                </c:pt>
                <c:pt idx="252">
                  <c:v>6.5367743370000004E-3</c:v>
                </c:pt>
                <c:pt idx="253">
                  <c:v>6.7290705630000001E-3</c:v>
                </c:pt>
                <c:pt idx="254">
                  <c:v>6.7033595409999999E-3</c:v>
                </c:pt>
                <c:pt idx="255">
                  <c:v>7.0238574410000001E-3</c:v>
                </c:pt>
                <c:pt idx="256">
                  <c:v>7.469269913E-3</c:v>
                </c:pt>
                <c:pt idx="257">
                  <c:v>7.3342975230000001E-3</c:v>
                </c:pt>
                <c:pt idx="258">
                  <c:v>7.6127406210000003E-3</c:v>
                </c:pt>
                <c:pt idx="259">
                  <c:v>7.7598951760000003E-3</c:v>
                </c:pt>
                <c:pt idx="260">
                  <c:v>7.7161784279999998E-3</c:v>
                </c:pt>
                <c:pt idx="261">
                  <c:v>7.9581383619999994E-3</c:v>
                </c:pt>
                <c:pt idx="262">
                  <c:v>8.1462655220000003E-3</c:v>
                </c:pt>
                <c:pt idx="263">
                  <c:v>8.4958625959999992E-3</c:v>
                </c:pt>
                <c:pt idx="264">
                  <c:v>8.5893990470000004E-3</c:v>
                </c:pt>
                <c:pt idx="265">
                  <c:v>8.681476116E-3</c:v>
                </c:pt>
                <c:pt idx="266">
                  <c:v>7.9783871769999997E-3</c:v>
                </c:pt>
                <c:pt idx="267">
                  <c:v>7.8224344180000006E-3</c:v>
                </c:pt>
                <c:pt idx="268">
                  <c:v>8.5539408029999993E-3</c:v>
                </c:pt>
                <c:pt idx="269">
                  <c:v>8.7417447940000004E-3</c:v>
                </c:pt>
                <c:pt idx="270">
                  <c:v>8.8426247239999992E-3</c:v>
                </c:pt>
                <c:pt idx="271">
                  <c:v>8.4684099999999991E-3</c:v>
                </c:pt>
                <c:pt idx="272">
                  <c:v>8.7038977070000006E-3</c:v>
                </c:pt>
                <c:pt idx="273">
                  <c:v>8.4952823819999992E-3</c:v>
                </c:pt>
                <c:pt idx="274">
                  <c:v>8.8280159980000002E-3</c:v>
                </c:pt>
                <c:pt idx="275">
                  <c:v>8.7161520500000002E-3</c:v>
                </c:pt>
                <c:pt idx="276">
                  <c:v>8.6350515480000008E-3</c:v>
                </c:pt>
                <c:pt idx="277">
                  <c:v>8.6754020299999995E-3</c:v>
                </c:pt>
                <c:pt idx="278">
                  <c:v>8.6432117970000003E-3</c:v>
                </c:pt>
                <c:pt idx="279">
                  <c:v>8.5083749150000002E-3</c:v>
                </c:pt>
                <c:pt idx="280">
                  <c:v>8.6588710549999996E-3</c:v>
                </c:pt>
                <c:pt idx="281">
                  <c:v>8.6706485600000008E-3</c:v>
                </c:pt>
                <c:pt idx="282">
                  <c:v>8.5652666169999999E-3</c:v>
                </c:pt>
                <c:pt idx="283">
                  <c:v>8.6746364830000006E-3</c:v>
                </c:pt>
                <c:pt idx="284">
                  <c:v>8.5629699749999993E-3</c:v>
                </c:pt>
                <c:pt idx="285">
                  <c:v>8.5277780889999998E-3</c:v>
                </c:pt>
                <c:pt idx="286">
                  <c:v>8.5032274949999997E-3</c:v>
                </c:pt>
                <c:pt idx="287">
                  <c:v>8.5399486119999996E-3</c:v>
                </c:pt>
                <c:pt idx="288">
                  <c:v>8.4973145280000002E-3</c:v>
                </c:pt>
                <c:pt idx="289">
                  <c:v>8.555999957E-3</c:v>
                </c:pt>
                <c:pt idx="290">
                  <c:v>8.4611251950000004E-3</c:v>
                </c:pt>
                <c:pt idx="291">
                  <c:v>8.5083488369999995E-3</c:v>
                </c:pt>
                <c:pt idx="292">
                  <c:v>8.5047585889999992E-3</c:v>
                </c:pt>
                <c:pt idx="293">
                  <c:v>8.5838800299999993E-3</c:v>
                </c:pt>
                <c:pt idx="294">
                  <c:v>8.5611743850000002E-3</c:v>
                </c:pt>
                <c:pt idx="295">
                  <c:v>8.6484923960000008E-3</c:v>
                </c:pt>
                <c:pt idx="296">
                  <c:v>8.5267219689999993E-3</c:v>
                </c:pt>
                <c:pt idx="297">
                  <c:v>8.6578670889999997E-3</c:v>
                </c:pt>
                <c:pt idx="298">
                  <c:v>8.645350114E-3</c:v>
                </c:pt>
                <c:pt idx="299">
                  <c:v>8.7528638540000005E-3</c:v>
                </c:pt>
                <c:pt idx="300">
                  <c:v>8.6818458510000002E-3</c:v>
                </c:pt>
                <c:pt idx="301">
                  <c:v>8.7222792210000007E-3</c:v>
                </c:pt>
                <c:pt idx="302">
                  <c:v>8.7123224509999993E-3</c:v>
                </c:pt>
                <c:pt idx="303">
                  <c:v>8.7732290850000005E-3</c:v>
                </c:pt>
                <c:pt idx="304">
                  <c:v>8.7337940929999996E-3</c:v>
                </c:pt>
                <c:pt idx="305">
                  <c:v>8.8049005720000004E-3</c:v>
                </c:pt>
                <c:pt idx="306">
                  <c:v>8.735246956E-3</c:v>
                </c:pt>
                <c:pt idx="307">
                  <c:v>8.8603785260000009E-3</c:v>
                </c:pt>
                <c:pt idx="308">
                  <c:v>8.8094705719999992E-3</c:v>
                </c:pt>
                <c:pt idx="309">
                  <c:v>8.8526373730000007E-3</c:v>
                </c:pt>
                <c:pt idx="310">
                  <c:v>8.8976575060000004E-3</c:v>
                </c:pt>
                <c:pt idx="311">
                  <c:v>8.9518520980000002E-3</c:v>
                </c:pt>
                <c:pt idx="312">
                  <c:v>8.9218346399999992E-3</c:v>
                </c:pt>
                <c:pt idx="313">
                  <c:v>9.0076392520000003E-3</c:v>
                </c:pt>
                <c:pt idx="314">
                  <c:v>9.0221222489999999E-3</c:v>
                </c:pt>
                <c:pt idx="315">
                  <c:v>9.0511953459999992E-3</c:v>
                </c:pt>
                <c:pt idx="316">
                  <c:v>9.0588340540000006E-3</c:v>
                </c:pt>
                <c:pt idx="317">
                  <c:v>9.1740386559999998E-3</c:v>
                </c:pt>
                <c:pt idx="318">
                  <c:v>9.1183353219999996E-3</c:v>
                </c:pt>
                <c:pt idx="319">
                  <c:v>9.2144915830000007E-3</c:v>
                </c:pt>
                <c:pt idx="320">
                  <c:v>9.1341445220000008E-3</c:v>
                </c:pt>
                <c:pt idx="321">
                  <c:v>9.1450894250000008E-3</c:v>
                </c:pt>
                <c:pt idx="322">
                  <c:v>9.3343388289999999E-3</c:v>
                </c:pt>
                <c:pt idx="323">
                  <c:v>9.2443702739999998E-3</c:v>
                </c:pt>
                <c:pt idx="324">
                  <c:v>9.3464786190000006E-3</c:v>
                </c:pt>
                <c:pt idx="325">
                  <c:v>9.2969685789999999E-3</c:v>
                </c:pt>
                <c:pt idx="326">
                  <c:v>9.3943281100000008E-3</c:v>
                </c:pt>
                <c:pt idx="327">
                  <c:v>9.2932134869999992E-3</c:v>
                </c:pt>
                <c:pt idx="328">
                  <c:v>9.2453751710000007E-3</c:v>
                </c:pt>
                <c:pt idx="329">
                  <c:v>9.3387821690000001E-3</c:v>
                </c:pt>
                <c:pt idx="330">
                  <c:v>9.2932395639999995E-3</c:v>
                </c:pt>
                <c:pt idx="331">
                  <c:v>9.4545893370000002E-3</c:v>
                </c:pt>
                <c:pt idx="332">
                  <c:v>9.2859147119999999E-3</c:v>
                </c:pt>
                <c:pt idx="333">
                  <c:v>9.3931900339999999E-3</c:v>
                </c:pt>
                <c:pt idx="334">
                  <c:v>9.4459382820000007E-3</c:v>
                </c:pt>
                <c:pt idx="335">
                  <c:v>9.3921590600000004E-3</c:v>
                </c:pt>
                <c:pt idx="336">
                  <c:v>9.5236711200000004E-3</c:v>
                </c:pt>
                <c:pt idx="337">
                  <c:v>9.5599489290000006E-3</c:v>
                </c:pt>
                <c:pt idx="338">
                  <c:v>9.554312564E-3</c:v>
                </c:pt>
                <c:pt idx="339">
                  <c:v>9.5376158129999999E-3</c:v>
                </c:pt>
                <c:pt idx="340">
                  <c:v>9.5031913370000002E-3</c:v>
                </c:pt>
                <c:pt idx="341">
                  <c:v>9.5885023470000004E-3</c:v>
                </c:pt>
                <c:pt idx="342">
                  <c:v>9.6639040859999997E-3</c:v>
                </c:pt>
                <c:pt idx="343">
                  <c:v>9.600120597E-3</c:v>
                </c:pt>
                <c:pt idx="344">
                  <c:v>9.6572870389999999E-3</c:v>
                </c:pt>
                <c:pt idx="345">
                  <c:v>9.6993204209999996E-3</c:v>
                </c:pt>
                <c:pt idx="346">
                  <c:v>9.5467977229999994E-3</c:v>
                </c:pt>
                <c:pt idx="347">
                  <c:v>9.5868092030000004E-3</c:v>
                </c:pt>
                <c:pt idx="348">
                  <c:v>9.6060745419999996E-3</c:v>
                </c:pt>
                <c:pt idx="349">
                  <c:v>9.5534129070000001E-3</c:v>
                </c:pt>
                <c:pt idx="350">
                  <c:v>9.637886658E-3</c:v>
                </c:pt>
                <c:pt idx="351">
                  <c:v>9.6376221630000009E-3</c:v>
                </c:pt>
                <c:pt idx="352">
                  <c:v>9.5763560380000001E-3</c:v>
                </c:pt>
                <c:pt idx="353">
                  <c:v>9.7090089689999999E-3</c:v>
                </c:pt>
                <c:pt idx="354">
                  <c:v>9.6483416859999994E-3</c:v>
                </c:pt>
                <c:pt idx="355">
                  <c:v>9.6074771140000001E-3</c:v>
                </c:pt>
                <c:pt idx="356">
                  <c:v>9.7008030859999997E-3</c:v>
                </c:pt>
                <c:pt idx="357">
                  <c:v>9.5928693190000004E-3</c:v>
                </c:pt>
                <c:pt idx="358">
                  <c:v>9.5071867109999993E-3</c:v>
                </c:pt>
                <c:pt idx="359">
                  <c:v>9.6314819530000009E-3</c:v>
                </c:pt>
                <c:pt idx="360">
                  <c:v>9.5485178750000007E-3</c:v>
                </c:pt>
                <c:pt idx="361">
                  <c:v>9.4911260529999993E-3</c:v>
                </c:pt>
                <c:pt idx="362">
                  <c:v>9.5150712880000005E-3</c:v>
                </c:pt>
                <c:pt idx="363">
                  <c:v>9.5373773949999994E-3</c:v>
                </c:pt>
                <c:pt idx="364">
                  <c:v>9.3540959060000005E-3</c:v>
                </c:pt>
                <c:pt idx="365">
                  <c:v>9.3461880460000007E-3</c:v>
                </c:pt>
                <c:pt idx="366">
                  <c:v>9.3908095729999998E-3</c:v>
                </c:pt>
                <c:pt idx="367">
                  <c:v>9.2887179930000001E-3</c:v>
                </c:pt>
                <c:pt idx="368">
                  <c:v>9.2035979030000003E-3</c:v>
                </c:pt>
                <c:pt idx="369">
                  <c:v>9.1657368470000004E-3</c:v>
                </c:pt>
                <c:pt idx="370">
                  <c:v>9.1634895650000003E-3</c:v>
                </c:pt>
                <c:pt idx="371">
                  <c:v>9.0508516879999994E-3</c:v>
                </c:pt>
                <c:pt idx="372">
                  <c:v>9.0065551920000004E-3</c:v>
                </c:pt>
                <c:pt idx="373">
                  <c:v>8.9364470909999993E-3</c:v>
                </c:pt>
                <c:pt idx="374">
                  <c:v>8.8879615070000008E-3</c:v>
                </c:pt>
                <c:pt idx="375">
                  <c:v>8.8256644089999992E-3</c:v>
                </c:pt>
                <c:pt idx="376">
                  <c:v>8.9361825960000002E-3</c:v>
                </c:pt>
                <c:pt idx="377">
                  <c:v>8.8017312809999994E-3</c:v>
                </c:pt>
                <c:pt idx="378">
                  <c:v>8.9557105679999999E-3</c:v>
                </c:pt>
                <c:pt idx="379">
                  <c:v>8.8982125739999994E-3</c:v>
                </c:pt>
                <c:pt idx="380">
                  <c:v>8.9233405889999999E-3</c:v>
                </c:pt>
                <c:pt idx="381">
                  <c:v>8.7894210589999997E-3</c:v>
                </c:pt>
                <c:pt idx="382">
                  <c:v>8.8897049429999993E-3</c:v>
                </c:pt>
                <c:pt idx="383">
                  <c:v>8.7994327770000002E-3</c:v>
                </c:pt>
                <c:pt idx="384">
                  <c:v>8.8545130569999998E-3</c:v>
                </c:pt>
                <c:pt idx="385">
                  <c:v>8.8767055420000008E-3</c:v>
                </c:pt>
                <c:pt idx="386">
                  <c:v>8.6849620569999994E-3</c:v>
                </c:pt>
                <c:pt idx="387">
                  <c:v>8.7687652560000003E-3</c:v>
                </c:pt>
                <c:pt idx="388">
                  <c:v>8.7424572559999993E-3</c:v>
                </c:pt>
                <c:pt idx="389">
                  <c:v>8.8285440579999996E-3</c:v>
                </c:pt>
                <c:pt idx="390">
                  <c:v>8.7444121020000005E-3</c:v>
                </c:pt>
                <c:pt idx="391">
                  <c:v>8.6460895840000003E-3</c:v>
                </c:pt>
                <c:pt idx="392">
                  <c:v>8.6831655350000005E-3</c:v>
                </c:pt>
                <c:pt idx="393">
                  <c:v>8.6141917849999992E-3</c:v>
                </c:pt>
                <c:pt idx="394">
                  <c:v>8.7259234860000007E-3</c:v>
                </c:pt>
                <c:pt idx="395">
                  <c:v>8.6689582090000005E-3</c:v>
                </c:pt>
                <c:pt idx="396">
                  <c:v>8.5403444250000005E-3</c:v>
                </c:pt>
                <c:pt idx="397">
                  <c:v>8.5943890739999997E-3</c:v>
                </c:pt>
                <c:pt idx="398">
                  <c:v>8.6823469029999999E-3</c:v>
                </c:pt>
                <c:pt idx="399">
                  <c:v>8.6033130060000004E-3</c:v>
                </c:pt>
                <c:pt idx="400">
                  <c:v>8.6122117939999993E-3</c:v>
                </c:pt>
                <c:pt idx="401">
                  <c:v>8.6282659319999993E-3</c:v>
                </c:pt>
                <c:pt idx="402">
                  <c:v>8.6218491200000004E-3</c:v>
                </c:pt>
                <c:pt idx="403">
                  <c:v>8.6190765719999993E-3</c:v>
                </c:pt>
                <c:pt idx="404">
                  <c:v>8.7031582370000003E-3</c:v>
                </c:pt>
                <c:pt idx="405">
                  <c:v>8.6709912869999996E-3</c:v>
                </c:pt>
                <c:pt idx="406">
                  <c:v>8.574138395E-3</c:v>
                </c:pt>
                <c:pt idx="407">
                  <c:v>8.7130619209999996E-3</c:v>
                </c:pt>
                <c:pt idx="408">
                  <c:v>8.5817156359999994E-3</c:v>
                </c:pt>
                <c:pt idx="409">
                  <c:v>8.6896624419999999E-3</c:v>
                </c:pt>
                <c:pt idx="410">
                  <c:v>8.7466835980000001E-3</c:v>
                </c:pt>
                <c:pt idx="411">
                  <c:v>8.6658690119999996E-3</c:v>
                </c:pt>
                <c:pt idx="412">
                  <c:v>8.6827166380000001E-3</c:v>
                </c:pt>
                <c:pt idx="413">
                  <c:v>8.7576713410000007E-3</c:v>
                </c:pt>
                <c:pt idx="414">
                  <c:v>8.6936242879999993E-3</c:v>
                </c:pt>
                <c:pt idx="415">
                  <c:v>8.7033687160000001E-3</c:v>
                </c:pt>
                <c:pt idx="416">
                  <c:v>8.7973987680000001E-3</c:v>
                </c:pt>
                <c:pt idx="417">
                  <c:v>8.7967123840000001E-3</c:v>
                </c:pt>
                <c:pt idx="418">
                  <c:v>8.7633235380000004E-3</c:v>
                </c:pt>
                <c:pt idx="419">
                  <c:v>8.8312653820000007E-3</c:v>
                </c:pt>
                <c:pt idx="420">
                  <c:v>8.8357562199999993E-3</c:v>
                </c:pt>
                <c:pt idx="421">
                  <c:v>8.8271442799999992E-3</c:v>
                </c:pt>
                <c:pt idx="422">
                  <c:v>8.9671267199999995E-3</c:v>
                </c:pt>
                <c:pt idx="423">
                  <c:v>8.9841978620000002E-3</c:v>
                </c:pt>
                <c:pt idx="424">
                  <c:v>9.0384297070000008E-3</c:v>
                </c:pt>
                <c:pt idx="425">
                  <c:v>9.0677943079999993E-3</c:v>
                </c:pt>
                <c:pt idx="426">
                  <c:v>9.1345142569999992E-3</c:v>
                </c:pt>
                <c:pt idx="427">
                  <c:v>9.1269798579999995E-3</c:v>
                </c:pt>
                <c:pt idx="428">
                  <c:v>9.2391874639999993E-3</c:v>
                </c:pt>
                <c:pt idx="429">
                  <c:v>9.3025751410000003E-3</c:v>
                </c:pt>
                <c:pt idx="430">
                  <c:v>9.356106631E-3</c:v>
                </c:pt>
                <c:pt idx="431">
                  <c:v>9.3748858199999997E-3</c:v>
                </c:pt>
                <c:pt idx="432">
                  <c:v>9.4849085439999998E-3</c:v>
                </c:pt>
                <c:pt idx="433">
                  <c:v>9.470833465E-3</c:v>
                </c:pt>
                <c:pt idx="434">
                  <c:v>9.5476172859999993E-3</c:v>
                </c:pt>
                <c:pt idx="435">
                  <c:v>9.5150712880000005E-3</c:v>
                </c:pt>
                <c:pt idx="436">
                  <c:v>9.6262684090000009E-3</c:v>
                </c:pt>
                <c:pt idx="437">
                  <c:v>9.6437893810000005E-3</c:v>
                </c:pt>
                <c:pt idx="438">
                  <c:v>9.6911415460000008E-3</c:v>
                </c:pt>
                <c:pt idx="439">
                  <c:v>9.7490884359999995E-3</c:v>
                </c:pt>
                <c:pt idx="440">
                  <c:v>9.7912363709999999E-3</c:v>
                </c:pt>
                <c:pt idx="441">
                  <c:v>9.9110314619999997E-3</c:v>
                </c:pt>
                <c:pt idx="442">
                  <c:v>9.8977098239999995E-3</c:v>
                </c:pt>
                <c:pt idx="443">
                  <c:v>1.001385227E-2</c:v>
                </c:pt>
                <c:pt idx="444">
                  <c:v>1.008193661E-2</c:v>
                </c:pt>
                <c:pt idx="445">
                  <c:v>1.014600322E-2</c:v>
                </c:pt>
                <c:pt idx="446">
                  <c:v>1.0337333190000001E-2</c:v>
                </c:pt>
                <c:pt idx="447">
                  <c:v>1.042156201E-2</c:v>
                </c:pt>
                <c:pt idx="448">
                  <c:v>1.06319543E-2</c:v>
                </c:pt>
                <c:pt idx="449">
                  <c:v>1.073701587E-2</c:v>
                </c:pt>
                <c:pt idx="450">
                  <c:v>1.09226862E-2</c:v>
                </c:pt>
                <c:pt idx="451">
                  <c:v>1.100280788E-2</c:v>
                </c:pt>
                <c:pt idx="452">
                  <c:v>1.1196852659999999E-2</c:v>
                </c:pt>
                <c:pt idx="453">
                  <c:v>1.130175963E-2</c:v>
                </c:pt>
                <c:pt idx="454">
                  <c:v>1.157786697E-2</c:v>
                </c:pt>
                <c:pt idx="455">
                  <c:v>1.1600491589999999E-2</c:v>
                </c:pt>
                <c:pt idx="456">
                  <c:v>1.1795815080000001E-2</c:v>
                </c:pt>
                <c:pt idx="457">
                  <c:v>1.182020642E-2</c:v>
                </c:pt>
                <c:pt idx="458">
                  <c:v>1.1903126720000001E-2</c:v>
                </c:pt>
                <c:pt idx="459">
                  <c:v>1.197613776E-2</c:v>
                </c:pt>
                <c:pt idx="460">
                  <c:v>1.2124512340000001E-2</c:v>
                </c:pt>
                <c:pt idx="461">
                  <c:v>1.236049924E-2</c:v>
                </c:pt>
                <c:pt idx="462">
                  <c:v>1.241358276E-2</c:v>
                </c:pt>
                <c:pt idx="463">
                  <c:v>1.248955727E-2</c:v>
                </c:pt>
                <c:pt idx="464">
                  <c:v>1.269551553E-2</c:v>
                </c:pt>
                <c:pt idx="465">
                  <c:v>1.264194492E-2</c:v>
                </c:pt>
                <c:pt idx="466">
                  <c:v>1.28295254E-2</c:v>
                </c:pt>
                <c:pt idx="467">
                  <c:v>1.2928559439999999E-2</c:v>
                </c:pt>
                <c:pt idx="468">
                  <c:v>1.3026815840000001E-2</c:v>
                </c:pt>
                <c:pt idx="469">
                  <c:v>1.306040026E-2</c:v>
                </c:pt>
                <c:pt idx="470">
                  <c:v>1.3164609670000001E-2</c:v>
                </c:pt>
                <c:pt idx="471">
                  <c:v>1.3224089519999999E-2</c:v>
                </c:pt>
                <c:pt idx="472">
                  <c:v>1.3252085070000001E-2</c:v>
                </c:pt>
                <c:pt idx="473">
                  <c:v>1.334568951E-2</c:v>
                </c:pt>
                <c:pt idx="474">
                  <c:v>1.342233457E-2</c:v>
                </c:pt>
                <c:pt idx="475">
                  <c:v>1.33448625E-2</c:v>
                </c:pt>
                <c:pt idx="476">
                  <c:v>1.350900624E-2</c:v>
                </c:pt>
                <c:pt idx="477">
                  <c:v>1.349277049E-2</c:v>
                </c:pt>
                <c:pt idx="478">
                  <c:v>1.347138174E-2</c:v>
                </c:pt>
                <c:pt idx="479">
                  <c:v>1.3514747840000001E-2</c:v>
                </c:pt>
                <c:pt idx="480">
                  <c:v>1.3695439320000001E-2</c:v>
                </c:pt>
                <c:pt idx="481">
                  <c:v>1.359283738E-2</c:v>
                </c:pt>
                <c:pt idx="482">
                  <c:v>1.353501622E-2</c:v>
                </c:pt>
                <c:pt idx="483">
                  <c:v>1.3666533870000001E-2</c:v>
                </c:pt>
                <c:pt idx="484">
                  <c:v>1.3633090069999999E-2</c:v>
                </c:pt>
                <c:pt idx="485">
                  <c:v>1.3642759989999999E-2</c:v>
                </c:pt>
                <c:pt idx="486">
                  <c:v>1.3724773189999999E-2</c:v>
                </c:pt>
                <c:pt idx="487">
                  <c:v>1.3662313109999999E-2</c:v>
                </c:pt>
                <c:pt idx="488">
                  <c:v>1.3787135480000001E-2</c:v>
                </c:pt>
                <c:pt idx="489">
                  <c:v>1.3570562939999999E-2</c:v>
                </c:pt>
                <c:pt idx="490">
                  <c:v>1.372047234E-2</c:v>
                </c:pt>
                <c:pt idx="491">
                  <c:v>1.372947544E-2</c:v>
                </c:pt>
                <c:pt idx="492">
                  <c:v>1.3864819889999999E-2</c:v>
                </c:pt>
                <c:pt idx="493">
                  <c:v>1.380458474E-2</c:v>
                </c:pt>
                <c:pt idx="494">
                  <c:v>1.3798064549999999E-2</c:v>
                </c:pt>
                <c:pt idx="495">
                  <c:v>1.382935699E-2</c:v>
                </c:pt>
                <c:pt idx="496">
                  <c:v>1.391453296E-2</c:v>
                </c:pt>
                <c:pt idx="497">
                  <c:v>1.3929073700000001E-2</c:v>
                </c:pt>
                <c:pt idx="498">
                  <c:v>1.3960027139999999E-2</c:v>
                </c:pt>
                <c:pt idx="499">
                  <c:v>1.408809051E-2</c:v>
                </c:pt>
                <c:pt idx="500">
                  <c:v>1.4048170299999999E-2</c:v>
                </c:pt>
                <c:pt idx="501">
                  <c:v>1.411293261E-2</c:v>
                </c:pt>
                <c:pt idx="502">
                  <c:v>1.410929579E-2</c:v>
                </c:pt>
                <c:pt idx="503">
                  <c:v>1.4076245019999999E-2</c:v>
                </c:pt>
                <c:pt idx="504">
                  <c:v>1.4218625610000001E-2</c:v>
                </c:pt>
                <c:pt idx="505">
                  <c:v>1.4213784599999999E-2</c:v>
                </c:pt>
                <c:pt idx="506">
                  <c:v>1.423467416E-2</c:v>
                </c:pt>
                <c:pt idx="507">
                  <c:v>1.436057128E-2</c:v>
                </c:pt>
                <c:pt idx="508">
                  <c:v>1.4329240660000001E-2</c:v>
                </c:pt>
                <c:pt idx="509">
                  <c:v>1.4432952739999999E-2</c:v>
                </c:pt>
                <c:pt idx="510">
                  <c:v>1.436057128E-2</c:v>
                </c:pt>
                <c:pt idx="511">
                  <c:v>1.4442506250000001E-2</c:v>
                </c:pt>
                <c:pt idx="512">
                  <c:v>1.4507728629999999E-2</c:v>
                </c:pt>
                <c:pt idx="513">
                  <c:v>1.452509966E-2</c:v>
                </c:pt>
                <c:pt idx="514">
                  <c:v>1.4511662539999999E-2</c:v>
                </c:pt>
                <c:pt idx="515">
                  <c:v>1.466599386E-2</c:v>
                </c:pt>
                <c:pt idx="516">
                  <c:v>1.4639620670000001E-2</c:v>
                </c:pt>
                <c:pt idx="517">
                  <c:v>1.471183542E-2</c:v>
                </c:pt>
                <c:pt idx="518">
                  <c:v>1.487513073E-2</c:v>
                </c:pt>
                <c:pt idx="519">
                  <c:v>1.468768157E-2</c:v>
                </c:pt>
                <c:pt idx="520">
                  <c:v>1.4876630159999999E-2</c:v>
                </c:pt>
                <c:pt idx="521">
                  <c:v>1.4964879489999999E-2</c:v>
                </c:pt>
                <c:pt idx="522">
                  <c:v>1.493787207E-2</c:v>
                </c:pt>
                <c:pt idx="523">
                  <c:v>1.495702937E-2</c:v>
                </c:pt>
                <c:pt idx="524">
                  <c:v>1.516327728E-2</c:v>
                </c:pt>
                <c:pt idx="525">
                  <c:v>1.5041193919999999E-2</c:v>
                </c:pt>
                <c:pt idx="526">
                  <c:v>1.5138160439999999E-2</c:v>
                </c:pt>
                <c:pt idx="527">
                  <c:v>1.508651208E-2</c:v>
                </c:pt>
                <c:pt idx="528">
                  <c:v>1.531907264E-2</c:v>
                </c:pt>
                <c:pt idx="529">
                  <c:v>1.5220591800000001E-2</c:v>
                </c:pt>
                <c:pt idx="530">
                  <c:v>1.530309115E-2</c:v>
                </c:pt>
                <c:pt idx="531">
                  <c:v>1.531043835E-2</c:v>
                </c:pt>
                <c:pt idx="532">
                  <c:v>1.5310465360000001E-2</c:v>
                </c:pt>
                <c:pt idx="533">
                  <c:v>1.52477501E-2</c:v>
                </c:pt>
                <c:pt idx="534">
                  <c:v>1.543211471E-2</c:v>
                </c:pt>
                <c:pt idx="535">
                  <c:v>1.5360397289999999E-2</c:v>
                </c:pt>
                <c:pt idx="536">
                  <c:v>1.5445284550000001E-2</c:v>
                </c:pt>
                <c:pt idx="537">
                  <c:v>1.550389733E-2</c:v>
                </c:pt>
                <c:pt idx="538">
                  <c:v>1.559852529E-2</c:v>
                </c:pt>
                <c:pt idx="539">
                  <c:v>1.550277043E-2</c:v>
                </c:pt>
                <c:pt idx="540">
                  <c:v>1.5852382410000001E-2</c:v>
                </c:pt>
                <c:pt idx="541">
                  <c:v>1.5685793010000001E-2</c:v>
                </c:pt>
                <c:pt idx="542">
                  <c:v>1.5734668819999999E-2</c:v>
                </c:pt>
                <c:pt idx="543">
                  <c:v>1.585920155E-2</c:v>
                </c:pt>
                <c:pt idx="544">
                  <c:v>1.596757583E-2</c:v>
                </c:pt>
                <c:pt idx="545">
                  <c:v>1.5963520849999999E-2</c:v>
                </c:pt>
                <c:pt idx="546">
                  <c:v>1.6092741859999999E-2</c:v>
                </c:pt>
                <c:pt idx="547">
                  <c:v>1.6080331060000001E-2</c:v>
                </c:pt>
                <c:pt idx="548">
                  <c:v>1.612769067E-2</c:v>
                </c:pt>
                <c:pt idx="549">
                  <c:v>1.6274562110000002E-2</c:v>
                </c:pt>
                <c:pt idx="550">
                  <c:v>1.6371617089999999E-2</c:v>
                </c:pt>
                <c:pt idx="551">
                  <c:v>1.635683328E-2</c:v>
                </c:pt>
                <c:pt idx="552">
                  <c:v>1.6376562420000001E-2</c:v>
                </c:pt>
                <c:pt idx="553">
                  <c:v>1.6537042330000001E-2</c:v>
                </c:pt>
                <c:pt idx="554">
                  <c:v>1.653295569E-2</c:v>
                </c:pt>
                <c:pt idx="555">
                  <c:v>1.6517952079999999E-2</c:v>
                </c:pt>
                <c:pt idx="556">
                  <c:v>1.6772992909999999E-2</c:v>
                </c:pt>
                <c:pt idx="557">
                  <c:v>1.6816554590000001E-2</c:v>
                </c:pt>
                <c:pt idx="558">
                  <c:v>1.6838537529999999E-2</c:v>
                </c:pt>
                <c:pt idx="559">
                  <c:v>1.68161504E-2</c:v>
                </c:pt>
                <c:pt idx="560">
                  <c:v>1.6969714310000002E-2</c:v>
                </c:pt>
                <c:pt idx="561">
                  <c:v>1.7065901309999999E-2</c:v>
                </c:pt>
                <c:pt idx="562">
                  <c:v>1.7202207819999999E-2</c:v>
                </c:pt>
                <c:pt idx="563">
                  <c:v>1.7227578909999999E-2</c:v>
                </c:pt>
                <c:pt idx="564">
                  <c:v>1.7305182289999999E-2</c:v>
                </c:pt>
                <c:pt idx="565">
                  <c:v>1.7341092230000001E-2</c:v>
                </c:pt>
                <c:pt idx="566">
                  <c:v>1.7474306750000002E-2</c:v>
                </c:pt>
                <c:pt idx="567">
                  <c:v>1.7506483940000001E-2</c:v>
                </c:pt>
                <c:pt idx="568">
                  <c:v>1.7609287049999998E-2</c:v>
                </c:pt>
                <c:pt idx="569">
                  <c:v>1.7712894829999999E-2</c:v>
                </c:pt>
                <c:pt idx="570">
                  <c:v>1.7834490170000002E-2</c:v>
                </c:pt>
                <c:pt idx="571">
                  <c:v>1.786051877E-2</c:v>
                </c:pt>
                <c:pt idx="572">
                  <c:v>1.7939960580000001E-2</c:v>
                </c:pt>
                <c:pt idx="573">
                  <c:v>1.7963755880000001E-2</c:v>
                </c:pt>
                <c:pt idx="574">
                  <c:v>1.8077407029999999E-2</c:v>
                </c:pt>
                <c:pt idx="575">
                  <c:v>1.8310116599999999E-2</c:v>
                </c:pt>
                <c:pt idx="576">
                  <c:v>1.8299046900000001E-2</c:v>
                </c:pt>
                <c:pt idx="577">
                  <c:v>1.837125048E-2</c:v>
                </c:pt>
                <c:pt idx="578">
                  <c:v>1.8452297900000001E-2</c:v>
                </c:pt>
                <c:pt idx="579">
                  <c:v>1.844851673E-2</c:v>
                </c:pt>
                <c:pt idx="580">
                  <c:v>1.856094413E-2</c:v>
                </c:pt>
                <c:pt idx="581">
                  <c:v>1.872293651E-2</c:v>
                </c:pt>
                <c:pt idx="582">
                  <c:v>1.8777128309999998E-2</c:v>
                </c:pt>
                <c:pt idx="583">
                  <c:v>1.8858252089999999E-2</c:v>
                </c:pt>
                <c:pt idx="584">
                  <c:v>1.900402084E-2</c:v>
                </c:pt>
                <c:pt idx="585">
                  <c:v>1.9102660939999998E-2</c:v>
                </c:pt>
                <c:pt idx="586">
                  <c:v>1.914618723E-2</c:v>
                </c:pt>
                <c:pt idx="587">
                  <c:v>1.9268374889999999E-2</c:v>
                </c:pt>
                <c:pt idx="588">
                  <c:v>1.9398473199999999E-2</c:v>
                </c:pt>
                <c:pt idx="589">
                  <c:v>1.9455373290000001E-2</c:v>
                </c:pt>
                <c:pt idx="590">
                  <c:v>1.957025565E-2</c:v>
                </c:pt>
                <c:pt idx="591">
                  <c:v>1.9677285100000001E-2</c:v>
                </c:pt>
                <c:pt idx="592">
                  <c:v>1.9721329209999999E-2</c:v>
                </c:pt>
                <c:pt idx="593">
                  <c:v>1.977813803E-2</c:v>
                </c:pt>
                <c:pt idx="594">
                  <c:v>1.9972864539999999E-2</c:v>
                </c:pt>
                <c:pt idx="595">
                  <c:v>1.9990157339999998E-2</c:v>
                </c:pt>
                <c:pt idx="596">
                  <c:v>2.0075250419999999E-2</c:v>
                </c:pt>
                <c:pt idx="597">
                  <c:v>2.0182512699999999E-2</c:v>
                </c:pt>
                <c:pt idx="598">
                  <c:v>2.0197508860000001E-2</c:v>
                </c:pt>
                <c:pt idx="599">
                  <c:v>2.0217712969999999E-2</c:v>
                </c:pt>
                <c:pt idx="600">
                  <c:v>2.0678445699999999E-2</c:v>
                </c:pt>
                <c:pt idx="601">
                  <c:v>2.067127824E-2</c:v>
                </c:pt>
                <c:pt idx="602">
                  <c:v>2.1039886399999999E-2</c:v>
                </c:pt>
                <c:pt idx="603">
                  <c:v>2.09078826E-2</c:v>
                </c:pt>
                <c:pt idx="604">
                  <c:v>2.1232381460000001E-2</c:v>
                </c:pt>
                <c:pt idx="605">
                  <c:v>2.1407745780000001E-2</c:v>
                </c:pt>
                <c:pt idx="606">
                  <c:v>2.1470651029999999E-2</c:v>
                </c:pt>
                <c:pt idx="607">
                  <c:v>2.1595072E-2</c:v>
                </c:pt>
                <c:pt idx="608">
                  <c:v>2.1622875709999999E-2</c:v>
                </c:pt>
                <c:pt idx="609">
                  <c:v>2.1667199210000002E-2</c:v>
                </c:pt>
                <c:pt idx="610">
                  <c:v>2.1836344149999999E-2</c:v>
                </c:pt>
                <c:pt idx="611">
                  <c:v>2.204634808E-2</c:v>
                </c:pt>
                <c:pt idx="612">
                  <c:v>2.1996485069999999E-2</c:v>
                </c:pt>
                <c:pt idx="613">
                  <c:v>2.2365184499999999E-2</c:v>
                </c:pt>
                <c:pt idx="614">
                  <c:v>2.2274328400000001E-2</c:v>
                </c:pt>
                <c:pt idx="615">
                  <c:v>2.245139703E-2</c:v>
                </c:pt>
                <c:pt idx="616">
                  <c:v>2.2402768949999999E-2</c:v>
                </c:pt>
                <c:pt idx="617">
                  <c:v>2.2771077229999999E-2</c:v>
                </c:pt>
                <c:pt idx="618">
                  <c:v>2.2721922030000001E-2</c:v>
                </c:pt>
                <c:pt idx="619">
                  <c:v>2.2934019569999999E-2</c:v>
                </c:pt>
                <c:pt idx="620">
                  <c:v>2.306797914E-2</c:v>
                </c:pt>
                <c:pt idx="621">
                  <c:v>2.3143928500000001E-2</c:v>
                </c:pt>
                <c:pt idx="622">
                  <c:v>2.318859845E-2</c:v>
                </c:pt>
                <c:pt idx="623">
                  <c:v>2.3428080600000002E-2</c:v>
                </c:pt>
                <c:pt idx="624">
                  <c:v>2.3525681350000001E-2</c:v>
                </c:pt>
                <c:pt idx="625">
                  <c:v>2.3824520410000001E-2</c:v>
                </c:pt>
                <c:pt idx="626">
                  <c:v>2.38093175E-2</c:v>
                </c:pt>
                <c:pt idx="627">
                  <c:v>2.4042658509999999E-2</c:v>
                </c:pt>
                <c:pt idx="628">
                  <c:v>2.4159826339999999E-2</c:v>
                </c:pt>
                <c:pt idx="629">
                  <c:v>2.4407923219999999E-2</c:v>
                </c:pt>
                <c:pt idx="630">
                  <c:v>2.4499500170000001E-2</c:v>
                </c:pt>
                <c:pt idx="631">
                  <c:v>2.4676656349999999E-2</c:v>
                </c:pt>
                <c:pt idx="632">
                  <c:v>2.489787899E-2</c:v>
                </c:pt>
                <c:pt idx="633">
                  <c:v>2.5229653340000002E-2</c:v>
                </c:pt>
                <c:pt idx="634">
                  <c:v>2.5179643179999999E-2</c:v>
                </c:pt>
                <c:pt idx="635">
                  <c:v>2.537285723E-2</c:v>
                </c:pt>
                <c:pt idx="636">
                  <c:v>2.5490330530000001E-2</c:v>
                </c:pt>
                <c:pt idx="637">
                  <c:v>2.580711804E-2</c:v>
                </c:pt>
                <c:pt idx="638">
                  <c:v>2.5882586839999999E-2</c:v>
                </c:pt>
                <c:pt idx="639">
                  <c:v>2.6146460319999999E-2</c:v>
                </c:pt>
                <c:pt idx="640">
                  <c:v>2.627786621E-2</c:v>
                </c:pt>
                <c:pt idx="641">
                  <c:v>2.6366371659999999E-2</c:v>
                </c:pt>
                <c:pt idx="642">
                  <c:v>2.6484994219999999E-2</c:v>
                </c:pt>
                <c:pt idx="643">
                  <c:v>2.678389661E-2</c:v>
                </c:pt>
                <c:pt idx="644">
                  <c:v>2.693000995E-2</c:v>
                </c:pt>
                <c:pt idx="645">
                  <c:v>2.7191212400000001E-2</c:v>
                </c:pt>
                <c:pt idx="646">
                  <c:v>2.727954648E-2</c:v>
                </c:pt>
                <c:pt idx="647">
                  <c:v>2.754507028E-2</c:v>
                </c:pt>
                <c:pt idx="648">
                  <c:v>2.7784263720000001E-2</c:v>
                </c:pt>
                <c:pt idx="649">
                  <c:v>2.7959369120000001E-2</c:v>
                </c:pt>
                <c:pt idx="650">
                  <c:v>2.8166526930000001E-2</c:v>
                </c:pt>
                <c:pt idx="651">
                  <c:v>2.8281692420000001E-2</c:v>
                </c:pt>
                <c:pt idx="652">
                  <c:v>2.843732014E-2</c:v>
                </c:pt>
                <c:pt idx="653">
                  <c:v>2.8712622819999999E-2</c:v>
                </c:pt>
                <c:pt idx="654">
                  <c:v>2.8961509470000001E-2</c:v>
                </c:pt>
                <c:pt idx="655">
                  <c:v>2.927735075E-2</c:v>
                </c:pt>
                <c:pt idx="656">
                  <c:v>2.9515145350000001E-2</c:v>
                </c:pt>
                <c:pt idx="657">
                  <c:v>2.9650595040000002E-2</c:v>
                </c:pt>
                <c:pt idx="658">
                  <c:v>2.9978808020000001E-2</c:v>
                </c:pt>
                <c:pt idx="659">
                  <c:v>3.0222564939999998E-2</c:v>
                </c:pt>
                <c:pt idx="660">
                  <c:v>3.0257562179999999E-2</c:v>
                </c:pt>
                <c:pt idx="661">
                  <c:v>3.0607428400000001E-2</c:v>
                </c:pt>
                <c:pt idx="662">
                  <c:v>3.0896784739999999E-2</c:v>
                </c:pt>
                <c:pt idx="663">
                  <c:v>3.107910044E-2</c:v>
                </c:pt>
                <c:pt idx="664">
                  <c:v>3.14851217E-2</c:v>
                </c:pt>
                <c:pt idx="665">
                  <c:v>3.1807012859999997E-2</c:v>
                </c:pt>
                <c:pt idx="666">
                  <c:v>3.1911280010000001E-2</c:v>
                </c:pt>
                <c:pt idx="667">
                  <c:v>3.2286513599999997E-2</c:v>
                </c:pt>
                <c:pt idx="668">
                  <c:v>3.2546132800000002E-2</c:v>
                </c:pt>
                <c:pt idx="669">
                  <c:v>3.2803062350000002E-2</c:v>
                </c:pt>
                <c:pt idx="670">
                  <c:v>3.3198155460000003E-2</c:v>
                </c:pt>
                <c:pt idx="671">
                  <c:v>3.3357508479999999E-2</c:v>
                </c:pt>
                <c:pt idx="672">
                  <c:v>3.3744070680000002E-2</c:v>
                </c:pt>
                <c:pt idx="673">
                  <c:v>3.3854063599999998E-2</c:v>
                </c:pt>
                <c:pt idx="674">
                  <c:v>3.4408930689999999E-2</c:v>
                </c:pt>
                <c:pt idx="675">
                  <c:v>3.4583393480000002E-2</c:v>
                </c:pt>
                <c:pt idx="676">
                  <c:v>3.5006597639999998E-2</c:v>
                </c:pt>
                <c:pt idx="677">
                  <c:v>3.5288710149999999E-2</c:v>
                </c:pt>
                <c:pt idx="678">
                  <c:v>3.5709846759999997E-2</c:v>
                </c:pt>
                <c:pt idx="679">
                  <c:v>3.596190363E-2</c:v>
                </c:pt>
                <c:pt idx="680">
                  <c:v>3.6345496769999999E-2</c:v>
                </c:pt>
                <c:pt idx="681">
                  <c:v>3.6567538980000001E-2</c:v>
                </c:pt>
                <c:pt idx="682">
                  <c:v>3.7091687319999997E-2</c:v>
                </c:pt>
                <c:pt idx="683">
                  <c:v>3.7382662300000001E-2</c:v>
                </c:pt>
                <c:pt idx="684">
                  <c:v>3.7766046820000003E-2</c:v>
                </c:pt>
                <c:pt idx="685">
                  <c:v>3.812286258E-2</c:v>
                </c:pt>
                <c:pt idx="686">
                  <c:v>3.852780536E-2</c:v>
                </c:pt>
                <c:pt idx="687">
                  <c:v>3.8905236869999998E-2</c:v>
                </c:pt>
                <c:pt idx="688">
                  <c:v>3.943473846E-2</c:v>
                </c:pt>
                <c:pt idx="689">
                  <c:v>3.9728622880000002E-2</c:v>
                </c:pt>
                <c:pt idx="690">
                  <c:v>4.0270090100000003E-2</c:v>
                </c:pt>
                <c:pt idx="691">
                  <c:v>4.0428340440000002E-2</c:v>
                </c:pt>
                <c:pt idx="692">
                  <c:v>4.0945284069999997E-2</c:v>
                </c:pt>
                <c:pt idx="693">
                  <c:v>4.1453812270000001E-2</c:v>
                </c:pt>
                <c:pt idx="694">
                  <c:v>4.192467406E-2</c:v>
                </c:pt>
                <c:pt idx="695">
                  <c:v>4.2420111599999998E-2</c:v>
                </c:pt>
                <c:pt idx="696">
                  <c:v>4.2801171540000002E-2</c:v>
                </c:pt>
                <c:pt idx="697">
                  <c:v>4.3251447380000002E-2</c:v>
                </c:pt>
                <c:pt idx="698">
                  <c:v>4.3787252159999998E-2</c:v>
                </c:pt>
                <c:pt idx="699">
                  <c:v>4.427822679E-2</c:v>
                </c:pt>
                <c:pt idx="700">
                  <c:v>4.4824883340000003E-2</c:v>
                </c:pt>
                <c:pt idx="701">
                  <c:v>4.5344844459999999E-2</c:v>
                </c:pt>
                <c:pt idx="702">
                  <c:v>4.58368361E-2</c:v>
                </c:pt>
                <c:pt idx="703">
                  <c:v>4.6432241800000003E-2</c:v>
                </c:pt>
                <c:pt idx="704">
                  <c:v>4.6913497149999997E-2</c:v>
                </c:pt>
                <c:pt idx="705">
                  <c:v>4.7510899600000003E-2</c:v>
                </c:pt>
                <c:pt idx="706">
                  <c:v>4.8148602249999999E-2</c:v>
                </c:pt>
                <c:pt idx="707">
                  <c:v>4.8651337619999999E-2</c:v>
                </c:pt>
                <c:pt idx="708">
                  <c:v>4.9313072120000002E-2</c:v>
                </c:pt>
                <c:pt idx="709">
                  <c:v>4.9822561440000003E-2</c:v>
                </c:pt>
                <c:pt idx="710">
                  <c:v>5.0555877389999997E-2</c:v>
                </c:pt>
                <c:pt idx="711">
                  <c:v>5.119128153E-2</c:v>
                </c:pt>
                <c:pt idx="712">
                  <c:v>5.1932983100000003E-2</c:v>
                </c:pt>
                <c:pt idx="713">
                  <c:v>5.2601553500000002E-2</c:v>
                </c:pt>
                <c:pt idx="714">
                  <c:v>5.3327407690000002E-2</c:v>
                </c:pt>
                <c:pt idx="715">
                  <c:v>5.3935434669999997E-2</c:v>
                </c:pt>
                <c:pt idx="716">
                  <c:v>5.4558843369999999E-2</c:v>
                </c:pt>
                <c:pt idx="717">
                  <c:v>5.5220212790000001E-2</c:v>
                </c:pt>
                <c:pt idx="718">
                  <c:v>5.6181490420000001E-2</c:v>
                </c:pt>
                <c:pt idx="719">
                  <c:v>5.7002190500000001E-2</c:v>
                </c:pt>
                <c:pt idx="720">
                  <c:v>5.779812485E-2</c:v>
                </c:pt>
                <c:pt idx="721">
                  <c:v>5.854785815E-2</c:v>
                </c:pt>
                <c:pt idx="722">
                  <c:v>5.9415787460000001E-2</c:v>
                </c:pt>
                <c:pt idx="723">
                  <c:v>6.0245960950000003E-2</c:v>
                </c:pt>
                <c:pt idx="724">
                  <c:v>6.1297696079999998E-2</c:v>
                </c:pt>
                <c:pt idx="725">
                  <c:v>6.2067504969999999E-2</c:v>
                </c:pt>
                <c:pt idx="726">
                  <c:v>6.3073165710000004E-2</c:v>
                </c:pt>
                <c:pt idx="727">
                  <c:v>6.390964985E-2</c:v>
                </c:pt>
                <c:pt idx="728">
                  <c:v>6.4855687319999994E-2</c:v>
                </c:pt>
                <c:pt idx="729">
                  <c:v>6.581930071E-2</c:v>
                </c:pt>
                <c:pt idx="730">
                  <c:v>6.6906526679999995E-2</c:v>
                </c:pt>
                <c:pt idx="731">
                  <c:v>6.7903041839999997E-2</c:v>
                </c:pt>
                <c:pt idx="732">
                  <c:v>6.9031886759999994E-2</c:v>
                </c:pt>
                <c:pt idx="733">
                  <c:v>7.0098601280000006E-2</c:v>
                </c:pt>
                <c:pt idx="734">
                  <c:v>7.1270756419999998E-2</c:v>
                </c:pt>
                <c:pt idx="735">
                  <c:v>7.2399288419999999E-2</c:v>
                </c:pt>
                <c:pt idx="736">
                  <c:v>7.3578104379999995E-2</c:v>
                </c:pt>
                <c:pt idx="737">
                  <c:v>7.4754595760000001E-2</c:v>
                </c:pt>
                <c:pt idx="738">
                  <c:v>7.5972139839999994E-2</c:v>
                </c:pt>
                <c:pt idx="739">
                  <c:v>7.7200256290000005E-2</c:v>
                </c:pt>
                <c:pt idx="740">
                  <c:v>7.8519992529999999E-2</c:v>
                </c:pt>
                <c:pt idx="741">
                  <c:v>7.9832516610000001E-2</c:v>
                </c:pt>
                <c:pt idx="742">
                  <c:v>8.1325829030000005E-2</c:v>
                </c:pt>
                <c:pt idx="743">
                  <c:v>8.2683794199999994E-2</c:v>
                </c:pt>
                <c:pt idx="744">
                  <c:v>8.4118120369999994E-2</c:v>
                </c:pt>
                <c:pt idx="745">
                  <c:v>8.56179148E-2</c:v>
                </c:pt>
                <c:pt idx="746">
                  <c:v>8.7170273069999998E-2</c:v>
                </c:pt>
                <c:pt idx="747">
                  <c:v>8.8750004770000002E-2</c:v>
                </c:pt>
                <c:pt idx="748">
                  <c:v>9.0351320799999996E-2</c:v>
                </c:pt>
                <c:pt idx="749">
                  <c:v>9.2016533019999999E-2</c:v>
                </c:pt>
                <c:pt idx="750">
                  <c:v>9.3664318319999995E-2</c:v>
                </c:pt>
                <c:pt idx="751">
                  <c:v>9.5361940559999997E-2</c:v>
                </c:pt>
                <c:pt idx="752">
                  <c:v>9.7221039240000001E-2</c:v>
                </c:pt>
                <c:pt idx="753">
                  <c:v>9.9082835019999996E-2</c:v>
                </c:pt>
                <c:pt idx="754">
                  <c:v>0.1009248123</c:v>
                </c:pt>
                <c:pt idx="755">
                  <c:v>0.10293295230000001</c:v>
                </c:pt>
                <c:pt idx="756">
                  <c:v>0.1048605368</c:v>
                </c:pt>
                <c:pt idx="757">
                  <c:v>0.1068791524</c:v>
                </c:pt>
                <c:pt idx="758">
                  <c:v>0.1088702753</c:v>
                </c:pt>
                <c:pt idx="759">
                  <c:v>0.1111551449</c:v>
                </c:pt>
                <c:pt idx="760">
                  <c:v>0.1133308113</c:v>
                </c:pt>
                <c:pt idx="761">
                  <c:v>0.1156366318</c:v>
                </c:pt>
                <c:pt idx="762">
                  <c:v>0.1180452183</c:v>
                </c:pt>
                <c:pt idx="763">
                  <c:v>0.1204816177</c:v>
                </c:pt>
                <c:pt idx="764">
                  <c:v>0.1229602471</c:v>
                </c:pt>
                <c:pt idx="765">
                  <c:v>0.1255520433</c:v>
                </c:pt>
                <c:pt idx="766">
                  <c:v>0.12808002530000001</c:v>
                </c:pt>
                <c:pt idx="767">
                  <c:v>0.1308440119</c:v>
                </c:pt>
                <c:pt idx="768">
                  <c:v>0.1336971968</c:v>
                </c:pt>
                <c:pt idx="769">
                  <c:v>0.13653966779999999</c:v>
                </c:pt>
                <c:pt idx="770">
                  <c:v>0.1395096928</c:v>
                </c:pt>
                <c:pt idx="771">
                  <c:v>0.14265303309999999</c:v>
                </c:pt>
                <c:pt idx="772">
                  <c:v>0.14583584669999999</c:v>
                </c:pt>
                <c:pt idx="773">
                  <c:v>0.148972407</c:v>
                </c:pt>
                <c:pt idx="774">
                  <c:v>0.1524886489</c:v>
                </c:pt>
                <c:pt idx="775">
                  <c:v>0.1559745669</c:v>
                </c:pt>
                <c:pt idx="776">
                  <c:v>0.15954068299999999</c:v>
                </c:pt>
                <c:pt idx="777">
                  <c:v>0.16326192019999999</c:v>
                </c:pt>
                <c:pt idx="778">
                  <c:v>0.16707745190000001</c:v>
                </c:pt>
                <c:pt idx="779">
                  <c:v>0.1710770875</c:v>
                </c:pt>
                <c:pt idx="780">
                  <c:v>0.17510947590000001</c:v>
                </c:pt>
                <c:pt idx="781">
                  <c:v>0.1794027537</c:v>
                </c:pt>
                <c:pt idx="782">
                  <c:v>0.18367384370000001</c:v>
                </c:pt>
                <c:pt idx="783">
                  <c:v>0.188200593</c:v>
                </c:pt>
                <c:pt idx="784">
                  <c:v>0.1927316785</c:v>
                </c:pt>
                <c:pt idx="785">
                  <c:v>0.19757676120000001</c:v>
                </c:pt>
                <c:pt idx="786">
                  <c:v>0.20243173840000001</c:v>
                </c:pt>
                <c:pt idx="787">
                  <c:v>0.20758551359999999</c:v>
                </c:pt>
                <c:pt idx="788">
                  <c:v>0.2127971649</c:v>
                </c:pt>
                <c:pt idx="789">
                  <c:v>0.21812605860000001</c:v>
                </c:pt>
                <c:pt idx="790">
                  <c:v>0.22391811010000001</c:v>
                </c:pt>
                <c:pt idx="791">
                  <c:v>0.22969797250000001</c:v>
                </c:pt>
                <c:pt idx="792">
                  <c:v>0.2357472628</c:v>
                </c:pt>
                <c:pt idx="793">
                  <c:v>0.24202547969999999</c:v>
                </c:pt>
                <c:pt idx="794">
                  <c:v>0.24839518960000001</c:v>
                </c:pt>
                <c:pt idx="795">
                  <c:v>0.25508242850000001</c:v>
                </c:pt>
                <c:pt idx="796">
                  <c:v>0.26189976929999997</c:v>
                </c:pt>
                <c:pt idx="797">
                  <c:v>0.2691476941</c:v>
                </c:pt>
                <c:pt idx="798">
                  <c:v>0.27649736400000002</c:v>
                </c:pt>
                <c:pt idx="799">
                  <c:v>0.28427064419999998</c:v>
                </c:pt>
                <c:pt idx="800">
                  <c:v>0.29231595989999998</c:v>
                </c:pt>
                <c:pt idx="801">
                  <c:v>0.30050075050000002</c:v>
                </c:pt>
                <c:pt idx="802">
                  <c:v>0.30901613830000002</c:v>
                </c:pt>
                <c:pt idx="803">
                  <c:v>0.3178953826</c:v>
                </c:pt>
                <c:pt idx="804">
                  <c:v>0.3270717561</c:v>
                </c:pt>
                <c:pt idx="805">
                  <c:v>0.33660757540000003</c:v>
                </c:pt>
                <c:pt idx="806">
                  <c:v>0.34658676389999998</c:v>
                </c:pt>
                <c:pt idx="807">
                  <c:v>0.35687941309999999</c:v>
                </c:pt>
                <c:pt idx="808">
                  <c:v>0.36725199219999999</c:v>
                </c:pt>
                <c:pt idx="809">
                  <c:v>0.37824776770000001</c:v>
                </c:pt>
                <c:pt idx="810">
                  <c:v>0.38963034749999997</c:v>
                </c:pt>
                <c:pt idx="811">
                  <c:v>0.40139117839999999</c:v>
                </c:pt>
                <c:pt idx="812">
                  <c:v>0.41319832210000002</c:v>
                </c:pt>
                <c:pt idx="813">
                  <c:v>0.42583629490000002</c:v>
                </c:pt>
                <c:pt idx="814">
                  <c:v>0.43884906169999999</c:v>
                </c:pt>
                <c:pt idx="815">
                  <c:v>0.45235463980000001</c:v>
                </c:pt>
                <c:pt idx="816">
                  <c:v>0.4662551284</c:v>
                </c:pt>
                <c:pt idx="817">
                  <c:v>0.48039197919999999</c:v>
                </c:pt>
                <c:pt idx="818">
                  <c:v>0.49543529749999998</c:v>
                </c:pt>
                <c:pt idx="819">
                  <c:v>0.51086688039999995</c:v>
                </c:pt>
                <c:pt idx="820">
                  <c:v>0.5266557932</c:v>
                </c:pt>
                <c:pt idx="821">
                  <c:v>0.5428580046</c:v>
                </c:pt>
                <c:pt idx="822">
                  <c:v>0.55961114170000004</c:v>
                </c:pt>
                <c:pt idx="823">
                  <c:v>0.57710880040000001</c:v>
                </c:pt>
                <c:pt idx="824">
                  <c:v>0.59477823969999999</c:v>
                </c:pt>
                <c:pt idx="825">
                  <c:v>0.61281192299999998</c:v>
                </c:pt>
                <c:pt idx="826">
                  <c:v>0.63165521619999998</c:v>
                </c:pt>
                <c:pt idx="827">
                  <c:v>0.65071439740000003</c:v>
                </c:pt>
                <c:pt idx="828">
                  <c:v>0.67021512989999998</c:v>
                </c:pt>
                <c:pt idx="829">
                  <c:v>0.69031250479999995</c:v>
                </c:pt>
                <c:pt idx="830">
                  <c:v>0.70997029540000001</c:v>
                </c:pt>
                <c:pt idx="831">
                  <c:v>0.73101615909999995</c:v>
                </c:pt>
                <c:pt idx="832">
                  <c:v>0.75188523529999995</c:v>
                </c:pt>
                <c:pt idx="833">
                  <c:v>0.77336949109999997</c:v>
                </c:pt>
                <c:pt idx="834">
                  <c:v>0.79453670980000002</c:v>
                </c:pt>
                <c:pt idx="835">
                  <c:v>0.81628400089999997</c:v>
                </c:pt>
                <c:pt idx="836">
                  <c:v>0.83812481159999996</c:v>
                </c:pt>
                <c:pt idx="837">
                  <c:v>0.86001503469999996</c:v>
                </c:pt>
                <c:pt idx="838">
                  <c:v>0.88174432520000001</c:v>
                </c:pt>
                <c:pt idx="839">
                  <c:v>0.90365302560000005</c:v>
                </c:pt>
                <c:pt idx="840">
                  <c:v>0.92537915709999996</c:v>
                </c:pt>
                <c:pt idx="841">
                  <c:v>0.94706052539999996</c:v>
                </c:pt>
                <c:pt idx="842">
                  <c:v>0.96839588880000005</c:v>
                </c:pt>
                <c:pt idx="843">
                  <c:v>0.98898357150000005</c:v>
                </c:pt>
                <c:pt idx="844">
                  <c:v>1.0096606020000001</c:v>
                </c:pt>
                <c:pt idx="845">
                  <c:v>1.0294615030000001</c:v>
                </c:pt>
                <c:pt idx="846">
                  <c:v>1.048719645</c:v>
                </c:pt>
                <c:pt idx="847">
                  <c:v>1.067032218</c:v>
                </c:pt>
                <c:pt idx="848">
                  <c:v>1.084939957</c:v>
                </c:pt>
                <c:pt idx="849">
                  <c:v>1.1017316580000001</c:v>
                </c:pt>
                <c:pt idx="850">
                  <c:v>1.1178370710000001</c:v>
                </c:pt>
                <c:pt idx="851">
                  <c:v>1.1329485180000001</c:v>
                </c:pt>
                <c:pt idx="852">
                  <c:v>1.146646142</c:v>
                </c:pt>
                <c:pt idx="853">
                  <c:v>1.1594022509999999</c:v>
                </c:pt>
                <c:pt idx="854">
                  <c:v>1.1713497639999999</c:v>
                </c:pt>
                <c:pt idx="855">
                  <c:v>1.1817766430000001</c:v>
                </c:pt>
                <c:pt idx="856">
                  <c:v>1.1907461880000001</c:v>
                </c:pt>
                <c:pt idx="857">
                  <c:v>1.1988583799999999</c:v>
                </c:pt>
                <c:pt idx="858">
                  <c:v>1.2054790259999999</c:v>
                </c:pt>
                <c:pt idx="859">
                  <c:v>1.210975766</c:v>
                </c:pt>
                <c:pt idx="860">
                  <c:v>1.21479702</c:v>
                </c:pt>
                <c:pt idx="861">
                  <c:v>1.2174299959999999</c:v>
                </c:pt>
                <c:pt idx="862">
                  <c:v>1.2189503909999999</c:v>
                </c:pt>
                <c:pt idx="863">
                  <c:v>1.2190064190000001</c:v>
                </c:pt>
                <c:pt idx="864">
                  <c:v>1.2179259060000001</c:v>
                </c:pt>
                <c:pt idx="865">
                  <c:v>1.2154893879999999</c:v>
                </c:pt>
                <c:pt idx="866">
                  <c:v>1.2119491099999999</c:v>
                </c:pt>
                <c:pt idx="867">
                  <c:v>1.2072705029999999</c:v>
                </c:pt>
                <c:pt idx="868">
                  <c:v>1.201390266</c:v>
                </c:pt>
                <c:pt idx="869">
                  <c:v>1.1946755650000001</c:v>
                </c:pt>
                <c:pt idx="870">
                  <c:v>1.186481833</c:v>
                </c:pt>
                <c:pt idx="871">
                  <c:v>1.1779638530000001</c:v>
                </c:pt>
                <c:pt idx="872">
                  <c:v>1.1682282690000001</c:v>
                </c:pt>
                <c:pt idx="873">
                  <c:v>1.1577483420000001</c:v>
                </c:pt>
                <c:pt idx="874">
                  <c:v>1.146590233</c:v>
                </c:pt>
                <c:pt idx="875">
                  <c:v>1.1344820259999999</c:v>
                </c:pt>
                <c:pt idx="876">
                  <c:v>1.1219104529999999</c:v>
                </c:pt>
                <c:pt idx="877">
                  <c:v>1.108835459</c:v>
                </c:pt>
                <c:pt idx="878">
                  <c:v>1.0949728489999999</c:v>
                </c:pt>
                <c:pt idx="879">
                  <c:v>1.0810825820000001</c:v>
                </c:pt>
                <c:pt idx="880">
                  <c:v>1.0664172169999999</c:v>
                </c:pt>
                <c:pt idx="881">
                  <c:v>1.0513439179999999</c:v>
                </c:pt>
                <c:pt idx="882">
                  <c:v>1.036333084</c:v>
                </c:pt>
                <c:pt idx="883">
                  <c:v>1.0208244319999999</c:v>
                </c:pt>
                <c:pt idx="884">
                  <c:v>1.005063295</c:v>
                </c:pt>
                <c:pt idx="885">
                  <c:v>0.98935401440000004</c:v>
                </c:pt>
                <c:pt idx="886">
                  <c:v>0.97333902120000004</c:v>
                </c:pt>
                <c:pt idx="887">
                  <c:v>0.95735317470000003</c:v>
                </c:pt>
                <c:pt idx="888">
                  <c:v>0.94134193659999998</c:v>
                </c:pt>
                <c:pt idx="889">
                  <c:v>0.9255046844</c:v>
                </c:pt>
                <c:pt idx="890">
                  <c:v>0.90965831279999998</c:v>
                </c:pt>
                <c:pt idx="891">
                  <c:v>0.89411461349999999</c:v>
                </c:pt>
                <c:pt idx="892">
                  <c:v>0.87876456979999995</c:v>
                </c:pt>
                <c:pt idx="893">
                  <c:v>0.8635310531</c:v>
                </c:pt>
                <c:pt idx="894">
                  <c:v>0.84847337010000001</c:v>
                </c:pt>
                <c:pt idx="895">
                  <c:v>0.83379894499999996</c:v>
                </c:pt>
                <c:pt idx="896">
                  <c:v>0.81958127020000004</c:v>
                </c:pt>
                <c:pt idx="897">
                  <c:v>0.80561190839999997</c:v>
                </c:pt>
                <c:pt idx="898">
                  <c:v>0.79196268319999996</c:v>
                </c:pt>
                <c:pt idx="899">
                  <c:v>0.7786300182</c:v>
                </c:pt>
                <c:pt idx="900">
                  <c:v>0.76591610909999996</c:v>
                </c:pt>
                <c:pt idx="901">
                  <c:v>0.75326567889999996</c:v>
                </c:pt>
                <c:pt idx="902">
                  <c:v>0.74143409729999998</c:v>
                </c:pt>
                <c:pt idx="903">
                  <c:v>0.73009014130000005</c:v>
                </c:pt>
                <c:pt idx="904">
                  <c:v>0.71913480760000004</c:v>
                </c:pt>
                <c:pt idx="905">
                  <c:v>0.70849561689999996</c:v>
                </c:pt>
                <c:pt idx="906">
                  <c:v>0.69838619229999999</c:v>
                </c:pt>
                <c:pt idx="907">
                  <c:v>0.68897479770000003</c:v>
                </c:pt>
                <c:pt idx="908">
                  <c:v>0.67998671529999999</c:v>
                </c:pt>
                <c:pt idx="909">
                  <c:v>0.6712762713</c:v>
                </c:pt>
                <c:pt idx="910">
                  <c:v>0.66326558589999995</c:v>
                </c:pt>
                <c:pt idx="911">
                  <c:v>0.65550750489999998</c:v>
                </c:pt>
                <c:pt idx="912">
                  <c:v>0.64831930400000004</c:v>
                </c:pt>
                <c:pt idx="913">
                  <c:v>0.64161241049999995</c:v>
                </c:pt>
                <c:pt idx="914">
                  <c:v>0.63515985009999998</c:v>
                </c:pt>
                <c:pt idx="915">
                  <c:v>0.6291662455</c:v>
                </c:pt>
                <c:pt idx="916">
                  <c:v>0.6237883568</c:v>
                </c:pt>
                <c:pt idx="917">
                  <c:v>0.61849045749999998</c:v>
                </c:pt>
                <c:pt idx="918">
                  <c:v>0.6136531234</c:v>
                </c:pt>
                <c:pt idx="919">
                  <c:v>0.60914975400000004</c:v>
                </c:pt>
                <c:pt idx="920">
                  <c:v>0.60493022200000002</c:v>
                </c:pt>
                <c:pt idx="921">
                  <c:v>0.60105401280000004</c:v>
                </c:pt>
                <c:pt idx="922">
                  <c:v>0.59742969270000001</c:v>
                </c:pt>
                <c:pt idx="923">
                  <c:v>0.59394299979999998</c:v>
                </c:pt>
                <c:pt idx="924">
                  <c:v>0.59086382390000003</c:v>
                </c:pt>
                <c:pt idx="925">
                  <c:v>0.58780038359999998</c:v>
                </c:pt>
                <c:pt idx="926">
                  <c:v>0.58503150940000004</c:v>
                </c:pt>
                <c:pt idx="927">
                  <c:v>0.58259117599999999</c:v>
                </c:pt>
                <c:pt idx="928">
                  <c:v>0.58010482789999995</c:v>
                </c:pt>
                <c:pt idx="929">
                  <c:v>0.57803297040000001</c:v>
                </c:pt>
                <c:pt idx="930">
                  <c:v>0.57593810560000003</c:v>
                </c:pt>
                <c:pt idx="931">
                  <c:v>0.57400113340000003</c:v>
                </c:pt>
                <c:pt idx="932">
                  <c:v>0.57242715359999996</c:v>
                </c:pt>
                <c:pt idx="933">
                  <c:v>0.57088673109999999</c:v>
                </c:pt>
                <c:pt idx="934">
                  <c:v>0.56944000719999999</c:v>
                </c:pt>
                <c:pt idx="935">
                  <c:v>0.56813240050000002</c:v>
                </c:pt>
                <c:pt idx="936">
                  <c:v>0.56670343879999996</c:v>
                </c:pt>
                <c:pt idx="937">
                  <c:v>0.56568223240000004</c:v>
                </c:pt>
                <c:pt idx="938">
                  <c:v>0.56473672389999996</c:v>
                </c:pt>
                <c:pt idx="939">
                  <c:v>0.56393140549999998</c:v>
                </c:pt>
                <c:pt idx="940">
                  <c:v>0.5632267594</c:v>
                </c:pt>
                <c:pt idx="941">
                  <c:v>0.56229895350000003</c:v>
                </c:pt>
                <c:pt idx="942">
                  <c:v>0.56170606609999996</c:v>
                </c:pt>
                <c:pt idx="943">
                  <c:v>0.56116580959999995</c:v>
                </c:pt>
                <c:pt idx="944">
                  <c:v>0.56075322630000002</c:v>
                </c:pt>
                <c:pt idx="945">
                  <c:v>0.56037575009999996</c:v>
                </c:pt>
                <c:pt idx="946">
                  <c:v>0.55990862850000001</c:v>
                </c:pt>
                <c:pt idx="947">
                  <c:v>0.55970603230000004</c:v>
                </c:pt>
                <c:pt idx="948">
                  <c:v>0.55967366699999999</c:v>
                </c:pt>
                <c:pt idx="949">
                  <c:v>0.55941867830000003</c:v>
                </c:pt>
                <c:pt idx="950">
                  <c:v>0.55931103230000001</c:v>
                </c:pt>
                <c:pt idx="951">
                  <c:v>0.55949598550000001</c:v>
                </c:pt>
                <c:pt idx="952">
                  <c:v>0.55929094550000003</c:v>
                </c:pt>
                <c:pt idx="953">
                  <c:v>0.55934304000000001</c:v>
                </c:pt>
                <c:pt idx="954">
                  <c:v>0.55960237980000005</c:v>
                </c:pt>
                <c:pt idx="955">
                  <c:v>0.55977618689999997</c:v>
                </c:pt>
                <c:pt idx="956">
                  <c:v>0.55993336439999997</c:v>
                </c:pt>
                <c:pt idx="957">
                  <c:v>0.56009727720000002</c:v>
                </c:pt>
                <c:pt idx="958">
                  <c:v>0.56046414379999998</c:v>
                </c:pt>
                <c:pt idx="959">
                  <c:v>0.56088536980000003</c:v>
                </c:pt>
                <c:pt idx="960">
                  <c:v>0.56121277810000003</c:v>
                </c:pt>
                <c:pt idx="961">
                  <c:v>0.56161266570000001</c:v>
                </c:pt>
                <c:pt idx="962">
                  <c:v>0.56192290779999998</c:v>
                </c:pt>
                <c:pt idx="963">
                  <c:v>0.56253725290000001</c:v>
                </c:pt>
                <c:pt idx="964">
                  <c:v>0.56301087139999995</c:v>
                </c:pt>
                <c:pt idx="965">
                  <c:v>0.56363874670000003</c:v>
                </c:pt>
                <c:pt idx="966">
                  <c:v>0.56413424020000003</c:v>
                </c:pt>
                <c:pt idx="967">
                  <c:v>0.56440490480000005</c:v>
                </c:pt>
                <c:pt idx="968">
                  <c:v>0.56530797479999995</c:v>
                </c:pt>
                <c:pt idx="969">
                  <c:v>0.56584227090000006</c:v>
                </c:pt>
                <c:pt idx="970">
                  <c:v>0.56646180150000003</c:v>
                </c:pt>
                <c:pt idx="971">
                  <c:v>0.56697571280000003</c:v>
                </c:pt>
                <c:pt idx="972">
                  <c:v>0.56793826820000004</c:v>
                </c:pt>
                <c:pt idx="973">
                  <c:v>0.56868427990000003</c:v>
                </c:pt>
                <c:pt idx="974">
                  <c:v>0.56927871699999999</c:v>
                </c:pt>
                <c:pt idx="975">
                  <c:v>0.57006460430000006</c:v>
                </c:pt>
                <c:pt idx="976">
                  <c:v>0.57093518970000001</c:v>
                </c:pt>
                <c:pt idx="977">
                  <c:v>0.571799159</c:v>
                </c:pt>
                <c:pt idx="978">
                  <c:v>0.57246476410000002</c:v>
                </c:pt>
                <c:pt idx="979">
                  <c:v>0.57329547410000004</c:v>
                </c:pt>
                <c:pt idx="980">
                  <c:v>0.57410430909999999</c:v>
                </c:pt>
                <c:pt idx="981">
                  <c:v>0.57493108510000002</c:v>
                </c:pt>
                <c:pt idx="982">
                  <c:v>0.57596516610000004</c:v>
                </c:pt>
                <c:pt idx="983">
                  <c:v>0.57684266569999998</c:v>
                </c:pt>
                <c:pt idx="984">
                  <c:v>0.57795089479999995</c:v>
                </c:pt>
                <c:pt idx="985">
                  <c:v>0.57881063219999995</c:v>
                </c:pt>
                <c:pt idx="986">
                  <c:v>0.57985305789999997</c:v>
                </c:pt>
                <c:pt idx="987">
                  <c:v>0.58088123800000002</c:v>
                </c:pt>
                <c:pt idx="988">
                  <c:v>0.58232814070000005</c:v>
                </c:pt>
                <c:pt idx="989">
                  <c:v>0.58327060939999997</c:v>
                </c:pt>
                <c:pt idx="990">
                  <c:v>0.5844790339</c:v>
                </c:pt>
                <c:pt idx="991">
                  <c:v>0.58556407690000001</c:v>
                </c:pt>
                <c:pt idx="992">
                  <c:v>0.58683228489999995</c:v>
                </c:pt>
                <c:pt idx="993">
                  <c:v>0.58805572989999999</c:v>
                </c:pt>
                <c:pt idx="994">
                  <c:v>0.5892910361</c:v>
                </c:pt>
                <c:pt idx="995">
                  <c:v>0.59052914379999999</c:v>
                </c:pt>
                <c:pt idx="996">
                  <c:v>0.59200006719999998</c:v>
                </c:pt>
                <c:pt idx="997">
                  <c:v>0.59331643580000004</c:v>
                </c:pt>
                <c:pt idx="998">
                  <c:v>0.59430176020000003</c:v>
                </c:pt>
                <c:pt idx="999">
                  <c:v>0.5959299803</c:v>
                </c:pt>
                <c:pt idx="1000">
                  <c:v>0.59729450939999995</c:v>
                </c:pt>
                <c:pt idx="1001">
                  <c:v>0.59873157740000005</c:v>
                </c:pt>
                <c:pt idx="1002">
                  <c:v>0.5998741984</c:v>
                </c:pt>
                <c:pt idx="1003">
                  <c:v>0.60123378039999997</c:v>
                </c:pt>
                <c:pt idx="1004">
                  <c:v>0.60285538429999996</c:v>
                </c:pt>
                <c:pt idx="1005">
                  <c:v>0.60418844220000001</c:v>
                </c:pt>
                <c:pt idx="1006">
                  <c:v>0.60583877559999999</c:v>
                </c:pt>
                <c:pt idx="1007">
                  <c:v>0.60702610020000003</c:v>
                </c:pt>
                <c:pt idx="1008">
                  <c:v>0.60847055910000003</c:v>
                </c:pt>
                <c:pt idx="1009">
                  <c:v>0.60990923640000005</c:v>
                </c:pt>
                <c:pt idx="1010">
                  <c:v>0.61136984829999996</c:v>
                </c:pt>
                <c:pt idx="1011">
                  <c:v>0.61281979080000004</c:v>
                </c:pt>
                <c:pt idx="1012">
                  <c:v>0.61425560710000005</c:v>
                </c:pt>
                <c:pt idx="1013">
                  <c:v>0.6154581308</c:v>
                </c:pt>
                <c:pt idx="1014">
                  <c:v>0.61723613740000005</c:v>
                </c:pt>
                <c:pt idx="1015">
                  <c:v>0.61838901040000005</c:v>
                </c:pt>
                <c:pt idx="1016">
                  <c:v>0.61996048690000005</c:v>
                </c:pt>
                <c:pt idx="1017">
                  <c:v>0.62103438379999998</c:v>
                </c:pt>
                <c:pt idx="1018">
                  <c:v>0.62249594929999996</c:v>
                </c:pt>
                <c:pt idx="1019">
                  <c:v>0.62377548220000001</c:v>
                </c:pt>
                <c:pt idx="1020">
                  <c:v>0.62515443559999995</c:v>
                </c:pt>
                <c:pt idx="1021">
                  <c:v>0.62633794549999999</c:v>
                </c:pt>
                <c:pt idx="1022">
                  <c:v>0.62755680079999998</c:v>
                </c:pt>
                <c:pt idx="1023">
                  <c:v>0.6288817525</c:v>
                </c:pt>
                <c:pt idx="1024">
                  <c:v>0.62994688750000005</c:v>
                </c:pt>
                <c:pt idx="1025">
                  <c:v>0.63109666109999996</c:v>
                </c:pt>
                <c:pt idx="1026">
                  <c:v>0.63233941790000003</c:v>
                </c:pt>
                <c:pt idx="1027">
                  <c:v>0.63344377279999997</c:v>
                </c:pt>
                <c:pt idx="1028">
                  <c:v>0.63451540470000001</c:v>
                </c:pt>
                <c:pt idx="1029">
                  <c:v>0.63526719809999999</c:v>
                </c:pt>
                <c:pt idx="1030">
                  <c:v>0.63649207350000003</c:v>
                </c:pt>
                <c:pt idx="1031">
                  <c:v>0.6373400092</c:v>
                </c:pt>
                <c:pt idx="1032">
                  <c:v>0.63801485300000005</c:v>
                </c:pt>
                <c:pt idx="1033">
                  <c:v>0.63887119290000005</c:v>
                </c:pt>
                <c:pt idx="1034">
                  <c:v>0.63959020379999998</c:v>
                </c:pt>
                <c:pt idx="1035">
                  <c:v>0.640421927</c:v>
                </c:pt>
                <c:pt idx="1036">
                  <c:v>0.64086723329999995</c:v>
                </c:pt>
                <c:pt idx="1037">
                  <c:v>0.64174711699999998</c:v>
                </c:pt>
                <c:pt idx="1038">
                  <c:v>0.64202314620000001</c:v>
                </c:pt>
                <c:pt idx="1039">
                  <c:v>0.64237487319999997</c:v>
                </c:pt>
                <c:pt idx="1040">
                  <c:v>0.64286273719999998</c:v>
                </c:pt>
                <c:pt idx="1041">
                  <c:v>0.64319616560000004</c:v>
                </c:pt>
                <c:pt idx="1042">
                  <c:v>0.6432905793</c:v>
                </c:pt>
                <c:pt idx="1043">
                  <c:v>0.64322263000000002</c:v>
                </c:pt>
                <c:pt idx="1044">
                  <c:v>0.64396446939999996</c:v>
                </c:pt>
                <c:pt idx="1045">
                  <c:v>0.64381706709999997</c:v>
                </c:pt>
                <c:pt idx="1046">
                  <c:v>0.6441808939</c:v>
                </c:pt>
                <c:pt idx="1047">
                  <c:v>0.64413434270000003</c:v>
                </c:pt>
                <c:pt idx="1048">
                  <c:v>0.64421164990000002</c:v>
                </c:pt>
                <c:pt idx="1049">
                  <c:v>0.64473688600000001</c:v>
                </c:pt>
                <c:pt idx="1050">
                  <c:v>0.64336800579999998</c:v>
                </c:pt>
                <c:pt idx="1051">
                  <c:v>0.64351612329999996</c:v>
                </c:pt>
                <c:pt idx="1052">
                  <c:v>0.64404177669999996</c:v>
                </c:pt>
                <c:pt idx="1053">
                  <c:v>0.64489626879999995</c:v>
                </c:pt>
                <c:pt idx="1054">
                  <c:v>0.64662593599999996</c:v>
                </c:pt>
                <c:pt idx="1055">
                  <c:v>0.64748442169999998</c:v>
                </c:pt>
                <c:pt idx="1056">
                  <c:v>0.64957636590000001</c:v>
                </c:pt>
                <c:pt idx="1057">
                  <c:v>0.6507831812</c:v>
                </c:pt>
                <c:pt idx="1058">
                  <c:v>0.65313369040000002</c:v>
                </c:pt>
                <c:pt idx="1059">
                  <c:v>0.6555371284</c:v>
                </c:pt>
                <c:pt idx="1060">
                  <c:v>0.65614008899999998</c:v>
                </c:pt>
                <c:pt idx="1061">
                  <c:v>0.65868377690000002</c:v>
                </c:pt>
                <c:pt idx="1062">
                  <c:v>0.66106033330000002</c:v>
                </c:pt>
                <c:pt idx="1063">
                  <c:v>0.66341876980000003</c:v>
                </c:pt>
                <c:pt idx="1064">
                  <c:v>0.66656577589999999</c:v>
                </c:pt>
                <c:pt idx="1065">
                  <c:v>0.66906106470000004</c:v>
                </c:pt>
                <c:pt idx="1066">
                  <c:v>0.67199730869999996</c:v>
                </c:pt>
                <c:pt idx="1067">
                  <c:v>0.67554926869999998</c:v>
                </c:pt>
                <c:pt idx="1068">
                  <c:v>0.67928296330000004</c:v>
                </c:pt>
                <c:pt idx="1069">
                  <c:v>0.68212079999999997</c:v>
                </c:pt>
                <c:pt idx="1070">
                  <c:v>0.68599033359999995</c:v>
                </c:pt>
                <c:pt idx="1071">
                  <c:v>0.6895017028</c:v>
                </c:pt>
                <c:pt idx="1072">
                  <c:v>0.69321876760000001</c:v>
                </c:pt>
                <c:pt idx="1073">
                  <c:v>0.69628977780000001</c:v>
                </c:pt>
                <c:pt idx="1074">
                  <c:v>0.69993722439999995</c:v>
                </c:pt>
                <c:pt idx="1075">
                  <c:v>0.70401328799999996</c:v>
                </c:pt>
                <c:pt idx="1076">
                  <c:v>0.70773220059999997</c:v>
                </c:pt>
                <c:pt idx="1077">
                  <c:v>0.71155405039999997</c:v>
                </c:pt>
                <c:pt idx="1078">
                  <c:v>0.71620398760000004</c:v>
                </c:pt>
                <c:pt idx="1079">
                  <c:v>0.71990907189999997</c:v>
                </c:pt>
                <c:pt idx="1080">
                  <c:v>0.72448599339999997</c:v>
                </c:pt>
                <c:pt idx="1081">
                  <c:v>0.72908639909999995</c:v>
                </c:pt>
                <c:pt idx="1082">
                  <c:v>0.73305362460000001</c:v>
                </c:pt>
                <c:pt idx="1083">
                  <c:v>0.73794752360000004</c:v>
                </c:pt>
                <c:pt idx="1084">
                  <c:v>0.74266797299999998</c:v>
                </c:pt>
                <c:pt idx="1085">
                  <c:v>0.74748903509999998</c:v>
                </c:pt>
                <c:pt idx="1086">
                  <c:v>0.75186944010000001</c:v>
                </c:pt>
                <c:pt idx="1087">
                  <c:v>0.75622141359999995</c:v>
                </c:pt>
                <c:pt idx="1088">
                  <c:v>0.76083815099999996</c:v>
                </c:pt>
                <c:pt idx="1089">
                  <c:v>0.76568257809999996</c:v>
                </c:pt>
                <c:pt idx="1090">
                  <c:v>0.77068358660000003</c:v>
                </c:pt>
                <c:pt idx="1091">
                  <c:v>0.77578634020000004</c:v>
                </c:pt>
                <c:pt idx="1092">
                  <c:v>0.78063464159999996</c:v>
                </c:pt>
                <c:pt idx="1093">
                  <c:v>0.78612691160000003</c:v>
                </c:pt>
                <c:pt idx="1094">
                  <c:v>0.79083800319999997</c:v>
                </c:pt>
                <c:pt idx="1095">
                  <c:v>0.79660558699999995</c:v>
                </c:pt>
                <c:pt idx="1096">
                  <c:v>0.80129748580000004</c:v>
                </c:pt>
                <c:pt idx="1097">
                  <c:v>0.80798423289999999</c:v>
                </c:pt>
                <c:pt idx="1098">
                  <c:v>0.8133318424</c:v>
                </c:pt>
                <c:pt idx="1099">
                  <c:v>0.81896281240000002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A79E-4B09-8A7E-A08E846353F8}"/>
            </c:ext>
          </c:extLst>
        </c:ser>
        <c:ser>
          <c:idx val="1"/>
          <c:order val="1"/>
          <c:tx>
            <c:strRef>
              <c:f>'CG 20260703'!$J$1</c:f>
              <c:strCache>
                <c:ptCount val="1"/>
                <c:pt idx="0">
                  <c:v>CGCH-158-DHs-R300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'CG 20260703'!$A$2:$A$1103</c:f>
              <c:numCache>
                <c:formatCode>General</c:formatCode>
                <c:ptCount val="1102"/>
                <c:pt idx="0">
                  <c:v>1400</c:v>
                </c:pt>
                <c:pt idx="1">
                  <c:v>1399</c:v>
                </c:pt>
                <c:pt idx="2">
                  <c:v>1398</c:v>
                </c:pt>
                <c:pt idx="3">
                  <c:v>1397</c:v>
                </c:pt>
                <c:pt idx="4">
                  <c:v>1396</c:v>
                </c:pt>
                <c:pt idx="5">
                  <c:v>1395</c:v>
                </c:pt>
                <c:pt idx="6">
                  <c:v>1394</c:v>
                </c:pt>
                <c:pt idx="7">
                  <c:v>1393</c:v>
                </c:pt>
                <c:pt idx="8">
                  <c:v>1392</c:v>
                </c:pt>
                <c:pt idx="9">
                  <c:v>1391</c:v>
                </c:pt>
                <c:pt idx="10">
                  <c:v>1390</c:v>
                </c:pt>
                <c:pt idx="11">
                  <c:v>1389</c:v>
                </c:pt>
                <c:pt idx="12">
                  <c:v>1388</c:v>
                </c:pt>
                <c:pt idx="13">
                  <c:v>1387</c:v>
                </c:pt>
                <c:pt idx="14">
                  <c:v>1386</c:v>
                </c:pt>
                <c:pt idx="15">
                  <c:v>1385</c:v>
                </c:pt>
                <c:pt idx="16">
                  <c:v>1384</c:v>
                </c:pt>
                <c:pt idx="17">
                  <c:v>1383</c:v>
                </c:pt>
                <c:pt idx="18">
                  <c:v>1382</c:v>
                </c:pt>
                <c:pt idx="19">
                  <c:v>1381</c:v>
                </c:pt>
                <c:pt idx="20">
                  <c:v>1380</c:v>
                </c:pt>
                <c:pt idx="21">
                  <c:v>1379</c:v>
                </c:pt>
                <c:pt idx="22">
                  <c:v>1378</c:v>
                </c:pt>
                <c:pt idx="23">
                  <c:v>1377</c:v>
                </c:pt>
                <c:pt idx="24">
                  <c:v>1376</c:v>
                </c:pt>
                <c:pt idx="25">
                  <c:v>1375</c:v>
                </c:pt>
                <c:pt idx="26">
                  <c:v>1374</c:v>
                </c:pt>
                <c:pt idx="27">
                  <c:v>1373</c:v>
                </c:pt>
                <c:pt idx="28">
                  <c:v>1372</c:v>
                </c:pt>
                <c:pt idx="29">
                  <c:v>1371</c:v>
                </c:pt>
                <c:pt idx="30">
                  <c:v>1370</c:v>
                </c:pt>
                <c:pt idx="31">
                  <c:v>1369</c:v>
                </c:pt>
                <c:pt idx="32">
                  <c:v>1368</c:v>
                </c:pt>
                <c:pt idx="33">
                  <c:v>1367</c:v>
                </c:pt>
                <c:pt idx="34">
                  <c:v>1366</c:v>
                </c:pt>
                <c:pt idx="35">
                  <c:v>1365</c:v>
                </c:pt>
                <c:pt idx="36">
                  <c:v>1364</c:v>
                </c:pt>
                <c:pt idx="37">
                  <c:v>1363</c:v>
                </c:pt>
                <c:pt idx="38">
                  <c:v>1362</c:v>
                </c:pt>
                <c:pt idx="39">
                  <c:v>1361</c:v>
                </c:pt>
                <c:pt idx="40">
                  <c:v>1360</c:v>
                </c:pt>
                <c:pt idx="41">
                  <c:v>1359</c:v>
                </c:pt>
                <c:pt idx="42">
                  <c:v>1358</c:v>
                </c:pt>
                <c:pt idx="43">
                  <c:v>1357</c:v>
                </c:pt>
                <c:pt idx="44">
                  <c:v>1356</c:v>
                </c:pt>
                <c:pt idx="45">
                  <c:v>1355</c:v>
                </c:pt>
                <c:pt idx="46">
                  <c:v>1354</c:v>
                </c:pt>
                <c:pt idx="47">
                  <c:v>1353</c:v>
                </c:pt>
                <c:pt idx="48">
                  <c:v>1352</c:v>
                </c:pt>
                <c:pt idx="49">
                  <c:v>1351</c:v>
                </c:pt>
                <c:pt idx="50">
                  <c:v>1350</c:v>
                </c:pt>
                <c:pt idx="51">
                  <c:v>1349</c:v>
                </c:pt>
                <c:pt idx="52">
                  <c:v>1348</c:v>
                </c:pt>
                <c:pt idx="53">
                  <c:v>1347</c:v>
                </c:pt>
                <c:pt idx="54">
                  <c:v>1346</c:v>
                </c:pt>
                <c:pt idx="55">
                  <c:v>1345</c:v>
                </c:pt>
                <c:pt idx="56">
                  <c:v>1344</c:v>
                </c:pt>
                <c:pt idx="57">
                  <c:v>1343</c:v>
                </c:pt>
                <c:pt idx="58">
                  <c:v>1342</c:v>
                </c:pt>
                <c:pt idx="59">
                  <c:v>1341</c:v>
                </c:pt>
                <c:pt idx="60">
                  <c:v>1340</c:v>
                </c:pt>
                <c:pt idx="61">
                  <c:v>1339</c:v>
                </c:pt>
                <c:pt idx="62">
                  <c:v>1338</c:v>
                </c:pt>
                <c:pt idx="63">
                  <c:v>1337</c:v>
                </c:pt>
                <c:pt idx="64">
                  <c:v>1336</c:v>
                </c:pt>
                <c:pt idx="65">
                  <c:v>1335</c:v>
                </c:pt>
                <c:pt idx="66">
                  <c:v>1334</c:v>
                </c:pt>
                <c:pt idx="67">
                  <c:v>1333</c:v>
                </c:pt>
                <c:pt idx="68">
                  <c:v>1332</c:v>
                </c:pt>
                <c:pt idx="69">
                  <c:v>1331</c:v>
                </c:pt>
                <c:pt idx="70">
                  <c:v>1330</c:v>
                </c:pt>
                <c:pt idx="71">
                  <c:v>1329</c:v>
                </c:pt>
                <c:pt idx="72">
                  <c:v>1328</c:v>
                </c:pt>
                <c:pt idx="73">
                  <c:v>1327</c:v>
                </c:pt>
                <c:pt idx="74">
                  <c:v>1326</c:v>
                </c:pt>
                <c:pt idx="75">
                  <c:v>1325</c:v>
                </c:pt>
                <c:pt idx="76">
                  <c:v>1324</c:v>
                </c:pt>
                <c:pt idx="77">
                  <c:v>1323</c:v>
                </c:pt>
                <c:pt idx="78">
                  <c:v>1322</c:v>
                </c:pt>
                <c:pt idx="79">
                  <c:v>1321</c:v>
                </c:pt>
                <c:pt idx="80">
                  <c:v>1320</c:v>
                </c:pt>
                <c:pt idx="81">
                  <c:v>1319</c:v>
                </c:pt>
                <c:pt idx="82">
                  <c:v>1318</c:v>
                </c:pt>
                <c:pt idx="83">
                  <c:v>1317</c:v>
                </c:pt>
                <c:pt idx="84">
                  <c:v>1316</c:v>
                </c:pt>
                <c:pt idx="85">
                  <c:v>1315</c:v>
                </c:pt>
                <c:pt idx="86">
                  <c:v>1314</c:v>
                </c:pt>
                <c:pt idx="87">
                  <c:v>1313</c:v>
                </c:pt>
                <c:pt idx="88">
                  <c:v>1312</c:v>
                </c:pt>
                <c:pt idx="89">
                  <c:v>1311</c:v>
                </c:pt>
                <c:pt idx="90">
                  <c:v>1310</c:v>
                </c:pt>
                <c:pt idx="91">
                  <c:v>1309</c:v>
                </c:pt>
                <c:pt idx="92">
                  <c:v>1308</c:v>
                </c:pt>
                <c:pt idx="93">
                  <c:v>1307</c:v>
                </c:pt>
                <c:pt idx="94">
                  <c:v>1306</c:v>
                </c:pt>
                <c:pt idx="95">
                  <c:v>1305</c:v>
                </c:pt>
                <c:pt idx="96">
                  <c:v>1304</c:v>
                </c:pt>
                <c:pt idx="97">
                  <c:v>1303</c:v>
                </c:pt>
                <c:pt idx="98">
                  <c:v>1302</c:v>
                </c:pt>
                <c:pt idx="99">
                  <c:v>1301</c:v>
                </c:pt>
                <c:pt idx="100">
                  <c:v>1300</c:v>
                </c:pt>
                <c:pt idx="101">
                  <c:v>1299</c:v>
                </c:pt>
                <c:pt idx="102">
                  <c:v>1298</c:v>
                </c:pt>
                <c:pt idx="103">
                  <c:v>1297</c:v>
                </c:pt>
                <c:pt idx="104">
                  <c:v>1296</c:v>
                </c:pt>
                <c:pt idx="105">
                  <c:v>1295</c:v>
                </c:pt>
                <c:pt idx="106">
                  <c:v>1294</c:v>
                </c:pt>
                <c:pt idx="107">
                  <c:v>1293</c:v>
                </c:pt>
                <c:pt idx="108">
                  <c:v>1292</c:v>
                </c:pt>
                <c:pt idx="109">
                  <c:v>1291</c:v>
                </c:pt>
                <c:pt idx="110">
                  <c:v>1290</c:v>
                </c:pt>
                <c:pt idx="111">
                  <c:v>1289</c:v>
                </c:pt>
                <c:pt idx="112">
                  <c:v>1288</c:v>
                </c:pt>
                <c:pt idx="113">
                  <c:v>1287</c:v>
                </c:pt>
                <c:pt idx="114">
                  <c:v>1286</c:v>
                </c:pt>
                <c:pt idx="115">
                  <c:v>1285</c:v>
                </c:pt>
                <c:pt idx="116">
                  <c:v>1284</c:v>
                </c:pt>
                <c:pt idx="117">
                  <c:v>1283</c:v>
                </c:pt>
                <c:pt idx="118">
                  <c:v>1282</c:v>
                </c:pt>
                <c:pt idx="119">
                  <c:v>1281</c:v>
                </c:pt>
                <c:pt idx="120">
                  <c:v>1280</c:v>
                </c:pt>
                <c:pt idx="121">
                  <c:v>1279</c:v>
                </c:pt>
                <c:pt idx="122">
                  <c:v>1278</c:v>
                </c:pt>
                <c:pt idx="123">
                  <c:v>1277</c:v>
                </c:pt>
                <c:pt idx="124">
                  <c:v>1276</c:v>
                </c:pt>
                <c:pt idx="125">
                  <c:v>1275</c:v>
                </c:pt>
                <c:pt idx="126">
                  <c:v>1274</c:v>
                </c:pt>
                <c:pt idx="127">
                  <c:v>1273</c:v>
                </c:pt>
                <c:pt idx="128">
                  <c:v>1272</c:v>
                </c:pt>
                <c:pt idx="129">
                  <c:v>1271</c:v>
                </c:pt>
                <c:pt idx="130">
                  <c:v>1270</c:v>
                </c:pt>
                <c:pt idx="131">
                  <c:v>1269</c:v>
                </c:pt>
                <c:pt idx="132">
                  <c:v>1268</c:v>
                </c:pt>
                <c:pt idx="133">
                  <c:v>1267</c:v>
                </c:pt>
                <c:pt idx="134">
                  <c:v>1266</c:v>
                </c:pt>
                <c:pt idx="135">
                  <c:v>1265</c:v>
                </c:pt>
                <c:pt idx="136">
                  <c:v>1264</c:v>
                </c:pt>
                <c:pt idx="137">
                  <c:v>1263</c:v>
                </c:pt>
                <c:pt idx="138">
                  <c:v>1262</c:v>
                </c:pt>
                <c:pt idx="139">
                  <c:v>1261</c:v>
                </c:pt>
                <c:pt idx="140">
                  <c:v>1260</c:v>
                </c:pt>
                <c:pt idx="141">
                  <c:v>1259</c:v>
                </c:pt>
                <c:pt idx="142">
                  <c:v>1258</c:v>
                </c:pt>
                <c:pt idx="143">
                  <c:v>1257</c:v>
                </c:pt>
                <c:pt idx="144">
                  <c:v>1256</c:v>
                </c:pt>
                <c:pt idx="145">
                  <c:v>1255</c:v>
                </c:pt>
                <c:pt idx="146">
                  <c:v>1254</c:v>
                </c:pt>
                <c:pt idx="147">
                  <c:v>1253</c:v>
                </c:pt>
                <c:pt idx="148">
                  <c:v>1252</c:v>
                </c:pt>
                <c:pt idx="149">
                  <c:v>1251</c:v>
                </c:pt>
                <c:pt idx="150">
                  <c:v>1250</c:v>
                </c:pt>
                <c:pt idx="151">
                  <c:v>1249</c:v>
                </c:pt>
                <c:pt idx="152">
                  <c:v>1248</c:v>
                </c:pt>
                <c:pt idx="153">
                  <c:v>1247</c:v>
                </c:pt>
                <c:pt idx="154">
                  <c:v>1246</c:v>
                </c:pt>
                <c:pt idx="155">
                  <c:v>1245</c:v>
                </c:pt>
                <c:pt idx="156">
                  <c:v>1244</c:v>
                </c:pt>
                <c:pt idx="157">
                  <c:v>1243</c:v>
                </c:pt>
                <c:pt idx="158">
                  <c:v>1242</c:v>
                </c:pt>
                <c:pt idx="159">
                  <c:v>1241</c:v>
                </c:pt>
                <c:pt idx="160">
                  <c:v>1240</c:v>
                </c:pt>
                <c:pt idx="161">
                  <c:v>1239</c:v>
                </c:pt>
                <c:pt idx="162">
                  <c:v>1238</c:v>
                </c:pt>
                <c:pt idx="163">
                  <c:v>1237</c:v>
                </c:pt>
                <c:pt idx="164">
                  <c:v>1236</c:v>
                </c:pt>
                <c:pt idx="165">
                  <c:v>1235</c:v>
                </c:pt>
                <c:pt idx="166">
                  <c:v>1234</c:v>
                </c:pt>
                <c:pt idx="167">
                  <c:v>1233</c:v>
                </c:pt>
                <c:pt idx="168">
                  <c:v>1232</c:v>
                </c:pt>
                <c:pt idx="169">
                  <c:v>1231</c:v>
                </c:pt>
                <c:pt idx="170">
                  <c:v>1230</c:v>
                </c:pt>
                <c:pt idx="171">
                  <c:v>1229</c:v>
                </c:pt>
                <c:pt idx="172">
                  <c:v>1228</c:v>
                </c:pt>
                <c:pt idx="173">
                  <c:v>1227</c:v>
                </c:pt>
                <c:pt idx="174">
                  <c:v>1226</c:v>
                </c:pt>
                <c:pt idx="175">
                  <c:v>1225</c:v>
                </c:pt>
                <c:pt idx="176">
                  <c:v>1224</c:v>
                </c:pt>
                <c:pt idx="177">
                  <c:v>1223</c:v>
                </c:pt>
                <c:pt idx="178">
                  <c:v>1222</c:v>
                </c:pt>
                <c:pt idx="179">
                  <c:v>1221</c:v>
                </c:pt>
                <c:pt idx="180">
                  <c:v>1220</c:v>
                </c:pt>
                <c:pt idx="181">
                  <c:v>1219</c:v>
                </c:pt>
                <c:pt idx="182">
                  <c:v>1218</c:v>
                </c:pt>
                <c:pt idx="183">
                  <c:v>1217</c:v>
                </c:pt>
                <c:pt idx="184">
                  <c:v>1216</c:v>
                </c:pt>
                <c:pt idx="185">
                  <c:v>1215</c:v>
                </c:pt>
                <c:pt idx="186">
                  <c:v>1214</c:v>
                </c:pt>
                <c:pt idx="187">
                  <c:v>1213</c:v>
                </c:pt>
                <c:pt idx="188">
                  <c:v>1212</c:v>
                </c:pt>
                <c:pt idx="189">
                  <c:v>1211</c:v>
                </c:pt>
                <c:pt idx="190">
                  <c:v>1210</c:v>
                </c:pt>
                <c:pt idx="191">
                  <c:v>1209</c:v>
                </c:pt>
                <c:pt idx="192">
                  <c:v>1208</c:v>
                </c:pt>
                <c:pt idx="193">
                  <c:v>1207</c:v>
                </c:pt>
                <c:pt idx="194">
                  <c:v>1206</c:v>
                </c:pt>
                <c:pt idx="195">
                  <c:v>1205</c:v>
                </c:pt>
                <c:pt idx="196">
                  <c:v>1204</c:v>
                </c:pt>
                <c:pt idx="197">
                  <c:v>1203</c:v>
                </c:pt>
                <c:pt idx="198">
                  <c:v>1202</c:v>
                </c:pt>
                <c:pt idx="199">
                  <c:v>1201</c:v>
                </c:pt>
                <c:pt idx="200">
                  <c:v>1200</c:v>
                </c:pt>
                <c:pt idx="201">
                  <c:v>1199</c:v>
                </c:pt>
                <c:pt idx="202">
                  <c:v>1198</c:v>
                </c:pt>
                <c:pt idx="203">
                  <c:v>1197</c:v>
                </c:pt>
                <c:pt idx="204">
                  <c:v>1196</c:v>
                </c:pt>
                <c:pt idx="205">
                  <c:v>1195</c:v>
                </c:pt>
                <c:pt idx="206">
                  <c:v>1194</c:v>
                </c:pt>
                <c:pt idx="207">
                  <c:v>1193</c:v>
                </c:pt>
                <c:pt idx="208">
                  <c:v>1192</c:v>
                </c:pt>
                <c:pt idx="209">
                  <c:v>1191</c:v>
                </c:pt>
                <c:pt idx="210">
                  <c:v>1190</c:v>
                </c:pt>
                <c:pt idx="211">
                  <c:v>1189</c:v>
                </c:pt>
                <c:pt idx="212">
                  <c:v>1188</c:v>
                </c:pt>
                <c:pt idx="213">
                  <c:v>1187</c:v>
                </c:pt>
                <c:pt idx="214">
                  <c:v>1186</c:v>
                </c:pt>
                <c:pt idx="215">
                  <c:v>1185</c:v>
                </c:pt>
                <c:pt idx="216">
                  <c:v>1184</c:v>
                </c:pt>
                <c:pt idx="217">
                  <c:v>1183</c:v>
                </c:pt>
                <c:pt idx="218">
                  <c:v>1182</c:v>
                </c:pt>
                <c:pt idx="219">
                  <c:v>1181</c:v>
                </c:pt>
                <c:pt idx="220">
                  <c:v>1180</c:v>
                </c:pt>
                <c:pt idx="221">
                  <c:v>1179</c:v>
                </c:pt>
                <c:pt idx="222">
                  <c:v>1178</c:v>
                </c:pt>
                <c:pt idx="223">
                  <c:v>1177</c:v>
                </c:pt>
                <c:pt idx="224">
                  <c:v>1176</c:v>
                </c:pt>
                <c:pt idx="225">
                  <c:v>1175</c:v>
                </c:pt>
                <c:pt idx="226">
                  <c:v>1174</c:v>
                </c:pt>
                <c:pt idx="227">
                  <c:v>1173</c:v>
                </c:pt>
                <c:pt idx="228">
                  <c:v>1172</c:v>
                </c:pt>
                <c:pt idx="229">
                  <c:v>1171</c:v>
                </c:pt>
                <c:pt idx="230">
                  <c:v>1170</c:v>
                </c:pt>
                <c:pt idx="231">
                  <c:v>1169</c:v>
                </c:pt>
                <c:pt idx="232">
                  <c:v>1168</c:v>
                </c:pt>
                <c:pt idx="233">
                  <c:v>1167</c:v>
                </c:pt>
                <c:pt idx="234">
                  <c:v>1166</c:v>
                </c:pt>
                <c:pt idx="235">
                  <c:v>1165</c:v>
                </c:pt>
                <c:pt idx="236">
                  <c:v>1164</c:v>
                </c:pt>
                <c:pt idx="237">
                  <c:v>1163</c:v>
                </c:pt>
                <c:pt idx="238">
                  <c:v>1162</c:v>
                </c:pt>
                <c:pt idx="239">
                  <c:v>1161</c:v>
                </c:pt>
                <c:pt idx="240">
                  <c:v>1160</c:v>
                </c:pt>
                <c:pt idx="241">
                  <c:v>1159</c:v>
                </c:pt>
                <c:pt idx="242">
                  <c:v>1158</c:v>
                </c:pt>
                <c:pt idx="243">
                  <c:v>1157</c:v>
                </c:pt>
                <c:pt idx="244">
                  <c:v>1156</c:v>
                </c:pt>
                <c:pt idx="245">
                  <c:v>1155</c:v>
                </c:pt>
                <c:pt idx="246">
                  <c:v>1154</c:v>
                </c:pt>
                <c:pt idx="247">
                  <c:v>1153</c:v>
                </c:pt>
                <c:pt idx="248">
                  <c:v>1152</c:v>
                </c:pt>
                <c:pt idx="249">
                  <c:v>1151</c:v>
                </c:pt>
                <c:pt idx="250">
                  <c:v>1150</c:v>
                </c:pt>
                <c:pt idx="251">
                  <c:v>1149</c:v>
                </c:pt>
                <c:pt idx="252">
                  <c:v>1148</c:v>
                </c:pt>
                <c:pt idx="253">
                  <c:v>1147</c:v>
                </c:pt>
                <c:pt idx="254">
                  <c:v>1146</c:v>
                </c:pt>
                <c:pt idx="255">
                  <c:v>1145</c:v>
                </c:pt>
                <c:pt idx="256">
                  <c:v>1144</c:v>
                </c:pt>
                <c:pt idx="257">
                  <c:v>1143</c:v>
                </c:pt>
                <c:pt idx="258">
                  <c:v>1142</c:v>
                </c:pt>
                <c:pt idx="259">
                  <c:v>1141</c:v>
                </c:pt>
                <c:pt idx="260">
                  <c:v>1140</c:v>
                </c:pt>
                <c:pt idx="261">
                  <c:v>1139</c:v>
                </c:pt>
                <c:pt idx="262">
                  <c:v>1138</c:v>
                </c:pt>
                <c:pt idx="263">
                  <c:v>1137</c:v>
                </c:pt>
                <c:pt idx="264">
                  <c:v>1136</c:v>
                </c:pt>
                <c:pt idx="265">
                  <c:v>1135</c:v>
                </c:pt>
                <c:pt idx="266">
                  <c:v>1134</c:v>
                </c:pt>
                <c:pt idx="267">
                  <c:v>1133</c:v>
                </c:pt>
                <c:pt idx="268">
                  <c:v>1132</c:v>
                </c:pt>
                <c:pt idx="269">
                  <c:v>1131</c:v>
                </c:pt>
                <c:pt idx="270">
                  <c:v>1130</c:v>
                </c:pt>
                <c:pt idx="271">
                  <c:v>1129</c:v>
                </c:pt>
                <c:pt idx="272">
                  <c:v>1128</c:v>
                </c:pt>
                <c:pt idx="273">
                  <c:v>1127</c:v>
                </c:pt>
                <c:pt idx="274">
                  <c:v>1126</c:v>
                </c:pt>
                <c:pt idx="275">
                  <c:v>1125</c:v>
                </c:pt>
                <c:pt idx="276">
                  <c:v>1124</c:v>
                </c:pt>
                <c:pt idx="277">
                  <c:v>1123</c:v>
                </c:pt>
                <c:pt idx="278">
                  <c:v>1122</c:v>
                </c:pt>
                <c:pt idx="279">
                  <c:v>1121</c:v>
                </c:pt>
                <c:pt idx="280">
                  <c:v>1120</c:v>
                </c:pt>
                <c:pt idx="281">
                  <c:v>1119</c:v>
                </c:pt>
                <c:pt idx="282">
                  <c:v>1118</c:v>
                </c:pt>
                <c:pt idx="283">
                  <c:v>1117</c:v>
                </c:pt>
                <c:pt idx="284">
                  <c:v>1116</c:v>
                </c:pt>
                <c:pt idx="285">
                  <c:v>1115</c:v>
                </c:pt>
                <c:pt idx="286">
                  <c:v>1114</c:v>
                </c:pt>
                <c:pt idx="287">
                  <c:v>1113</c:v>
                </c:pt>
                <c:pt idx="288">
                  <c:v>1112</c:v>
                </c:pt>
                <c:pt idx="289">
                  <c:v>1111</c:v>
                </c:pt>
                <c:pt idx="290">
                  <c:v>1110</c:v>
                </c:pt>
                <c:pt idx="291">
                  <c:v>1109</c:v>
                </c:pt>
                <c:pt idx="292">
                  <c:v>1108</c:v>
                </c:pt>
                <c:pt idx="293">
                  <c:v>1107</c:v>
                </c:pt>
                <c:pt idx="294">
                  <c:v>1106</c:v>
                </c:pt>
                <c:pt idx="295">
                  <c:v>1105</c:v>
                </c:pt>
                <c:pt idx="296">
                  <c:v>1104</c:v>
                </c:pt>
                <c:pt idx="297">
                  <c:v>1103</c:v>
                </c:pt>
                <c:pt idx="298">
                  <c:v>1102</c:v>
                </c:pt>
                <c:pt idx="299">
                  <c:v>1101</c:v>
                </c:pt>
                <c:pt idx="300">
                  <c:v>1100</c:v>
                </c:pt>
                <c:pt idx="301">
                  <c:v>1099</c:v>
                </c:pt>
                <c:pt idx="302">
                  <c:v>1098</c:v>
                </c:pt>
                <c:pt idx="303">
                  <c:v>1097</c:v>
                </c:pt>
                <c:pt idx="304">
                  <c:v>1096</c:v>
                </c:pt>
                <c:pt idx="305">
                  <c:v>1095</c:v>
                </c:pt>
                <c:pt idx="306">
                  <c:v>1094</c:v>
                </c:pt>
                <c:pt idx="307">
                  <c:v>1093</c:v>
                </c:pt>
                <c:pt idx="308">
                  <c:v>1092</c:v>
                </c:pt>
                <c:pt idx="309">
                  <c:v>1091</c:v>
                </c:pt>
                <c:pt idx="310">
                  <c:v>1090</c:v>
                </c:pt>
                <c:pt idx="311">
                  <c:v>1089</c:v>
                </c:pt>
                <c:pt idx="312">
                  <c:v>1088</c:v>
                </c:pt>
                <c:pt idx="313">
                  <c:v>1087</c:v>
                </c:pt>
                <c:pt idx="314">
                  <c:v>1086</c:v>
                </c:pt>
                <c:pt idx="315">
                  <c:v>1085</c:v>
                </c:pt>
                <c:pt idx="316">
                  <c:v>1084</c:v>
                </c:pt>
                <c:pt idx="317">
                  <c:v>1083</c:v>
                </c:pt>
                <c:pt idx="318">
                  <c:v>1082</c:v>
                </c:pt>
                <c:pt idx="319">
                  <c:v>1081</c:v>
                </c:pt>
                <c:pt idx="320">
                  <c:v>1080</c:v>
                </c:pt>
                <c:pt idx="321">
                  <c:v>1079</c:v>
                </c:pt>
                <c:pt idx="322">
                  <c:v>1078</c:v>
                </c:pt>
                <c:pt idx="323">
                  <c:v>1077</c:v>
                </c:pt>
                <c:pt idx="324">
                  <c:v>1076</c:v>
                </c:pt>
                <c:pt idx="325">
                  <c:v>1075</c:v>
                </c:pt>
                <c:pt idx="326">
                  <c:v>1074</c:v>
                </c:pt>
                <c:pt idx="327">
                  <c:v>1073</c:v>
                </c:pt>
                <c:pt idx="328">
                  <c:v>1072</c:v>
                </c:pt>
                <c:pt idx="329">
                  <c:v>1071</c:v>
                </c:pt>
                <c:pt idx="330">
                  <c:v>1070</c:v>
                </c:pt>
                <c:pt idx="331">
                  <c:v>1069</c:v>
                </c:pt>
                <c:pt idx="332">
                  <c:v>1068</c:v>
                </c:pt>
                <c:pt idx="333">
                  <c:v>1067</c:v>
                </c:pt>
                <c:pt idx="334">
                  <c:v>1066</c:v>
                </c:pt>
                <c:pt idx="335">
                  <c:v>1065</c:v>
                </c:pt>
                <c:pt idx="336">
                  <c:v>1064</c:v>
                </c:pt>
                <c:pt idx="337">
                  <c:v>1063</c:v>
                </c:pt>
                <c:pt idx="338">
                  <c:v>1062</c:v>
                </c:pt>
                <c:pt idx="339">
                  <c:v>1061</c:v>
                </c:pt>
                <c:pt idx="340">
                  <c:v>1060</c:v>
                </c:pt>
                <c:pt idx="341">
                  <c:v>1059</c:v>
                </c:pt>
                <c:pt idx="342">
                  <c:v>1058</c:v>
                </c:pt>
                <c:pt idx="343">
                  <c:v>1057</c:v>
                </c:pt>
                <c:pt idx="344">
                  <c:v>1056</c:v>
                </c:pt>
                <c:pt idx="345">
                  <c:v>1055</c:v>
                </c:pt>
                <c:pt idx="346">
                  <c:v>1054</c:v>
                </c:pt>
                <c:pt idx="347">
                  <c:v>1053</c:v>
                </c:pt>
                <c:pt idx="348">
                  <c:v>1052</c:v>
                </c:pt>
                <c:pt idx="349">
                  <c:v>1051</c:v>
                </c:pt>
                <c:pt idx="350">
                  <c:v>1050</c:v>
                </c:pt>
                <c:pt idx="351">
                  <c:v>1049</c:v>
                </c:pt>
                <c:pt idx="352">
                  <c:v>1048</c:v>
                </c:pt>
                <c:pt idx="353">
                  <c:v>1047</c:v>
                </c:pt>
                <c:pt idx="354">
                  <c:v>1046</c:v>
                </c:pt>
                <c:pt idx="355">
                  <c:v>1045</c:v>
                </c:pt>
                <c:pt idx="356">
                  <c:v>1044</c:v>
                </c:pt>
                <c:pt idx="357">
                  <c:v>1043</c:v>
                </c:pt>
                <c:pt idx="358">
                  <c:v>1042</c:v>
                </c:pt>
                <c:pt idx="359">
                  <c:v>1041</c:v>
                </c:pt>
                <c:pt idx="360">
                  <c:v>1040</c:v>
                </c:pt>
                <c:pt idx="361">
                  <c:v>1039</c:v>
                </c:pt>
                <c:pt idx="362">
                  <c:v>1038</c:v>
                </c:pt>
                <c:pt idx="363">
                  <c:v>1037</c:v>
                </c:pt>
                <c:pt idx="364">
                  <c:v>1036</c:v>
                </c:pt>
                <c:pt idx="365">
                  <c:v>1035</c:v>
                </c:pt>
                <c:pt idx="366">
                  <c:v>1034</c:v>
                </c:pt>
                <c:pt idx="367">
                  <c:v>1033</c:v>
                </c:pt>
                <c:pt idx="368">
                  <c:v>1032</c:v>
                </c:pt>
                <c:pt idx="369">
                  <c:v>1031</c:v>
                </c:pt>
                <c:pt idx="370">
                  <c:v>1030</c:v>
                </c:pt>
                <c:pt idx="371">
                  <c:v>1029</c:v>
                </c:pt>
                <c:pt idx="372">
                  <c:v>1028</c:v>
                </c:pt>
                <c:pt idx="373">
                  <c:v>1027</c:v>
                </c:pt>
                <c:pt idx="374">
                  <c:v>1026</c:v>
                </c:pt>
                <c:pt idx="375">
                  <c:v>1025</c:v>
                </c:pt>
                <c:pt idx="376">
                  <c:v>1024</c:v>
                </c:pt>
                <c:pt idx="377">
                  <c:v>1023</c:v>
                </c:pt>
                <c:pt idx="378">
                  <c:v>1022</c:v>
                </c:pt>
                <c:pt idx="379">
                  <c:v>1021</c:v>
                </c:pt>
                <c:pt idx="380">
                  <c:v>1020</c:v>
                </c:pt>
                <c:pt idx="381">
                  <c:v>1019</c:v>
                </c:pt>
                <c:pt idx="382">
                  <c:v>1018</c:v>
                </c:pt>
                <c:pt idx="383">
                  <c:v>1017</c:v>
                </c:pt>
                <c:pt idx="384">
                  <c:v>1016</c:v>
                </c:pt>
                <c:pt idx="385">
                  <c:v>1015</c:v>
                </c:pt>
                <c:pt idx="386">
                  <c:v>1014</c:v>
                </c:pt>
                <c:pt idx="387">
                  <c:v>1013</c:v>
                </c:pt>
                <c:pt idx="388">
                  <c:v>1012</c:v>
                </c:pt>
                <c:pt idx="389">
                  <c:v>1011</c:v>
                </c:pt>
                <c:pt idx="390">
                  <c:v>1010</c:v>
                </c:pt>
                <c:pt idx="391">
                  <c:v>1009</c:v>
                </c:pt>
                <c:pt idx="392">
                  <c:v>1008</c:v>
                </c:pt>
                <c:pt idx="393">
                  <c:v>1007</c:v>
                </c:pt>
                <c:pt idx="394">
                  <c:v>1006</c:v>
                </c:pt>
                <c:pt idx="395">
                  <c:v>1005</c:v>
                </c:pt>
                <c:pt idx="396">
                  <c:v>1004</c:v>
                </c:pt>
                <c:pt idx="397">
                  <c:v>1003</c:v>
                </c:pt>
                <c:pt idx="398">
                  <c:v>1002</c:v>
                </c:pt>
                <c:pt idx="399">
                  <c:v>1001</c:v>
                </c:pt>
                <c:pt idx="400">
                  <c:v>1000</c:v>
                </c:pt>
                <c:pt idx="401">
                  <c:v>999</c:v>
                </c:pt>
                <c:pt idx="402">
                  <c:v>998</c:v>
                </c:pt>
                <c:pt idx="403">
                  <c:v>997</c:v>
                </c:pt>
                <c:pt idx="404">
                  <c:v>996</c:v>
                </c:pt>
                <c:pt idx="405">
                  <c:v>995</c:v>
                </c:pt>
                <c:pt idx="406">
                  <c:v>994</c:v>
                </c:pt>
                <c:pt idx="407">
                  <c:v>993</c:v>
                </c:pt>
                <c:pt idx="408">
                  <c:v>992</c:v>
                </c:pt>
                <c:pt idx="409">
                  <c:v>991</c:v>
                </c:pt>
                <c:pt idx="410">
                  <c:v>990</c:v>
                </c:pt>
                <c:pt idx="411">
                  <c:v>989</c:v>
                </c:pt>
                <c:pt idx="412">
                  <c:v>988</c:v>
                </c:pt>
                <c:pt idx="413">
                  <c:v>987</c:v>
                </c:pt>
                <c:pt idx="414">
                  <c:v>986</c:v>
                </c:pt>
                <c:pt idx="415">
                  <c:v>985</c:v>
                </c:pt>
                <c:pt idx="416">
                  <c:v>984</c:v>
                </c:pt>
                <c:pt idx="417">
                  <c:v>983</c:v>
                </c:pt>
                <c:pt idx="418">
                  <c:v>982</c:v>
                </c:pt>
                <c:pt idx="419">
                  <c:v>981</c:v>
                </c:pt>
                <c:pt idx="420">
                  <c:v>980</c:v>
                </c:pt>
                <c:pt idx="421">
                  <c:v>979</c:v>
                </c:pt>
                <c:pt idx="422">
                  <c:v>978</c:v>
                </c:pt>
                <c:pt idx="423">
                  <c:v>977</c:v>
                </c:pt>
                <c:pt idx="424">
                  <c:v>976</c:v>
                </c:pt>
                <c:pt idx="425">
                  <c:v>975</c:v>
                </c:pt>
                <c:pt idx="426">
                  <c:v>974</c:v>
                </c:pt>
                <c:pt idx="427">
                  <c:v>973</c:v>
                </c:pt>
                <c:pt idx="428">
                  <c:v>972</c:v>
                </c:pt>
                <c:pt idx="429">
                  <c:v>971</c:v>
                </c:pt>
                <c:pt idx="430">
                  <c:v>970</c:v>
                </c:pt>
                <c:pt idx="431">
                  <c:v>969</c:v>
                </c:pt>
                <c:pt idx="432">
                  <c:v>968</c:v>
                </c:pt>
                <c:pt idx="433">
                  <c:v>967</c:v>
                </c:pt>
                <c:pt idx="434">
                  <c:v>966</c:v>
                </c:pt>
                <c:pt idx="435">
                  <c:v>965</c:v>
                </c:pt>
                <c:pt idx="436">
                  <c:v>964</c:v>
                </c:pt>
                <c:pt idx="437">
                  <c:v>963</c:v>
                </c:pt>
                <c:pt idx="438">
                  <c:v>962</c:v>
                </c:pt>
                <c:pt idx="439">
                  <c:v>961</c:v>
                </c:pt>
                <c:pt idx="440">
                  <c:v>960</c:v>
                </c:pt>
                <c:pt idx="441">
                  <c:v>959</c:v>
                </c:pt>
                <c:pt idx="442">
                  <c:v>958</c:v>
                </c:pt>
                <c:pt idx="443">
                  <c:v>957</c:v>
                </c:pt>
                <c:pt idx="444">
                  <c:v>956</c:v>
                </c:pt>
                <c:pt idx="445">
                  <c:v>955</c:v>
                </c:pt>
                <c:pt idx="446">
                  <c:v>954</c:v>
                </c:pt>
                <c:pt idx="447">
                  <c:v>953</c:v>
                </c:pt>
                <c:pt idx="448">
                  <c:v>952</c:v>
                </c:pt>
                <c:pt idx="449">
                  <c:v>951</c:v>
                </c:pt>
                <c:pt idx="450">
                  <c:v>950</c:v>
                </c:pt>
                <c:pt idx="451">
                  <c:v>949</c:v>
                </c:pt>
                <c:pt idx="452">
                  <c:v>948</c:v>
                </c:pt>
                <c:pt idx="453">
                  <c:v>947</c:v>
                </c:pt>
                <c:pt idx="454">
                  <c:v>946</c:v>
                </c:pt>
                <c:pt idx="455">
                  <c:v>945</c:v>
                </c:pt>
                <c:pt idx="456">
                  <c:v>944</c:v>
                </c:pt>
                <c:pt idx="457">
                  <c:v>943</c:v>
                </c:pt>
                <c:pt idx="458">
                  <c:v>942</c:v>
                </c:pt>
                <c:pt idx="459">
                  <c:v>941</c:v>
                </c:pt>
                <c:pt idx="460">
                  <c:v>940</c:v>
                </c:pt>
                <c:pt idx="461">
                  <c:v>939</c:v>
                </c:pt>
                <c:pt idx="462">
                  <c:v>938</c:v>
                </c:pt>
                <c:pt idx="463">
                  <c:v>937</c:v>
                </c:pt>
                <c:pt idx="464">
                  <c:v>936</c:v>
                </c:pt>
                <c:pt idx="465">
                  <c:v>935</c:v>
                </c:pt>
                <c:pt idx="466">
                  <c:v>934</c:v>
                </c:pt>
                <c:pt idx="467">
                  <c:v>933</c:v>
                </c:pt>
                <c:pt idx="468">
                  <c:v>932</c:v>
                </c:pt>
                <c:pt idx="469">
                  <c:v>931</c:v>
                </c:pt>
                <c:pt idx="470">
                  <c:v>930</c:v>
                </c:pt>
                <c:pt idx="471">
                  <c:v>929</c:v>
                </c:pt>
                <c:pt idx="472">
                  <c:v>928</c:v>
                </c:pt>
                <c:pt idx="473">
                  <c:v>927</c:v>
                </c:pt>
                <c:pt idx="474">
                  <c:v>926</c:v>
                </c:pt>
                <c:pt idx="475">
                  <c:v>925</c:v>
                </c:pt>
                <c:pt idx="476">
                  <c:v>924</c:v>
                </c:pt>
                <c:pt idx="477">
                  <c:v>923</c:v>
                </c:pt>
                <c:pt idx="478">
                  <c:v>922</c:v>
                </c:pt>
                <c:pt idx="479">
                  <c:v>921</c:v>
                </c:pt>
                <c:pt idx="480">
                  <c:v>920</c:v>
                </c:pt>
                <c:pt idx="481">
                  <c:v>919</c:v>
                </c:pt>
                <c:pt idx="482">
                  <c:v>918</c:v>
                </c:pt>
                <c:pt idx="483">
                  <c:v>917</c:v>
                </c:pt>
                <c:pt idx="484">
                  <c:v>916</c:v>
                </c:pt>
                <c:pt idx="485">
                  <c:v>915</c:v>
                </c:pt>
                <c:pt idx="486">
                  <c:v>914</c:v>
                </c:pt>
                <c:pt idx="487">
                  <c:v>913</c:v>
                </c:pt>
                <c:pt idx="488">
                  <c:v>912</c:v>
                </c:pt>
                <c:pt idx="489">
                  <c:v>911</c:v>
                </c:pt>
                <c:pt idx="490">
                  <c:v>910</c:v>
                </c:pt>
                <c:pt idx="491">
                  <c:v>909</c:v>
                </c:pt>
                <c:pt idx="492">
                  <c:v>908</c:v>
                </c:pt>
                <c:pt idx="493">
                  <c:v>907</c:v>
                </c:pt>
                <c:pt idx="494">
                  <c:v>906</c:v>
                </c:pt>
                <c:pt idx="495">
                  <c:v>905</c:v>
                </c:pt>
                <c:pt idx="496">
                  <c:v>904</c:v>
                </c:pt>
                <c:pt idx="497">
                  <c:v>903</c:v>
                </c:pt>
                <c:pt idx="498">
                  <c:v>902</c:v>
                </c:pt>
                <c:pt idx="499">
                  <c:v>901</c:v>
                </c:pt>
                <c:pt idx="500">
                  <c:v>900</c:v>
                </c:pt>
                <c:pt idx="501">
                  <c:v>899</c:v>
                </c:pt>
                <c:pt idx="502">
                  <c:v>898</c:v>
                </c:pt>
                <c:pt idx="503">
                  <c:v>897</c:v>
                </c:pt>
                <c:pt idx="504">
                  <c:v>896</c:v>
                </c:pt>
                <c:pt idx="505">
                  <c:v>895</c:v>
                </c:pt>
                <c:pt idx="506">
                  <c:v>894</c:v>
                </c:pt>
                <c:pt idx="507">
                  <c:v>893</c:v>
                </c:pt>
                <c:pt idx="508">
                  <c:v>892</c:v>
                </c:pt>
                <c:pt idx="509">
                  <c:v>891</c:v>
                </c:pt>
                <c:pt idx="510">
                  <c:v>890</c:v>
                </c:pt>
                <c:pt idx="511">
                  <c:v>889</c:v>
                </c:pt>
                <c:pt idx="512">
                  <c:v>888</c:v>
                </c:pt>
                <c:pt idx="513">
                  <c:v>887</c:v>
                </c:pt>
                <c:pt idx="514">
                  <c:v>886</c:v>
                </c:pt>
                <c:pt idx="515">
                  <c:v>885</c:v>
                </c:pt>
                <c:pt idx="516">
                  <c:v>884</c:v>
                </c:pt>
                <c:pt idx="517">
                  <c:v>883</c:v>
                </c:pt>
                <c:pt idx="518">
                  <c:v>882</c:v>
                </c:pt>
                <c:pt idx="519">
                  <c:v>881</c:v>
                </c:pt>
                <c:pt idx="520">
                  <c:v>880</c:v>
                </c:pt>
                <c:pt idx="521">
                  <c:v>879</c:v>
                </c:pt>
                <c:pt idx="522">
                  <c:v>878</c:v>
                </c:pt>
                <c:pt idx="523">
                  <c:v>877</c:v>
                </c:pt>
                <c:pt idx="524">
                  <c:v>876</c:v>
                </c:pt>
                <c:pt idx="525">
                  <c:v>875</c:v>
                </c:pt>
                <c:pt idx="526">
                  <c:v>874</c:v>
                </c:pt>
                <c:pt idx="527">
                  <c:v>873</c:v>
                </c:pt>
                <c:pt idx="528">
                  <c:v>872</c:v>
                </c:pt>
                <c:pt idx="529">
                  <c:v>871</c:v>
                </c:pt>
                <c:pt idx="530">
                  <c:v>870</c:v>
                </c:pt>
                <c:pt idx="531">
                  <c:v>869</c:v>
                </c:pt>
                <c:pt idx="532">
                  <c:v>868</c:v>
                </c:pt>
                <c:pt idx="533">
                  <c:v>867</c:v>
                </c:pt>
                <c:pt idx="534">
                  <c:v>866</c:v>
                </c:pt>
                <c:pt idx="535">
                  <c:v>865</c:v>
                </c:pt>
                <c:pt idx="536">
                  <c:v>864</c:v>
                </c:pt>
                <c:pt idx="537">
                  <c:v>863</c:v>
                </c:pt>
                <c:pt idx="538">
                  <c:v>862</c:v>
                </c:pt>
                <c:pt idx="539">
                  <c:v>861</c:v>
                </c:pt>
                <c:pt idx="540">
                  <c:v>860</c:v>
                </c:pt>
                <c:pt idx="541">
                  <c:v>859</c:v>
                </c:pt>
                <c:pt idx="542">
                  <c:v>858</c:v>
                </c:pt>
                <c:pt idx="543">
                  <c:v>857</c:v>
                </c:pt>
                <c:pt idx="544">
                  <c:v>856</c:v>
                </c:pt>
                <c:pt idx="545">
                  <c:v>855</c:v>
                </c:pt>
                <c:pt idx="546">
                  <c:v>854</c:v>
                </c:pt>
                <c:pt idx="547">
                  <c:v>853</c:v>
                </c:pt>
                <c:pt idx="548">
                  <c:v>852</c:v>
                </c:pt>
                <c:pt idx="549">
                  <c:v>851</c:v>
                </c:pt>
                <c:pt idx="550">
                  <c:v>850</c:v>
                </c:pt>
                <c:pt idx="551">
                  <c:v>849</c:v>
                </c:pt>
                <c:pt idx="552">
                  <c:v>848</c:v>
                </c:pt>
                <c:pt idx="553">
                  <c:v>847</c:v>
                </c:pt>
                <c:pt idx="554">
                  <c:v>846</c:v>
                </c:pt>
                <c:pt idx="555">
                  <c:v>845</c:v>
                </c:pt>
                <c:pt idx="556">
                  <c:v>844</c:v>
                </c:pt>
                <c:pt idx="557">
                  <c:v>843</c:v>
                </c:pt>
                <c:pt idx="558">
                  <c:v>842</c:v>
                </c:pt>
                <c:pt idx="559">
                  <c:v>841</c:v>
                </c:pt>
                <c:pt idx="560">
                  <c:v>840</c:v>
                </c:pt>
                <c:pt idx="561">
                  <c:v>839</c:v>
                </c:pt>
                <c:pt idx="562">
                  <c:v>838</c:v>
                </c:pt>
                <c:pt idx="563">
                  <c:v>837</c:v>
                </c:pt>
                <c:pt idx="564">
                  <c:v>836</c:v>
                </c:pt>
                <c:pt idx="565">
                  <c:v>835</c:v>
                </c:pt>
                <c:pt idx="566">
                  <c:v>834</c:v>
                </c:pt>
                <c:pt idx="567">
                  <c:v>833</c:v>
                </c:pt>
                <c:pt idx="568">
                  <c:v>832</c:v>
                </c:pt>
                <c:pt idx="569">
                  <c:v>831</c:v>
                </c:pt>
                <c:pt idx="570">
                  <c:v>830</c:v>
                </c:pt>
                <c:pt idx="571">
                  <c:v>829</c:v>
                </c:pt>
                <c:pt idx="572">
                  <c:v>828</c:v>
                </c:pt>
                <c:pt idx="573">
                  <c:v>827</c:v>
                </c:pt>
                <c:pt idx="574">
                  <c:v>826</c:v>
                </c:pt>
                <c:pt idx="575">
                  <c:v>825</c:v>
                </c:pt>
                <c:pt idx="576">
                  <c:v>824</c:v>
                </c:pt>
                <c:pt idx="577">
                  <c:v>823</c:v>
                </c:pt>
                <c:pt idx="578">
                  <c:v>822</c:v>
                </c:pt>
                <c:pt idx="579">
                  <c:v>821</c:v>
                </c:pt>
                <c:pt idx="580">
                  <c:v>820</c:v>
                </c:pt>
                <c:pt idx="581">
                  <c:v>819</c:v>
                </c:pt>
                <c:pt idx="582">
                  <c:v>818</c:v>
                </c:pt>
                <c:pt idx="583">
                  <c:v>817</c:v>
                </c:pt>
                <c:pt idx="584">
                  <c:v>816</c:v>
                </c:pt>
                <c:pt idx="585">
                  <c:v>815</c:v>
                </c:pt>
                <c:pt idx="586">
                  <c:v>814</c:v>
                </c:pt>
                <c:pt idx="587">
                  <c:v>813</c:v>
                </c:pt>
                <c:pt idx="588">
                  <c:v>812</c:v>
                </c:pt>
                <c:pt idx="589">
                  <c:v>811</c:v>
                </c:pt>
                <c:pt idx="590">
                  <c:v>810</c:v>
                </c:pt>
                <c:pt idx="591">
                  <c:v>809</c:v>
                </c:pt>
                <c:pt idx="592">
                  <c:v>808</c:v>
                </c:pt>
                <c:pt idx="593">
                  <c:v>807</c:v>
                </c:pt>
                <c:pt idx="594">
                  <c:v>806</c:v>
                </c:pt>
                <c:pt idx="595">
                  <c:v>805</c:v>
                </c:pt>
                <c:pt idx="596">
                  <c:v>804</c:v>
                </c:pt>
                <c:pt idx="597">
                  <c:v>803</c:v>
                </c:pt>
                <c:pt idx="598">
                  <c:v>802</c:v>
                </c:pt>
                <c:pt idx="599">
                  <c:v>801</c:v>
                </c:pt>
                <c:pt idx="600">
                  <c:v>800</c:v>
                </c:pt>
                <c:pt idx="601">
                  <c:v>799</c:v>
                </c:pt>
                <c:pt idx="602">
                  <c:v>798</c:v>
                </c:pt>
                <c:pt idx="603">
                  <c:v>797</c:v>
                </c:pt>
                <c:pt idx="604">
                  <c:v>796</c:v>
                </c:pt>
                <c:pt idx="605">
                  <c:v>795</c:v>
                </c:pt>
                <c:pt idx="606">
                  <c:v>794</c:v>
                </c:pt>
                <c:pt idx="607">
                  <c:v>793</c:v>
                </c:pt>
                <c:pt idx="608">
                  <c:v>792</c:v>
                </c:pt>
                <c:pt idx="609">
                  <c:v>791</c:v>
                </c:pt>
                <c:pt idx="610">
                  <c:v>790</c:v>
                </c:pt>
                <c:pt idx="611">
                  <c:v>789</c:v>
                </c:pt>
                <c:pt idx="612">
                  <c:v>788</c:v>
                </c:pt>
                <c:pt idx="613">
                  <c:v>787</c:v>
                </c:pt>
                <c:pt idx="614">
                  <c:v>786</c:v>
                </c:pt>
                <c:pt idx="615">
                  <c:v>785</c:v>
                </c:pt>
                <c:pt idx="616">
                  <c:v>784</c:v>
                </c:pt>
                <c:pt idx="617">
                  <c:v>783</c:v>
                </c:pt>
                <c:pt idx="618">
                  <c:v>782</c:v>
                </c:pt>
                <c:pt idx="619">
                  <c:v>781</c:v>
                </c:pt>
                <c:pt idx="620">
                  <c:v>780</c:v>
                </c:pt>
                <c:pt idx="621">
                  <c:v>779</c:v>
                </c:pt>
                <c:pt idx="622">
                  <c:v>778</c:v>
                </c:pt>
                <c:pt idx="623">
                  <c:v>777</c:v>
                </c:pt>
                <c:pt idx="624">
                  <c:v>776</c:v>
                </c:pt>
                <c:pt idx="625">
                  <c:v>775</c:v>
                </c:pt>
                <c:pt idx="626">
                  <c:v>774</c:v>
                </c:pt>
                <c:pt idx="627">
                  <c:v>773</c:v>
                </c:pt>
                <c:pt idx="628">
                  <c:v>772</c:v>
                </c:pt>
                <c:pt idx="629">
                  <c:v>771</c:v>
                </c:pt>
                <c:pt idx="630">
                  <c:v>770</c:v>
                </c:pt>
                <c:pt idx="631">
                  <c:v>769</c:v>
                </c:pt>
                <c:pt idx="632">
                  <c:v>768</c:v>
                </c:pt>
                <c:pt idx="633">
                  <c:v>767</c:v>
                </c:pt>
                <c:pt idx="634">
                  <c:v>766</c:v>
                </c:pt>
                <c:pt idx="635">
                  <c:v>765</c:v>
                </c:pt>
                <c:pt idx="636">
                  <c:v>764</c:v>
                </c:pt>
                <c:pt idx="637">
                  <c:v>763</c:v>
                </c:pt>
                <c:pt idx="638">
                  <c:v>762</c:v>
                </c:pt>
                <c:pt idx="639">
                  <c:v>761</c:v>
                </c:pt>
                <c:pt idx="640">
                  <c:v>760</c:v>
                </c:pt>
                <c:pt idx="641">
                  <c:v>759</c:v>
                </c:pt>
                <c:pt idx="642">
                  <c:v>758</c:v>
                </c:pt>
                <c:pt idx="643">
                  <c:v>757</c:v>
                </c:pt>
                <c:pt idx="644">
                  <c:v>756</c:v>
                </c:pt>
                <c:pt idx="645">
                  <c:v>755</c:v>
                </c:pt>
                <c:pt idx="646">
                  <c:v>754</c:v>
                </c:pt>
                <c:pt idx="647">
                  <c:v>753</c:v>
                </c:pt>
                <c:pt idx="648">
                  <c:v>752</c:v>
                </c:pt>
                <c:pt idx="649">
                  <c:v>751</c:v>
                </c:pt>
                <c:pt idx="650">
                  <c:v>750</c:v>
                </c:pt>
                <c:pt idx="651">
                  <c:v>749</c:v>
                </c:pt>
                <c:pt idx="652">
                  <c:v>748</c:v>
                </c:pt>
                <c:pt idx="653">
                  <c:v>747</c:v>
                </c:pt>
                <c:pt idx="654">
                  <c:v>746</c:v>
                </c:pt>
                <c:pt idx="655">
                  <c:v>745</c:v>
                </c:pt>
                <c:pt idx="656">
                  <c:v>744</c:v>
                </c:pt>
                <c:pt idx="657">
                  <c:v>743</c:v>
                </c:pt>
                <c:pt idx="658">
                  <c:v>742</c:v>
                </c:pt>
                <c:pt idx="659">
                  <c:v>741</c:v>
                </c:pt>
                <c:pt idx="660">
                  <c:v>740</c:v>
                </c:pt>
                <c:pt idx="661">
                  <c:v>739</c:v>
                </c:pt>
                <c:pt idx="662">
                  <c:v>738</c:v>
                </c:pt>
                <c:pt idx="663">
                  <c:v>737</c:v>
                </c:pt>
                <c:pt idx="664">
                  <c:v>736</c:v>
                </c:pt>
                <c:pt idx="665">
                  <c:v>735</c:v>
                </c:pt>
                <c:pt idx="666">
                  <c:v>734</c:v>
                </c:pt>
                <c:pt idx="667">
                  <c:v>733</c:v>
                </c:pt>
                <c:pt idx="668">
                  <c:v>732</c:v>
                </c:pt>
                <c:pt idx="669">
                  <c:v>731</c:v>
                </c:pt>
                <c:pt idx="670">
                  <c:v>730</c:v>
                </c:pt>
                <c:pt idx="671">
                  <c:v>729</c:v>
                </c:pt>
                <c:pt idx="672">
                  <c:v>728</c:v>
                </c:pt>
                <c:pt idx="673">
                  <c:v>727</c:v>
                </c:pt>
                <c:pt idx="674">
                  <c:v>726</c:v>
                </c:pt>
                <c:pt idx="675">
                  <c:v>725</c:v>
                </c:pt>
                <c:pt idx="676">
                  <c:v>724</c:v>
                </c:pt>
                <c:pt idx="677">
                  <c:v>723</c:v>
                </c:pt>
                <c:pt idx="678">
                  <c:v>722</c:v>
                </c:pt>
                <c:pt idx="679">
                  <c:v>721</c:v>
                </c:pt>
                <c:pt idx="680">
                  <c:v>720</c:v>
                </c:pt>
                <c:pt idx="681">
                  <c:v>719</c:v>
                </c:pt>
                <c:pt idx="682">
                  <c:v>718</c:v>
                </c:pt>
                <c:pt idx="683">
                  <c:v>717</c:v>
                </c:pt>
                <c:pt idx="684">
                  <c:v>716</c:v>
                </c:pt>
                <c:pt idx="685">
                  <c:v>715</c:v>
                </c:pt>
                <c:pt idx="686">
                  <c:v>714</c:v>
                </c:pt>
                <c:pt idx="687">
                  <c:v>713</c:v>
                </c:pt>
                <c:pt idx="688">
                  <c:v>712</c:v>
                </c:pt>
                <c:pt idx="689">
                  <c:v>711</c:v>
                </c:pt>
                <c:pt idx="690">
                  <c:v>710</c:v>
                </c:pt>
                <c:pt idx="691">
                  <c:v>709</c:v>
                </c:pt>
                <c:pt idx="692">
                  <c:v>708</c:v>
                </c:pt>
                <c:pt idx="693">
                  <c:v>707</c:v>
                </c:pt>
                <c:pt idx="694">
                  <c:v>706</c:v>
                </c:pt>
                <c:pt idx="695">
                  <c:v>705</c:v>
                </c:pt>
                <c:pt idx="696">
                  <c:v>704</c:v>
                </c:pt>
                <c:pt idx="697">
                  <c:v>703</c:v>
                </c:pt>
                <c:pt idx="698">
                  <c:v>702</c:v>
                </c:pt>
                <c:pt idx="699">
                  <c:v>701</c:v>
                </c:pt>
                <c:pt idx="700">
                  <c:v>700</c:v>
                </c:pt>
                <c:pt idx="701">
                  <c:v>699</c:v>
                </c:pt>
                <c:pt idx="702">
                  <c:v>698</c:v>
                </c:pt>
                <c:pt idx="703">
                  <c:v>697</c:v>
                </c:pt>
                <c:pt idx="704">
                  <c:v>696</c:v>
                </c:pt>
                <c:pt idx="705">
                  <c:v>695</c:v>
                </c:pt>
                <c:pt idx="706">
                  <c:v>694</c:v>
                </c:pt>
                <c:pt idx="707">
                  <c:v>693</c:v>
                </c:pt>
                <c:pt idx="708">
                  <c:v>692</c:v>
                </c:pt>
                <c:pt idx="709">
                  <c:v>691</c:v>
                </c:pt>
                <c:pt idx="710">
                  <c:v>690</c:v>
                </c:pt>
                <c:pt idx="711">
                  <c:v>689</c:v>
                </c:pt>
                <c:pt idx="712">
                  <c:v>688</c:v>
                </c:pt>
                <c:pt idx="713">
                  <c:v>687</c:v>
                </c:pt>
                <c:pt idx="714">
                  <c:v>686</c:v>
                </c:pt>
                <c:pt idx="715">
                  <c:v>685</c:v>
                </c:pt>
                <c:pt idx="716">
                  <c:v>684</c:v>
                </c:pt>
                <c:pt idx="717">
                  <c:v>683</c:v>
                </c:pt>
                <c:pt idx="718">
                  <c:v>682</c:v>
                </c:pt>
                <c:pt idx="719">
                  <c:v>681</c:v>
                </c:pt>
                <c:pt idx="720">
                  <c:v>680</c:v>
                </c:pt>
                <c:pt idx="721">
                  <c:v>679</c:v>
                </c:pt>
                <c:pt idx="722">
                  <c:v>678</c:v>
                </c:pt>
                <c:pt idx="723">
                  <c:v>677</c:v>
                </c:pt>
                <c:pt idx="724">
                  <c:v>676</c:v>
                </c:pt>
                <c:pt idx="725">
                  <c:v>675</c:v>
                </c:pt>
                <c:pt idx="726">
                  <c:v>674</c:v>
                </c:pt>
                <c:pt idx="727">
                  <c:v>673</c:v>
                </c:pt>
                <c:pt idx="728">
                  <c:v>672</c:v>
                </c:pt>
                <c:pt idx="729">
                  <c:v>671</c:v>
                </c:pt>
                <c:pt idx="730">
                  <c:v>670</c:v>
                </c:pt>
                <c:pt idx="731">
                  <c:v>669</c:v>
                </c:pt>
                <c:pt idx="732">
                  <c:v>668</c:v>
                </c:pt>
                <c:pt idx="733">
                  <c:v>667</c:v>
                </c:pt>
                <c:pt idx="734">
                  <c:v>666</c:v>
                </c:pt>
                <c:pt idx="735">
                  <c:v>665</c:v>
                </c:pt>
                <c:pt idx="736">
                  <c:v>664</c:v>
                </c:pt>
                <c:pt idx="737">
                  <c:v>663</c:v>
                </c:pt>
                <c:pt idx="738">
                  <c:v>662</c:v>
                </c:pt>
                <c:pt idx="739">
                  <c:v>661</c:v>
                </c:pt>
                <c:pt idx="740">
                  <c:v>660</c:v>
                </c:pt>
                <c:pt idx="741">
                  <c:v>659</c:v>
                </c:pt>
                <c:pt idx="742">
                  <c:v>658</c:v>
                </c:pt>
                <c:pt idx="743">
                  <c:v>657</c:v>
                </c:pt>
                <c:pt idx="744">
                  <c:v>656</c:v>
                </c:pt>
                <c:pt idx="745">
                  <c:v>655</c:v>
                </c:pt>
                <c:pt idx="746">
                  <c:v>654</c:v>
                </c:pt>
                <c:pt idx="747">
                  <c:v>653</c:v>
                </c:pt>
                <c:pt idx="748">
                  <c:v>652</c:v>
                </c:pt>
                <c:pt idx="749">
                  <c:v>651</c:v>
                </c:pt>
                <c:pt idx="750">
                  <c:v>650</c:v>
                </c:pt>
                <c:pt idx="751">
                  <c:v>649</c:v>
                </c:pt>
                <c:pt idx="752">
                  <c:v>648</c:v>
                </c:pt>
                <c:pt idx="753">
                  <c:v>647</c:v>
                </c:pt>
                <c:pt idx="754">
                  <c:v>646</c:v>
                </c:pt>
                <c:pt idx="755">
                  <c:v>645</c:v>
                </c:pt>
                <c:pt idx="756">
                  <c:v>644</c:v>
                </c:pt>
                <c:pt idx="757">
                  <c:v>643</c:v>
                </c:pt>
                <c:pt idx="758">
                  <c:v>642</c:v>
                </c:pt>
                <c:pt idx="759">
                  <c:v>641</c:v>
                </c:pt>
                <c:pt idx="760">
                  <c:v>640</c:v>
                </c:pt>
                <c:pt idx="761">
                  <c:v>639</c:v>
                </c:pt>
                <c:pt idx="762">
                  <c:v>638</c:v>
                </c:pt>
                <c:pt idx="763">
                  <c:v>637</c:v>
                </c:pt>
                <c:pt idx="764">
                  <c:v>636</c:v>
                </c:pt>
                <c:pt idx="765">
                  <c:v>635</c:v>
                </c:pt>
                <c:pt idx="766">
                  <c:v>634</c:v>
                </c:pt>
                <c:pt idx="767">
                  <c:v>633</c:v>
                </c:pt>
                <c:pt idx="768">
                  <c:v>632</c:v>
                </c:pt>
                <c:pt idx="769">
                  <c:v>631</c:v>
                </c:pt>
                <c:pt idx="770">
                  <c:v>630</c:v>
                </c:pt>
                <c:pt idx="771">
                  <c:v>629</c:v>
                </c:pt>
                <c:pt idx="772">
                  <c:v>628</c:v>
                </c:pt>
                <c:pt idx="773">
                  <c:v>627</c:v>
                </c:pt>
                <c:pt idx="774">
                  <c:v>626</c:v>
                </c:pt>
                <c:pt idx="775">
                  <c:v>625</c:v>
                </c:pt>
                <c:pt idx="776">
                  <c:v>624</c:v>
                </c:pt>
                <c:pt idx="777">
                  <c:v>623</c:v>
                </c:pt>
                <c:pt idx="778">
                  <c:v>622</c:v>
                </c:pt>
                <c:pt idx="779">
                  <c:v>621</c:v>
                </c:pt>
                <c:pt idx="780">
                  <c:v>620</c:v>
                </c:pt>
                <c:pt idx="781">
                  <c:v>619</c:v>
                </c:pt>
                <c:pt idx="782">
                  <c:v>618</c:v>
                </c:pt>
                <c:pt idx="783">
                  <c:v>617</c:v>
                </c:pt>
                <c:pt idx="784">
                  <c:v>616</c:v>
                </c:pt>
                <c:pt idx="785">
                  <c:v>615</c:v>
                </c:pt>
                <c:pt idx="786">
                  <c:v>614</c:v>
                </c:pt>
                <c:pt idx="787">
                  <c:v>613</c:v>
                </c:pt>
                <c:pt idx="788">
                  <c:v>612</c:v>
                </c:pt>
                <c:pt idx="789">
                  <c:v>611</c:v>
                </c:pt>
                <c:pt idx="790">
                  <c:v>610</c:v>
                </c:pt>
                <c:pt idx="791">
                  <c:v>609</c:v>
                </c:pt>
                <c:pt idx="792">
                  <c:v>608</c:v>
                </c:pt>
                <c:pt idx="793">
                  <c:v>607</c:v>
                </c:pt>
                <c:pt idx="794">
                  <c:v>606</c:v>
                </c:pt>
                <c:pt idx="795">
                  <c:v>605</c:v>
                </c:pt>
                <c:pt idx="796">
                  <c:v>604</c:v>
                </c:pt>
                <c:pt idx="797">
                  <c:v>603</c:v>
                </c:pt>
                <c:pt idx="798">
                  <c:v>602</c:v>
                </c:pt>
                <c:pt idx="799">
                  <c:v>601</c:v>
                </c:pt>
                <c:pt idx="800">
                  <c:v>600</c:v>
                </c:pt>
                <c:pt idx="801">
                  <c:v>599</c:v>
                </c:pt>
                <c:pt idx="802">
                  <c:v>598</c:v>
                </c:pt>
                <c:pt idx="803">
                  <c:v>597</c:v>
                </c:pt>
                <c:pt idx="804">
                  <c:v>596</c:v>
                </c:pt>
                <c:pt idx="805">
                  <c:v>595</c:v>
                </c:pt>
                <c:pt idx="806">
                  <c:v>594</c:v>
                </c:pt>
                <c:pt idx="807">
                  <c:v>593</c:v>
                </c:pt>
                <c:pt idx="808">
                  <c:v>592</c:v>
                </c:pt>
                <c:pt idx="809">
                  <c:v>591</c:v>
                </c:pt>
                <c:pt idx="810">
                  <c:v>590</c:v>
                </c:pt>
                <c:pt idx="811">
                  <c:v>589</c:v>
                </c:pt>
                <c:pt idx="812">
                  <c:v>588</c:v>
                </c:pt>
                <c:pt idx="813">
                  <c:v>587</c:v>
                </c:pt>
                <c:pt idx="814">
                  <c:v>586</c:v>
                </c:pt>
                <c:pt idx="815">
                  <c:v>585</c:v>
                </c:pt>
                <c:pt idx="816">
                  <c:v>584</c:v>
                </c:pt>
                <c:pt idx="817">
                  <c:v>583</c:v>
                </c:pt>
                <c:pt idx="818">
                  <c:v>582</c:v>
                </c:pt>
                <c:pt idx="819">
                  <c:v>581</c:v>
                </c:pt>
                <c:pt idx="820">
                  <c:v>580</c:v>
                </c:pt>
                <c:pt idx="821">
                  <c:v>579</c:v>
                </c:pt>
                <c:pt idx="822">
                  <c:v>578</c:v>
                </c:pt>
                <c:pt idx="823">
                  <c:v>577</c:v>
                </c:pt>
                <c:pt idx="824">
                  <c:v>576</c:v>
                </c:pt>
                <c:pt idx="825">
                  <c:v>575</c:v>
                </c:pt>
                <c:pt idx="826">
                  <c:v>574</c:v>
                </c:pt>
                <c:pt idx="827">
                  <c:v>573</c:v>
                </c:pt>
                <c:pt idx="828">
                  <c:v>572</c:v>
                </c:pt>
                <c:pt idx="829">
                  <c:v>571</c:v>
                </c:pt>
                <c:pt idx="830">
                  <c:v>570</c:v>
                </c:pt>
                <c:pt idx="831">
                  <c:v>569</c:v>
                </c:pt>
                <c:pt idx="832">
                  <c:v>568</c:v>
                </c:pt>
                <c:pt idx="833">
                  <c:v>567</c:v>
                </c:pt>
                <c:pt idx="834">
                  <c:v>566</c:v>
                </c:pt>
                <c:pt idx="835">
                  <c:v>565</c:v>
                </c:pt>
                <c:pt idx="836">
                  <c:v>564</c:v>
                </c:pt>
                <c:pt idx="837">
                  <c:v>563</c:v>
                </c:pt>
                <c:pt idx="838">
                  <c:v>562</c:v>
                </c:pt>
                <c:pt idx="839">
                  <c:v>561</c:v>
                </c:pt>
                <c:pt idx="840">
                  <c:v>560</c:v>
                </c:pt>
                <c:pt idx="841">
                  <c:v>559</c:v>
                </c:pt>
                <c:pt idx="842">
                  <c:v>558</c:v>
                </c:pt>
                <c:pt idx="843">
                  <c:v>557</c:v>
                </c:pt>
                <c:pt idx="844">
                  <c:v>556</c:v>
                </c:pt>
                <c:pt idx="845">
                  <c:v>555</c:v>
                </c:pt>
                <c:pt idx="846">
                  <c:v>554</c:v>
                </c:pt>
                <c:pt idx="847">
                  <c:v>553</c:v>
                </c:pt>
                <c:pt idx="848">
                  <c:v>552</c:v>
                </c:pt>
                <c:pt idx="849">
                  <c:v>551</c:v>
                </c:pt>
                <c:pt idx="850">
                  <c:v>550</c:v>
                </c:pt>
                <c:pt idx="851">
                  <c:v>549</c:v>
                </c:pt>
                <c:pt idx="852">
                  <c:v>548</c:v>
                </c:pt>
                <c:pt idx="853">
                  <c:v>547</c:v>
                </c:pt>
                <c:pt idx="854">
                  <c:v>546</c:v>
                </c:pt>
                <c:pt idx="855">
                  <c:v>545</c:v>
                </c:pt>
                <c:pt idx="856">
                  <c:v>544</c:v>
                </c:pt>
                <c:pt idx="857">
                  <c:v>543</c:v>
                </c:pt>
                <c:pt idx="858">
                  <c:v>542</c:v>
                </c:pt>
                <c:pt idx="859">
                  <c:v>541</c:v>
                </c:pt>
                <c:pt idx="860">
                  <c:v>540</c:v>
                </c:pt>
                <c:pt idx="861">
                  <c:v>539</c:v>
                </c:pt>
                <c:pt idx="862">
                  <c:v>538</c:v>
                </c:pt>
                <c:pt idx="863">
                  <c:v>537</c:v>
                </c:pt>
                <c:pt idx="864">
                  <c:v>536</c:v>
                </c:pt>
                <c:pt idx="865">
                  <c:v>535</c:v>
                </c:pt>
                <c:pt idx="866">
                  <c:v>534</c:v>
                </c:pt>
                <c:pt idx="867">
                  <c:v>533</c:v>
                </c:pt>
                <c:pt idx="868">
                  <c:v>532</c:v>
                </c:pt>
                <c:pt idx="869">
                  <c:v>531</c:v>
                </c:pt>
                <c:pt idx="870">
                  <c:v>530</c:v>
                </c:pt>
                <c:pt idx="871">
                  <c:v>529</c:v>
                </c:pt>
                <c:pt idx="872">
                  <c:v>528</c:v>
                </c:pt>
                <c:pt idx="873">
                  <c:v>527</c:v>
                </c:pt>
                <c:pt idx="874">
                  <c:v>526</c:v>
                </c:pt>
                <c:pt idx="875">
                  <c:v>525</c:v>
                </c:pt>
                <c:pt idx="876">
                  <c:v>524</c:v>
                </c:pt>
                <c:pt idx="877">
                  <c:v>523</c:v>
                </c:pt>
                <c:pt idx="878">
                  <c:v>522</c:v>
                </c:pt>
                <c:pt idx="879">
                  <c:v>521</c:v>
                </c:pt>
                <c:pt idx="880">
                  <c:v>520</c:v>
                </c:pt>
                <c:pt idx="881">
                  <c:v>519</c:v>
                </c:pt>
                <c:pt idx="882">
                  <c:v>518</c:v>
                </c:pt>
                <c:pt idx="883">
                  <c:v>517</c:v>
                </c:pt>
                <c:pt idx="884">
                  <c:v>516</c:v>
                </c:pt>
                <c:pt idx="885">
                  <c:v>515</c:v>
                </c:pt>
                <c:pt idx="886">
                  <c:v>514</c:v>
                </c:pt>
                <c:pt idx="887">
                  <c:v>513</c:v>
                </c:pt>
                <c:pt idx="888">
                  <c:v>512</c:v>
                </c:pt>
                <c:pt idx="889">
                  <c:v>511</c:v>
                </c:pt>
                <c:pt idx="890">
                  <c:v>510</c:v>
                </c:pt>
                <c:pt idx="891">
                  <c:v>509</c:v>
                </c:pt>
                <c:pt idx="892">
                  <c:v>508</c:v>
                </c:pt>
                <c:pt idx="893">
                  <c:v>507</c:v>
                </c:pt>
                <c:pt idx="894">
                  <c:v>506</c:v>
                </c:pt>
                <c:pt idx="895">
                  <c:v>505</c:v>
                </c:pt>
                <c:pt idx="896">
                  <c:v>504</c:v>
                </c:pt>
                <c:pt idx="897">
                  <c:v>503</c:v>
                </c:pt>
                <c:pt idx="898">
                  <c:v>502</c:v>
                </c:pt>
                <c:pt idx="899">
                  <c:v>501</c:v>
                </c:pt>
                <c:pt idx="900">
                  <c:v>500</c:v>
                </c:pt>
                <c:pt idx="901">
                  <c:v>499</c:v>
                </c:pt>
                <c:pt idx="902">
                  <c:v>498</c:v>
                </c:pt>
                <c:pt idx="903">
                  <c:v>497</c:v>
                </c:pt>
                <c:pt idx="904">
                  <c:v>496</c:v>
                </c:pt>
                <c:pt idx="905">
                  <c:v>495</c:v>
                </c:pt>
                <c:pt idx="906">
                  <c:v>494</c:v>
                </c:pt>
                <c:pt idx="907">
                  <c:v>493</c:v>
                </c:pt>
                <c:pt idx="908">
                  <c:v>492</c:v>
                </c:pt>
                <c:pt idx="909">
                  <c:v>491</c:v>
                </c:pt>
                <c:pt idx="910">
                  <c:v>490</c:v>
                </c:pt>
                <c:pt idx="911">
                  <c:v>489</c:v>
                </c:pt>
                <c:pt idx="912">
                  <c:v>488</c:v>
                </c:pt>
                <c:pt idx="913">
                  <c:v>487</c:v>
                </c:pt>
                <c:pt idx="914">
                  <c:v>486</c:v>
                </c:pt>
                <c:pt idx="915">
                  <c:v>485</c:v>
                </c:pt>
                <c:pt idx="916">
                  <c:v>484</c:v>
                </c:pt>
                <c:pt idx="917">
                  <c:v>483</c:v>
                </c:pt>
                <c:pt idx="918">
                  <c:v>482</c:v>
                </c:pt>
                <c:pt idx="919">
                  <c:v>481</c:v>
                </c:pt>
                <c:pt idx="920">
                  <c:v>480</c:v>
                </c:pt>
                <c:pt idx="921">
                  <c:v>479</c:v>
                </c:pt>
                <c:pt idx="922">
                  <c:v>478</c:v>
                </c:pt>
                <c:pt idx="923">
                  <c:v>477</c:v>
                </c:pt>
                <c:pt idx="924">
                  <c:v>476</c:v>
                </c:pt>
                <c:pt idx="925">
                  <c:v>475</c:v>
                </c:pt>
                <c:pt idx="926">
                  <c:v>474</c:v>
                </c:pt>
                <c:pt idx="927">
                  <c:v>473</c:v>
                </c:pt>
                <c:pt idx="928">
                  <c:v>472</c:v>
                </c:pt>
                <c:pt idx="929">
                  <c:v>471</c:v>
                </c:pt>
                <c:pt idx="930">
                  <c:v>470</c:v>
                </c:pt>
                <c:pt idx="931">
                  <c:v>469</c:v>
                </c:pt>
                <c:pt idx="932">
                  <c:v>468</c:v>
                </c:pt>
                <c:pt idx="933">
                  <c:v>467</c:v>
                </c:pt>
                <c:pt idx="934">
                  <c:v>466</c:v>
                </c:pt>
                <c:pt idx="935">
                  <c:v>465</c:v>
                </c:pt>
                <c:pt idx="936">
                  <c:v>464</c:v>
                </c:pt>
                <c:pt idx="937">
                  <c:v>463</c:v>
                </c:pt>
                <c:pt idx="938">
                  <c:v>462</c:v>
                </c:pt>
                <c:pt idx="939">
                  <c:v>461</c:v>
                </c:pt>
                <c:pt idx="940">
                  <c:v>460</c:v>
                </c:pt>
                <c:pt idx="941">
                  <c:v>459</c:v>
                </c:pt>
                <c:pt idx="942">
                  <c:v>458</c:v>
                </c:pt>
                <c:pt idx="943">
                  <c:v>457</c:v>
                </c:pt>
                <c:pt idx="944">
                  <c:v>456</c:v>
                </c:pt>
                <c:pt idx="945">
                  <c:v>455</c:v>
                </c:pt>
                <c:pt idx="946">
                  <c:v>454</c:v>
                </c:pt>
                <c:pt idx="947">
                  <c:v>453</c:v>
                </c:pt>
                <c:pt idx="948">
                  <c:v>452</c:v>
                </c:pt>
                <c:pt idx="949">
                  <c:v>451</c:v>
                </c:pt>
                <c:pt idx="950">
                  <c:v>450</c:v>
                </c:pt>
                <c:pt idx="951">
                  <c:v>449</c:v>
                </c:pt>
                <c:pt idx="952">
                  <c:v>448</c:v>
                </c:pt>
                <c:pt idx="953">
                  <c:v>447</c:v>
                </c:pt>
                <c:pt idx="954">
                  <c:v>446</c:v>
                </c:pt>
                <c:pt idx="955">
                  <c:v>445</c:v>
                </c:pt>
                <c:pt idx="956">
                  <c:v>444</c:v>
                </c:pt>
                <c:pt idx="957">
                  <c:v>443</c:v>
                </c:pt>
                <c:pt idx="958">
                  <c:v>442</c:v>
                </c:pt>
                <c:pt idx="959">
                  <c:v>441</c:v>
                </c:pt>
                <c:pt idx="960">
                  <c:v>440</c:v>
                </c:pt>
                <c:pt idx="961">
                  <c:v>439</c:v>
                </c:pt>
                <c:pt idx="962">
                  <c:v>438</c:v>
                </c:pt>
                <c:pt idx="963">
                  <c:v>437</c:v>
                </c:pt>
                <c:pt idx="964">
                  <c:v>436</c:v>
                </c:pt>
                <c:pt idx="965">
                  <c:v>435</c:v>
                </c:pt>
                <c:pt idx="966">
                  <c:v>434</c:v>
                </c:pt>
                <c:pt idx="967">
                  <c:v>433</c:v>
                </c:pt>
                <c:pt idx="968">
                  <c:v>432</c:v>
                </c:pt>
                <c:pt idx="969">
                  <c:v>431</c:v>
                </c:pt>
                <c:pt idx="970">
                  <c:v>430</c:v>
                </c:pt>
                <c:pt idx="971">
                  <c:v>429</c:v>
                </c:pt>
                <c:pt idx="972">
                  <c:v>428</c:v>
                </c:pt>
                <c:pt idx="973">
                  <c:v>427</c:v>
                </c:pt>
                <c:pt idx="974">
                  <c:v>426</c:v>
                </c:pt>
                <c:pt idx="975">
                  <c:v>425</c:v>
                </c:pt>
                <c:pt idx="976">
                  <c:v>424</c:v>
                </c:pt>
                <c:pt idx="977">
                  <c:v>423</c:v>
                </c:pt>
                <c:pt idx="978">
                  <c:v>422</c:v>
                </c:pt>
                <c:pt idx="979">
                  <c:v>421</c:v>
                </c:pt>
                <c:pt idx="980">
                  <c:v>420</c:v>
                </c:pt>
                <c:pt idx="981">
                  <c:v>419</c:v>
                </c:pt>
                <c:pt idx="982">
                  <c:v>418</c:v>
                </c:pt>
                <c:pt idx="983">
                  <c:v>417</c:v>
                </c:pt>
                <c:pt idx="984">
                  <c:v>416</c:v>
                </c:pt>
                <c:pt idx="985">
                  <c:v>415</c:v>
                </c:pt>
                <c:pt idx="986">
                  <c:v>414</c:v>
                </c:pt>
                <c:pt idx="987">
                  <c:v>413</c:v>
                </c:pt>
                <c:pt idx="988">
                  <c:v>412</c:v>
                </c:pt>
                <c:pt idx="989">
                  <c:v>411</c:v>
                </c:pt>
                <c:pt idx="990">
                  <c:v>410</c:v>
                </c:pt>
                <c:pt idx="991">
                  <c:v>409</c:v>
                </c:pt>
                <c:pt idx="992">
                  <c:v>408</c:v>
                </c:pt>
                <c:pt idx="993">
                  <c:v>407</c:v>
                </c:pt>
                <c:pt idx="994">
                  <c:v>406</c:v>
                </c:pt>
                <c:pt idx="995">
                  <c:v>405</c:v>
                </c:pt>
                <c:pt idx="996">
                  <c:v>404</c:v>
                </c:pt>
                <c:pt idx="997">
                  <c:v>403</c:v>
                </c:pt>
                <c:pt idx="998">
                  <c:v>402</c:v>
                </c:pt>
                <c:pt idx="999">
                  <c:v>401</c:v>
                </c:pt>
                <c:pt idx="1000">
                  <c:v>400</c:v>
                </c:pt>
                <c:pt idx="1001">
                  <c:v>399</c:v>
                </c:pt>
                <c:pt idx="1002">
                  <c:v>398</c:v>
                </c:pt>
                <c:pt idx="1003">
                  <c:v>397</c:v>
                </c:pt>
                <c:pt idx="1004">
                  <c:v>396</c:v>
                </c:pt>
                <c:pt idx="1005">
                  <c:v>395</c:v>
                </c:pt>
                <c:pt idx="1006">
                  <c:v>394</c:v>
                </c:pt>
                <c:pt idx="1007">
                  <c:v>393</c:v>
                </c:pt>
                <c:pt idx="1008">
                  <c:v>392</c:v>
                </c:pt>
                <c:pt idx="1009">
                  <c:v>391</c:v>
                </c:pt>
                <c:pt idx="1010">
                  <c:v>390</c:v>
                </c:pt>
                <c:pt idx="1011">
                  <c:v>389</c:v>
                </c:pt>
                <c:pt idx="1012">
                  <c:v>388</c:v>
                </c:pt>
                <c:pt idx="1013">
                  <c:v>387</c:v>
                </c:pt>
                <c:pt idx="1014">
                  <c:v>386</c:v>
                </c:pt>
                <c:pt idx="1015">
                  <c:v>385</c:v>
                </c:pt>
                <c:pt idx="1016">
                  <c:v>384</c:v>
                </c:pt>
                <c:pt idx="1017">
                  <c:v>383</c:v>
                </c:pt>
                <c:pt idx="1018">
                  <c:v>382</c:v>
                </c:pt>
                <c:pt idx="1019">
                  <c:v>381</c:v>
                </c:pt>
                <c:pt idx="1020">
                  <c:v>380</c:v>
                </c:pt>
                <c:pt idx="1021">
                  <c:v>379</c:v>
                </c:pt>
                <c:pt idx="1022">
                  <c:v>378</c:v>
                </c:pt>
                <c:pt idx="1023">
                  <c:v>377</c:v>
                </c:pt>
                <c:pt idx="1024">
                  <c:v>376</c:v>
                </c:pt>
                <c:pt idx="1025">
                  <c:v>375</c:v>
                </c:pt>
                <c:pt idx="1026">
                  <c:v>374</c:v>
                </c:pt>
                <c:pt idx="1027">
                  <c:v>373</c:v>
                </c:pt>
                <c:pt idx="1028">
                  <c:v>372</c:v>
                </c:pt>
                <c:pt idx="1029">
                  <c:v>371</c:v>
                </c:pt>
                <c:pt idx="1030">
                  <c:v>370</c:v>
                </c:pt>
                <c:pt idx="1031">
                  <c:v>369</c:v>
                </c:pt>
                <c:pt idx="1032">
                  <c:v>368</c:v>
                </c:pt>
                <c:pt idx="1033">
                  <c:v>367</c:v>
                </c:pt>
                <c:pt idx="1034">
                  <c:v>366</c:v>
                </c:pt>
                <c:pt idx="1035">
                  <c:v>365</c:v>
                </c:pt>
                <c:pt idx="1036">
                  <c:v>364</c:v>
                </c:pt>
                <c:pt idx="1037">
                  <c:v>363</c:v>
                </c:pt>
                <c:pt idx="1038">
                  <c:v>362</c:v>
                </c:pt>
                <c:pt idx="1039">
                  <c:v>361</c:v>
                </c:pt>
                <c:pt idx="1040">
                  <c:v>360</c:v>
                </c:pt>
                <c:pt idx="1041">
                  <c:v>359</c:v>
                </c:pt>
                <c:pt idx="1042">
                  <c:v>358</c:v>
                </c:pt>
                <c:pt idx="1043">
                  <c:v>357</c:v>
                </c:pt>
                <c:pt idx="1044">
                  <c:v>356</c:v>
                </c:pt>
                <c:pt idx="1045">
                  <c:v>355</c:v>
                </c:pt>
                <c:pt idx="1046">
                  <c:v>354</c:v>
                </c:pt>
                <c:pt idx="1047">
                  <c:v>353</c:v>
                </c:pt>
                <c:pt idx="1048">
                  <c:v>352</c:v>
                </c:pt>
                <c:pt idx="1049">
                  <c:v>351</c:v>
                </c:pt>
                <c:pt idx="1050">
                  <c:v>350</c:v>
                </c:pt>
                <c:pt idx="1051">
                  <c:v>349</c:v>
                </c:pt>
                <c:pt idx="1052">
                  <c:v>348</c:v>
                </c:pt>
                <c:pt idx="1053">
                  <c:v>347</c:v>
                </c:pt>
                <c:pt idx="1054">
                  <c:v>346</c:v>
                </c:pt>
                <c:pt idx="1055">
                  <c:v>345</c:v>
                </c:pt>
                <c:pt idx="1056">
                  <c:v>344</c:v>
                </c:pt>
                <c:pt idx="1057">
                  <c:v>343</c:v>
                </c:pt>
                <c:pt idx="1058">
                  <c:v>342</c:v>
                </c:pt>
                <c:pt idx="1059">
                  <c:v>341</c:v>
                </c:pt>
                <c:pt idx="1060">
                  <c:v>340</c:v>
                </c:pt>
                <c:pt idx="1061">
                  <c:v>339</c:v>
                </c:pt>
                <c:pt idx="1062">
                  <c:v>338</c:v>
                </c:pt>
                <c:pt idx="1063">
                  <c:v>337</c:v>
                </c:pt>
                <c:pt idx="1064">
                  <c:v>336</c:v>
                </c:pt>
                <c:pt idx="1065">
                  <c:v>335</c:v>
                </c:pt>
                <c:pt idx="1066">
                  <c:v>334</c:v>
                </c:pt>
                <c:pt idx="1067">
                  <c:v>333</c:v>
                </c:pt>
                <c:pt idx="1068">
                  <c:v>332</c:v>
                </c:pt>
                <c:pt idx="1069">
                  <c:v>331</c:v>
                </c:pt>
                <c:pt idx="1070">
                  <c:v>330</c:v>
                </c:pt>
                <c:pt idx="1071">
                  <c:v>329</c:v>
                </c:pt>
                <c:pt idx="1072">
                  <c:v>328</c:v>
                </c:pt>
                <c:pt idx="1073">
                  <c:v>327</c:v>
                </c:pt>
                <c:pt idx="1074">
                  <c:v>326</c:v>
                </c:pt>
                <c:pt idx="1075">
                  <c:v>325</c:v>
                </c:pt>
                <c:pt idx="1076">
                  <c:v>324</c:v>
                </c:pt>
                <c:pt idx="1077">
                  <c:v>323</c:v>
                </c:pt>
                <c:pt idx="1078">
                  <c:v>322</c:v>
                </c:pt>
                <c:pt idx="1079">
                  <c:v>321</c:v>
                </c:pt>
                <c:pt idx="1080">
                  <c:v>320</c:v>
                </c:pt>
                <c:pt idx="1081">
                  <c:v>319</c:v>
                </c:pt>
                <c:pt idx="1082">
                  <c:v>318</c:v>
                </c:pt>
                <c:pt idx="1083">
                  <c:v>317</c:v>
                </c:pt>
                <c:pt idx="1084">
                  <c:v>316</c:v>
                </c:pt>
                <c:pt idx="1085">
                  <c:v>315</c:v>
                </c:pt>
                <c:pt idx="1086">
                  <c:v>314</c:v>
                </c:pt>
                <c:pt idx="1087">
                  <c:v>313</c:v>
                </c:pt>
                <c:pt idx="1088">
                  <c:v>312</c:v>
                </c:pt>
                <c:pt idx="1089">
                  <c:v>311</c:v>
                </c:pt>
                <c:pt idx="1090">
                  <c:v>310</c:v>
                </c:pt>
                <c:pt idx="1091">
                  <c:v>309</c:v>
                </c:pt>
                <c:pt idx="1092">
                  <c:v>308</c:v>
                </c:pt>
                <c:pt idx="1093">
                  <c:v>307</c:v>
                </c:pt>
                <c:pt idx="1094">
                  <c:v>306</c:v>
                </c:pt>
                <c:pt idx="1095">
                  <c:v>305</c:v>
                </c:pt>
                <c:pt idx="1096">
                  <c:v>304</c:v>
                </c:pt>
                <c:pt idx="1097">
                  <c:v>303</c:v>
                </c:pt>
                <c:pt idx="1098">
                  <c:v>302</c:v>
                </c:pt>
                <c:pt idx="1099">
                  <c:v>301</c:v>
                </c:pt>
                <c:pt idx="1100">
                  <c:v>300</c:v>
                </c:pt>
                <c:pt idx="1101">
                  <c:v>299</c:v>
                </c:pt>
              </c:numCache>
            </c:numRef>
          </c:xVal>
          <c:yVal>
            <c:numRef>
              <c:f>'CG 20260703'!$J$2:$J$1103</c:f>
              <c:numCache>
                <c:formatCode>General</c:formatCode>
                <c:ptCount val="1102"/>
                <c:pt idx="0">
                  <c:v>-4.0320117029999998E-2</c:v>
                </c:pt>
                <c:pt idx="1">
                  <c:v>-3.7042468789999998E-2</c:v>
                </c:pt>
                <c:pt idx="2">
                  <c:v>-3.7424232809999999E-2</c:v>
                </c:pt>
                <c:pt idx="3">
                  <c:v>-3.5776749250000003E-2</c:v>
                </c:pt>
                <c:pt idx="4">
                  <c:v>-3.4484423700000003E-2</c:v>
                </c:pt>
                <c:pt idx="5">
                  <c:v>-3.3888418230000002E-2</c:v>
                </c:pt>
                <c:pt idx="6">
                  <c:v>-2.935902588E-2</c:v>
                </c:pt>
                <c:pt idx="7">
                  <c:v>-2.197510749E-2</c:v>
                </c:pt>
                <c:pt idx="8">
                  <c:v>-2.800952457E-2</c:v>
                </c:pt>
                <c:pt idx="9">
                  <c:v>-2.8709854930000001E-2</c:v>
                </c:pt>
                <c:pt idx="10">
                  <c:v>-2.0228957759999999E-2</c:v>
                </c:pt>
                <c:pt idx="11">
                  <c:v>-2.7351187539999999E-2</c:v>
                </c:pt>
                <c:pt idx="12">
                  <c:v>-2.709925547E-2</c:v>
                </c:pt>
                <c:pt idx="13">
                  <c:v>-2.576714754E-2</c:v>
                </c:pt>
                <c:pt idx="14">
                  <c:v>-2.5832716379999999E-2</c:v>
                </c:pt>
                <c:pt idx="15">
                  <c:v>-2.504788153E-2</c:v>
                </c:pt>
                <c:pt idx="16">
                  <c:v>-2.5134569030000001E-2</c:v>
                </c:pt>
                <c:pt idx="17">
                  <c:v>-2.4348227310000001E-2</c:v>
                </c:pt>
                <c:pt idx="18">
                  <c:v>-2.4360170590000001E-2</c:v>
                </c:pt>
                <c:pt idx="19">
                  <c:v>-2.3236537349999999E-2</c:v>
                </c:pt>
                <c:pt idx="20">
                  <c:v>-2.2603699939999999E-2</c:v>
                </c:pt>
                <c:pt idx="21">
                  <c:v>-2.223175019E-2</c:v>
                </c:pt>
                <c:pt idx="22">
                  <c:v>-2.1872082729999999E-2</c:v>
                </c:pt>
                <c:pt idx="23">
                  <c:v>-2.1907772870000002E-2</c:v>
                </c:pt>
                <c:pt idx="24">
                  <c:v>-2.1934254090000001E-2</c:v>
                </c:pt>
                <c:pt idx="25">
                  <c:v>-2.3381432519999999E-2</c:v>
                </c:pt>
                <c:pt idx="26">
                  <c:v>-2.3361267519999999E-2</c:v>
                </c:pt>
                <c:pt idx="27">
                  <c:v>-2.140972205E-2</c:v>
                </c:pt>
                <c:pt idx="28">
                  <c:v>-2.045354433E-2</c:v>
                </c:pt>
                <c:pt idx="29">
                  <c:v>-2.0300852130000002E-2</c:v>
                </c:pt>
                <c:pt idx="30">
                  <c:v>-1.906429976E-2</c:v>
                </c:pt>
                <c:pt idx="31">
                  <c:v>-1.8681071699999999E-2</c:v>
                </c:pt>
                <c:pt idx="32">
                  <c:v>-1.8316514789999998E-2</c:v>
                </c:pt>
                <c:pt idx="33">
                  <c:v>-1.7671987409999999E-2</c:v>
                </c:pt>
                <c:pt idx="34">
                  <c:v>-1.76363457E-2</c:v>
                </c:pt>
                <c:pt idx="35">
                  <c:v>-1.737309247E-2</c:v>
                </c:pt>
                <c:pt idx="36">
                  <c:v>-1.723150536E-2</c:v>
                </c:pt>
                <c:pt idx="37">
                  <c:v>-1.6694782299999999E-2</c:v>
                </c:pt>
                <c:pt idx="38">
                  <c:v>-1.6743004320000001E-2</c:v>
                </c:pt>
                <c:pt idx="39">
                  <c:v>-1.645194367E-2</c:v>
                </c:pt>
                <c:pt idx="40">
                  <c:v>-1.6339223829999999E-2</c:v>
                </c:pt>
                <c:pt idx="41">
                  <c:v>-1.6209119930000002E-2</c:v>
                </c:pt>
                <c:pt idx="42">
                  <c:v>-1.5853513029999999E-2</c:v>
                </c:pt>
                <c:pt idx="43">
                  <c:v>-1.559846569E-2</c:v>
                </c:pt>
                <c:pt idx="44">
                  <c:v>-1.525275595E-2</c:v>
                </c:pt>
                <c:pt idx="45">
                  <c:v>-1.513577439E-2</c:v>
                </c:pt>
                <c:pt idx="46">
                  <c:v>-1.498875394E-2</c:v>
                </c:pt>
                <c:pt idx="47">
                  <c:v>-1.508377306E-2</c:v>
                </c:pt>
                <c:pt idx="48">
                  <c:v>-1.460095961E-2</c:v>
                </c:pt>
                <c:pt idx="49">
                  <c:v>-1.45616103E-2</c:v>
                </c:pt>
                <c:pt idx="50">
                  <c:v>-1.4598205689999999E-2</c:v>
                </c:pt>
                <c:pt idx="51">
                  <c:v>-1.4000621620000001E-2</c:v>
                </c:pt>
                <c:pt idx="52">
                  <c:v>-1.3975456359999999E-2</c:v>
                </c:pt>
                <c:pt idx="53">
                  <c:v>-1.400844194E-2</c:v>
                </c:pt>
                <c:pt idx="54">
                  <c:v>-1.377678569E-2</c:v>
                </c:pt>
                <c:pt idx="55">
                  <c:v>-1.339850016E-2</c:v>
                </c:pt>
                <c:pt idx="56">
                  <c:v>-1.3332834470000001E-2</c:v>
                </c:pt>
                <c:pt idx="57">
                  <c:v>-1.2751554139999999E-2</c:v>
                </c:pt>
                <c:pt idx="58">
                  <c:v>-1.2857619670000001E-2</c:v>
                </c:pt>
                <c:pt idx="59">
                  <c:v>-1.2927879579999999E-2</c:v>
                </c:pt>
                <c:pt idx="60">
                  <c:v>-1.2676337730000001E-2</c:v>
                </c:pt>
                <c:pt idx="61">
                  <c:v>-1.2423443609999999E-2</c:v>
                </c:pt>
                <c:pt idx="62">
                  <c:v>-1.2192348949999999E-2</c:v>
                </c:pt>
                <c:pt idx="63">
                  <c:v>-1.179086417E-2</c:v>
                </c:pt>
                <c:pt idx="64">
                  <c:v>-1.18398862E-2</c:v>
                </c:pt>
                <c:pt idx="65">
                  <c:v>-1.1464042589999999E-2</c:v>
                </c:pt>
                <c:pt idx="66">
                  <c:v>-1.137463283E-2</c:v>
                </c:pt>
                <c:pt idx="67">
                  <c:v>-1.1069856580000001E-2</c:v>
                </c:pt>
                <c:pt idx="68">
                  <c:v>-1.088323351E-2</c:v>
                </c:pt>
                <c:pt idx="69">
                  <c:v>-1.0521519E-2</c:v>
                </c:pt>
                <c:pt idx="70">
                  <c:v>-1.0359885169999999E-2</c:v>
                </c:pt>
                <c:pt idx="71">
                  <c:v>-1.0103765880000001E-2</c:v>
                </c:pt>
                <c:pt idx="72">
                  <c:v>-9.9503761159999999E-3</c:v>
                </c:pt>
                <c:pt idx="73">
                  <c:v>-9.7699519249999991E-3</c:v>
                </c:pt>
                <c:pt idx="74">
                  <c:v>-9.3727055940000005E-3</c:v>
                </c:pt>
                <c:pt idx="75">
                  <c:v>-9.1942204159999995E-3</c:v>
                </c:pt>
                <c:pt idx="76">
                  <c:v>-8.7974611670000001E-3</c:v>
                </c:pt>
                <c:pt idx="77">
                  <c:v>-8.6419852450000008E-3</c:v>
                </c:pt>
                <c:pt idx="78">
                  <c:v>-8.4440587090000001E-3</c:v>
                </c:pt>
                <c:pt idx="79">
                  <c:v>-8.3545325319999992E-3</c:v>
                </c:pt>
                <c:pt idx="80">
                  <c:v>-8.1591680649999998E-3</c:v>
                </c:pt>
                <c:pt idx="81">
                  <c:v>-7.9275723550000007E-3</c:v>
                </c:pt>
                <c:pt idx="82">
                  <c:v>-7.6697599139999998E-3</c:v>
                </c:pt>
                <c:pt idx="83">
                  <c:v>-7.4558681809999998E-3</c:v>
                </c:pt>
                <c:pt idx="84">
                  <c:v>-7.1968077679999999E-3</c:v>
                </c:pt>
                <c:pt idx="85">
                  <c:v>-7.0160003380000001E-3</c:v>
                </c:pt>
                <c:pt idx="86">
                  <c:v>-6.9086006839999999E-3</c:v>
                </c:pt>
                <c:pt idx="87">
                  <c:v>-6.5612043250000002E-3</c:v>
                </c:pt>
                <c:pt idx="88">
                  <c:v>-6.42823847E-3</c:v>
                </c:pt>
                <c:pt idx="89">
                  <c:v>-6.1626434330000002E-3</c:v>
                </c:pt>
                <c:pt idx="90">
                  <c:v>-5.9689963240000003E-3</c:v>
                </c:pt>
                <c:pt idx="91">
                  <c:v>-5.7665775530000001E-3</c:v>
                </c:pt>
                <c:pt idx="92">
                  <c:v>-5.6363833139999996E-3</c:v>
                </c:pt>
                <c:pt idx="93">
                  <c:v>-5.3788940420000002E-3</c:v>
                </c:pt>
                <c:pt idx="94">
                  <c:v>-5.3143571129999996E-3</c:v>
                </c:pt>
                <c:pt idx="95">
                  <c:v>-5.1107634790000002E-3</c:v>
                </c:pt>
                <c:pt idx="96">
                  <c:v>-4.8270048569999998E-3</c:v>
                </c:pt>
                <c:pt idx="97">
                  <c:v>-4.735911265E-3</c:v>
                </c:pt>
                <c:pt idx="98">
                  <c:v>-4.5763612719999999E-3</c:v>
                </c:pt>
                <c:pt idx="99">
                  <c:v>-4.4665629979999998E-3</c:v>
                </c:pt>
                <c:pt idx="100">
                  <c:v>-4.2153522369999998E-3</c:v>
                </c:pt>
                <c:pt idx="101">
                  <c:v>-4.1420273479999999E-3</c:v>
                </c:pt>
                <c:pt idx="102">
                  <c:v>-4.011652898E-3</c:v>
                </c:pt>
                <c:pt idx="103">
                  <c:v>-3.8170951880000001E-3</c:v>
                </c:pt>
                <c:pt idx="104">
                  <c:v>-3.7712135820000001E-3</c:v>
                </c:pt>
                <c:pt idx="105">
                  <c:v>-3.6661401389999999E-3</c:v>
                </c:pt>
                <c:pt idx="106">
                  <c:v>-3.579269629E-3</c:v>
                </c:pt>
                <c:pt idx="107">
                  <c:v>-3.4526293170000001E-3</c:v>
                </c:pt>
                <c:pt idx="108">
                  <c:v>-3.3619659950000001E-3</c:v>
                </c:pt>
                <c:pt idx="109">
                  <c:v>-3.313056426E-3</c:v>
                </c:pt>
                <c:pt idx="110">
                  <c:v>-3.180479631E-3</c:v>
                </c:pt>
                <c:pt idx="111">
                  <c:v>-3.0456003730000001E-3</c:v>
                </c:pt>
                <c:pt idx="112">
                  <c:v>-3.009920474E-3</c:v>
                </c:pt>
                <c:pt idx="113">
                  <c:v>-2.8077119500000002E-3</c:v>
                </c:pt>
                <c:pt idx="114">
                  <c:v>-2.7549846559999998E-3</c:v>
                </c:pt>
                <c:pt idx="115">
                  <c:v>-2.6781195769999999E-3</c:v>
                </c:pt>
                <c:pt idx="116">
                  <c:v>-2.5911540720000002E-3</c:v>
                </c:pt>
                <c:pt idx="117">
                  <c:v>-2.5790599170000001E-3</c:v>
                </c:pt>
                <c:pt idx="118">
                  <c:v>-2.4707631670000002E-3</c:v>
                </c:pt>
                <c:pt idx="119">
                  <c:v>-2.512252657E-3</c:v>
                </c:pt>
                <c:pt idx="120">
                  <c:v>-2.3164041340000001E-3</c:v>
                </c:pt>
                <c:pt idx="121">
                  <c:v>-2.3094520439999999E-3</c:v>
                </c:pt>
                <c:pt idx="122">
                  <c:v>-2.213656437E-3</c:v>
                </c:pt>
                <c:pt idx="123">
                  <c:v>-2.2050542759999999E-3</c:v>
                </c:pt>
                <c:pt idx="124">
                  <c:v>-2.14710203E-3</c:v>
                </c:pt>
                <c:pt idx="125">
                  <c:v>-2.2027364469999998E-3</c:v>
                </c:pt>
                <c:pt idx="126">
                  <c:v>-2.1140784959999999E-3</c:v>
                </c:pt>
                <c:pt idx="127">
                  <c:v>-2.0751787819999999E-3</c:v>
                </c:pt>
                <c:pt idx="128">
                  <c:v>-2.05817516E-3</c:v>
                </c:pt>
                <c:pt idx="129">
                  <c:v>-2.0602878650000001E-3</c:v>
                </c:pt>
                <c:pt idx="130">
                  <c:v>-2.0045835990000001E-3</c:v>
                </c:pt>
                <c:pt idx="131">
                  <c:v>-2.0153024230000001E-3</c:v>
                </c:pt>
                <c:pt idx="132">
                  <c:v>-1.9417597210000001E-3</c:v>
                </c:pt>
                <c:pt idx="133">
                  <c:v>-1.949284691E-3</c:v>
                </c:pt>
                <c:pt idx="134">
                  <c:v>-1.923616976E-3</c:v>
                </c:pt>
                <c:pt idx="135">
                  <c:v>-1.902277581E-3</c:v>
                </c:pt>
                <c:pt idx="136">
                  <c:v>-1.904339413E-3</c:v>
                </c:pt>
                <c:pt idx="137">
                  <c:v>-1.7624116740000001E-3</c:v>
                </c:pt>
                <c:pt idx="138">
                  <c:v>-1.745602E-3</c:v>
                </c:pt>
                <c:pt idx="139">
                  <c:v>-1.790615264E-3</c:v>
                </c:pt>
                <c:pt idx="140">
                  <c:v>-1.7546772720000001E-3</c:v>
                </c:pt>
                <c:pt idx="141">
                  <c:v>-1.7779831539999999E-3</c:v>
                </c:pt>
                <c:pt idx="142">
                  <c:v>-1.750964671E-3</c:v>
                </c:pt>
                <c:pt idx="143">
                  <c:v>-1.703884569E-3</c:v>
                </c:pt>
                <c:pt idx="144">
                  <c:v>-1.7120839330000001E-3</c:v>
                </c:pt>
                <c:pt idx="145">
                  <c:v>-1.624460681E-3</c:v>
                </c:pt>
                <c:pt idx="146">
                  <c:v>-1.672116807E-3</c:v>
                </c:pt>
                <c:pt idx="147">
                  <c:v>-1.6450916880000001E-3</c:v>
                </c:pt>
                <c:pt idx="148">
                  <c:v>-1.595369307E-3</c:v>
                </c:pt>
                <c:pt idx="149">
                  <c:v>-1.5633356519999999E-3</c:v>
                </c:pt>
                <c:pt idx="150">
                  <c:v>-1.5244897219999999E-3</c:v>
                </c:pt>
                <c:pt idx="151">
                  <c:v>-1.554101706E-3</c:v>
                </c:pt>
                <c:pt idx="152">
                  <c:v>-1.5352721090000001E-3</c:v>
                </c:pt>
                <c:pt idx="153">
                  <c:v>-1.297586947E-3</c:v>
                </c:pt>
                <c:pt idx="154">
                  <c:v>-1.3149817239999999E-3</c:v>
                </c:pt>
                <c:pt idx="155">
                  <c:v>-1.263466431E-3</c:v>
                </c:pt>
                <c:pt idx="156">
                  <c:v>-1.233060379E-3</c:v>
                </c:pt>
                <c:pt idx="157">
                  <c:v>-1.1333606670000001E-3</c:v>
                </c:pt>
                <c:pt idx="158">
                  <c:v>-1.0784154289999999E-3</c:v>
                </c:pt>
                <c:pt idx="159">
                  <c:v>-9.7578763960000001E-4</c:v>
                </c:pt>
                <c:pt idx="160">
                  <c:v>-8.8662066260000001E-4</c:v>
                </c:pt>
                <c:pt idx="161">
                  <c:v>-7.4472167760000004E-4</c:v>
                </c:pt>
                <c:pt idx="162">
                  <c:v>-6.7887228219999998E-4</c:v>
                </c:pt>
                <c:pt idx="163">
                  <c:v>-5.235127755E-4</c:v>
                </c:pt>
                <c:pt idx="164">
                  <c:v>-3.705806739E-4</c:v>
                </c:pt>
                <c:pt idx="165">
                  <c:v>-2.5153876049999999E-4</c:v>
                </c:pt>
                <c:pt idx="166">
                  <c:v>-4.8818194049999999E-5</c:v>
                </c:pt>
                <c:pt idx="167">
                  <c:v>1.050320716E-4</c:v>
                </c:pt>
                <c:pt idx="168">
                  <c:v>2.9709131920000001E-4</c:v>
                </c:pt>
                <c:pt idx="169">
                  <c:v>5.3687015320000005E-4</c:v>
                </c:pt>
                <c:pt idx="170">
                  <c:v>7.5818842739999997E-4</c:v>
                </c:pt>
                <c:pt idx="171">
                  <c:v>1.0983833340000001E-3</c:v>
                </c:pt>
                <c:pt idx="172">
                  <c:v>1.4071344630000001E-3</c:v>
                </c:pt>
                <c:pt idx="173">
                  <c:v>1.8121952890000001E-3</c:v>
                </c:pt>
                <c:pt idx="174">
                  <c:v>2.1484305620000001E-3</c:v>
                </c:pt>
                <c:pt idx="175">
                  <c:v>2.58983206E-3</c:v>
                </c:pt>
                <c:pt idx="176">
                  <c:v>3.0085092880000001E-3</c:v>
                </c:pt>
                <c:pt idx="177">
                  <c:v>3.4932408020000002E-3</c:v>
                </c:pt>
                <c:pt idx="178">
                  <c:v>3.9890422490000002E-3</c:v>
                </c:pt>
                <c:pt idx="179">
                  <c:v>4.4883652589999996E-3</c:v>
                </c:pt>
                <c:pt idx="180">
                  <c:v>4.9977949820000003E-3</c:v>
                </c:pt>
                <c:pt idx="181">
                  <c:v>5.497415084E-3</c:v>
                </c:pt>
                <c:pt idx="182">
                  <c:v>5.9245480219999999E-3</c:v>
                </c:pt>
                <c:pt idx="183">
                  <c:v>6.3299853349999997E-3</c:v>
                </c:pt>
                <c:pt idx="184">
                  <c:v>6.710483693E-3</c:v>
                </c:pt>
                <c:pt idx="185">
                  <c:v>6.9642211310000004E-3</c:v>
                </c:pt>
                <c:pt idx="186">
                  <c:v>7.2358725589999999E-3</c:v>
                </c:pt>
                <c:pt idx="187">
                  <c:v>7.3478035629999999E-3</c:v>
                </c:pt>
                <c:pt idx="188">
                  <c:v>7.4072289279999998E-3</c:v>
                </c:pt>
                <c:pt idx="189">
                  <c:v>7.4064657090000003E-3</c:v>
                </c:pt>
                <c:pt idx="190">
                  <c:v>7.3535693809999997E-3</c:v>
                </c:pt>
                <c:pt idx="191">
                  <c:v>7.2766193189999998E-3</c:v>
                </c:pt>
                <c:pt idx="192">
                  <c:v>7.0667415859999999E-3</c:v>
                </c:pt>
                <c:pt idx="193">
                  <c:v>6.8919160400000004E-3</c:v>
                </c:pt>
                <c:pt idx="194">
                  <c:v>6.6977599639999998E-3</c:v>
                </c:pt>
                <c:pt idx="195">
                  <c:v>6.4053754319999996E-3</c:v>
                </c:pt>
                <c:pt idx="196">
                  <c:v>6.1204065570000001E-3</c:v>
                </c:pt>
                <c:pt idx="197">
                  <c:v>5.809310824E-3</c:v>
                </c:pt>
                <c:pt idx="198">
                  <c:v>5.5966270159999998E-3</c:v>
                </c:pt>
                <c:pt idx="199">
                  <c:v>5.2811894569999998E-3</c:v>
                </c:pt>
                <c:pt idx="200">
                  <c:v>5.0601996479999996E-3</c:v>
                </c:pt>
                <c:pt idx="201">
                  <c:v>5.527564324E-3</c:v>
                </c:pt>
                <c:pt idx="202">
                  <c:v>5.2916966380000003E-3</c:v>
                </c:pt>
                <c:pt idx="203">
                  <c:v>5.1213297989999998E-3</c:v>
                </c:pt>
                <c:pt idx="204">
                  <c:v>5.0243744630000002E-3</c:v>
                </c:pt>
                <c:pt idx="205">
                  <c:v>4.9281995739999997E-3</c:v>
                </c:pt>
                <c:pt idx="206">
                  <c:v>4.5559289869999998E-3</c:v>
                </c:pt>
                <c:pt idx="207">
                  <c:v>4.7335582789999999E-3</c:v>
                </c:pt>
                <c:pt idx="208">
                  <c:v>4.6530938710000001E-3</c:v>
                </c:pt>
                <c:pt idx="209">
                  <c:v>4.5935208909999997E-3</c:v>
                </c:pt>
                <c:pt idx="210">
                  <c:v>4.373455886E-3</c:v>
                </c:pt>
                <c:pt idx="211">
                  <c:v>4.339386709E-3</c:v>
                </c:pt>
                <c:pt idx="212">
                  <c:v>4.2670732359999996E-3</c:v>
                </c:pt>
                <c:pt idx="213">
                  <c:v>4.1887075640000002E-3</c:v>
                </c:pt>
                <c:pt idx="214">
                  <c:v>3.9607495999999997E-3</c:v>
                </c:pt>
                <c:pt idx="215">
                  <c:v>4.0370100179999997E-3</c:v>
                </c:pt>
                <c:pt idx="216">
                  <c:v>3.7264623680000001E-3</c:v>
                </c:pt>
                <c:pt idx="217">
                  <c:v>3.6548511130000002E-3</c:v>
                </c:pt>
                <c:pt idx="218">
                  <c:v>3.5483047829999999E-3</c:v>
                </c:pt>
                <c:pt idx="219">
                  <c:v>3.4608840940000001E-3</c:v>
                </c:pt>
                <c:pt idx="220">
                  <c:v>3.351307008E-3</c:v>
                </c:pt>
                <c:pt idx="221">
                  <c:v>3.3533677920000002E-3</c:v>
                </c:pt>
                <c:pt idx="222">
                  <c:v>3.3195610159999999E-3</c:v>
                </c:pt>
                <c:pt idx="223">
                  <c:v>3.3226651139999998E-3</c:v>
                </c:pt>
                <c:pt idx="224">
                  <c:v>3.331012325E-3</c:v>
                </c:pt>
                <c:pt idx="225">
                  <c:v>3.3193784769999998E-3</c:v>
                </c:pt>
                <c:pt idx="226">
                  <c:v>3.3231605780000002E-3</c:v>
                </c:pt>
                <c:pt idx="227">
                  <c:v>3.31635261E-3</c:v>
                </c:pt>
                <c:pt idx="228">
                  <c:v>3.3360207449999999E-3</c:v>
                </c:pt>
                <c:pt idx="229">
                  <c:v>3.404396353E-3</c:v>
                </c:pt>
                <c:pt idx="230">
                  <c:v>3.4706431909999999E-3</c:v>
                </c:pt>
                <c:pt idx="231">
                  <c:v>3.5127864679999998E-3</c:v>
                </c:pt>
                <c:pt idx="232">
                  <c:v>3.5513322800000001E-3</c:v>
                </c:pt>
                <c:pt idx="233">
                  <c:v>3.6542508749999999E-3</c:v>
                </c:pt>
                <c:pt idx="234">
                  <c:v>3.7689700259999999E-3</c:v>
                </c:pt>
                <c:pt idx="235">
                  <c:v>3.7607187410000002E-3</c:v>
                </c:pt>
                <c:pt idx="236">
                  <c:v>3.9009319150000001E-3</c:v>
                </c:pt>
                <c:pt idx="237">
                  <c:v>3.9786184210000002E-3</c:v>
                </c:pt>
                <c:pt idx="238">
                  <c:v>4.0252786129999999E-3</c:v>
                </c:pt>
                <c:pt idx="239">
                  <c:v>4.0792864749999999E-3</c:v>
                </c:pt>
                <c:pt idx="240">
                  <c:v>4.1675372050000003E-3</c:v>
                </c:pt>
                <c:pt idx="241">
                  <c:v>4.2721708310000002E-3</c:v>
                </c:pt>
                <c:pt idx="242">
                  <c:v>4.3295556679999996E-3</c:v>
                </c:pt>
                <c:pt idx="243">
                  <c:v>4.199162591E-3</c:v>
                </c:pt>
                <c:pt idx="244">
                  <c:v>4.2475457299999998E-3</c:v>
                </c:pt>
                <c:pt idx="245">
                  <c:v>4.5072757640000002E-3</c:v>
                </c:pt>
                <c:pt idx="246">
                  <c:v>4.4750003140000003E-3</c:v>
                </c:pt>
                <c:pt idx="247">
                  <c:v>4.4642253779999998E-3</c:v>
                </c:pt>
                <c:pt idx="248">
                  <c:v>4.5164306649999996E-3</c:v>
                </c:pt>
                <c:pt idx="249">
                  <c:v>4.5616314750000003E-3</c:v>
                </c:pt>
                <c:pt idx="250">
                  <c:v>4.6294676140000001E-3</c:v>
                </c:pt>
                <c:pt idx="251">
                  <c:v>4.7539710069999996E-3</c:v>
                </c:pt>
                <c:pt idx="252">
                  <c:v>4.9123335630000004E-3</c:v>
                </c:pt>
                <c:pt idx="253">
                  <c:v>5.0758351569999997E-3</c:v>
                </c:pt>
                <c:pt idx="254">
                  <c:v>5.1331170829999996E-3</c:v>
                </c:pt>
                <c:pt idx="255">
                  <c:v>5.5523668419999997E-3</c:v>
                </c:pt>
                <c:pt idx="256">
                  <c:v>5.7377750050000001E-3</c:v>
                </c:pt>
                <c:pt idx="257">
                  <c:v>5.9609469030000002E-3</c:v>
                </c:pt>
                <c:pt idx="258">
                  <c:v>6.1552724799999996E-3</c:v>
                </c:pt>
                <c:pt idx="259">
                  <c:v>6.3589052299999997E-3</c:v>
                </c:pt>
                <c:pt idx="260">
                  <c:v>6.4805154690000004E-3</c:v>
                </c:pt>
                <c:pt idx="261">
                  <c:v>6.8500484340000001E-3</c:v>
                </c:pt>
                <c:pt idx="262">
                  <c:v>6.9089327009999998E-3</c:v>
                </c:pt>
                <c:pt idx="263">
                  <c:v>7.1985777470000003E-3</c:v>
                </c:pt>
                <c:pt idx="264">
                  <c:v>7.4843866750000003E-3</c:v>
                </c:pt>
                <c:pt idx="265">
                  <c:v>7.710354868E-3</c:v>
                </c:pt>
                <c:pt idx="266">
                  <c:v>7.0356433279999998E-3</c:v>
                </c:pt>
                <c:pt idx="267">
                  <c:v>7.0174382999999996E-3</c:v>
                </c:pt>
                <c:pt idx="268">
                  <c:v>7.4223172849999996E-3</c:v>
                </c:pt>
                <c:pt idx="269">
                  <c:v>7.5625060129999996E-3</c:v>
                </c:pt>
                <c:pt idx="270">
                  <c:v>7.6167974619999997E-3</c:v>
                </c:pt>
                <c:pt idx="271">
                  <c:v>7.5497310609999998E-3</c:v>
                </c:pt>
                <c:pt idx="272">
                  <c:v>7.4656358919999999E-3</c:v>
                </c:pt>
                <c:pt idx="273">
                  <c:v>7.3252147989999999E-3</c:v>
                </c:pt>
                <c:pt idx="274">
                  <c:v>7.6479371639999998E-3</c:v>
                </c:pt>
                <c:pt idx="275">
                  <c:v>7.372763008E-3</c:v>
                </c:pt>
                <c:pt idx="276">
                  <c:v>7.4136015029999999E-3</c:v>
                </c:pt>
                <c:pt idx="277">
                  <c:v>7.4466750960000003E-3</c:v>
                </c:pt>
                <c:pt idx="278">
                  <c:v>7.5040864759999999E-3</c:v>
                </c:pt>
                <c:pt idx="279">
                  <c:v>7.2734341959999997E-3</c:v>
                </c:pt>
                <c:pt idx="280">
                  <c:v>7.4714296499999999E-3</c:v>
                </c:pt>
                <c:pt idx="281">
                  <c:v>7.4985292740000001E-3</c:v>
                </c:pt>
                <c:pt idx="282">
                  <c:v>7.4094673619999997E-3</c:v>
                </c:pt>
                <c:pt idx="283">
                  <c:v>7.4828593060000002E-3</c:v>
                </c:pt>
                <c:pt idx="284">
                  <c:v>7.4554178859999997E-3</c:v>
                </c:pt>
                <c:pt idx="285">
                  <c:v>7.4032531119999998E-3</c:v>
                </c:pt>
                <c:pt idx="286">
                  <c:v>7.3235565799999996E-3</c:v>
                </c:pt>
                <c:pt idx="287">
                  <c:v>7.386770099E-3</c:v>
                </c:pt>
                <c:pt idx="288">
                  <c:v>7.3377466759999999E-3</c:v>
                </c:pt>
                <c:pt idx="289">
                  <c:v>7.3583875780000004E-3</c:v>
                </c:pt>
                <c:pt idx="290">
                  <c:v>7.323635276E-3</c:v>
                </c:pt>
                <c:pt idx="291">
                  <c:v>7.3453811930000003E-3</c:v>
                </c:pt>
                <c:pt idx="292">
                  <c:v>7.342248224E-3</c:v>
                </c:pt>
                <c:pt idx="293">
                  <c:v>7.3514631949999996E-3</c:v>
                </c:pt>
                <c:pt idx="294">
                  <c:v>7.3294537140000003E-3</c:v>
                </c:pt>
                <c:pt idx="295">
                  <c:v>7.4439365420000004E-3</c:v>
                </c:pt>
                <c:pt idx="296">
                  <c:v>7.4002514590000004E-3</c:v>
                </c:pt>
                <c:pt idx="297">
                  <c:v>7.4395649139999999E-3</c:v>
                </c:pt>
                <c:pt idx="298">
                  <c:v>7.421395741E-3</c:v>
                </c:pt>
                <c:pt idx="299">
                  <c:v>7.5297658329999996E-3</c:v>
                </c:pt>
                <c:pt idx="300">
                  <c:v>7.47598568E-3</c:v>
                </c:pt>
                <c:pt idx="301">
                  <c:v>7.5184139420000004E-3</c:v>
                </c:pt>
                <c:pt idx="302">
                  <c:v>7.4994247410000003E-3</c:v>
                </c:pt>
                <c:pt idx="303">
                  <c:v>7.6066027400000001E-3</c:v>
                </c:pt>
                <c:pt idx="304">
                  <c:v>7.5747282240000002E-3</c:v>
                </c:pt>
                <c:pt idx="305">
                  <c:v>7.6044425370000003E-3</c:v>
                </c:pt>
                <c:pt idx="306">
                  <c:v>7.6224613000000002E-3</c:v>
                </c:pt>
                <c:pt idx="307">
                  <c:v>7.6174298300000004E-3</c:v>
                </c:pt>
                <c:pt idx="308">
                  <c:v>7.6953358949999997E-3</c:v>
                </c:pt>
                <c:pt idx="309">
                  <c:v>7.6763653199999997E-3</c:v>
                </c:pt>
                <c:pt idx="310">
                  <c:v>7.7852471730000001E-3</c:v>
                </c:pt>
                <c:pt idx="311">
                  <c:v>7.741264068E-3</c:v>
                </c:pt>
                <c:pt idx="312">
                  <c:v>7.8338729219999993E-3</c:v>
                </c:pt>
                <c:pt idx="313">
                  <c:v>7.800031919E-3</c:v>
                </c:pt>
                <c:pt idx="314">
                  <c:v>7.897556759E-3</c:v>
                </c:pt>
                <c:pt idx="315">
                  <c:v>7.8640272839999997E-3</c:v>
                </c:pt>
                <c:pt idx="316">
                  <c:v>7.9423198479999998E-3</c:v>
                </c:pt>
                <c:pt idx="317">
                  <c:v>7.9512577499999994E-3</c:v>
                </c:pt>
                <c:pt idx="318">
                  <c:v>7.9936273400000001E-3</c:v>
                </c:pt>
                <c:pt idx="319">
                  <c:v>7.9659167680000004E-3</c:v>
                </c:pt>
                <c:pt idx="320">
                  <c:v>8.0043850470000004E-3</c:v>
                </c:pt>
                <c:pt idx="321">
                  <c:v>8.0021703620000006E-3</c:v>
                </c:pt>
                <c:pt idx="322">
                  <c:v>8.0853141840000007E-3</c:v>
                </c:pt>
                <c:pt idx="323">
                  <c:v>8.2034524530000003E-3</c:v>
                </c:pt>
                <c:pt idx="324">
                  <c:v>8.1338156010000006E-3</c:v>
                </c:pt>
                <c:pt idx="325">
                  <c:v>8.1394864250000001E-3</c:v>
                </c:pt>
                <c:pt idx="326">
                  <c:v>8.188337088E-3</c:v>
                </c:pt>
                <c:pt idx="327">
                  <c:v>8.1591634080000006E-3</c:v>
                </c:pt>
                <c:pt idx="328">
                  <c:v>8.1414114679999993E-3</c:v>
                </c:pt>
                <c:pt idx="329">
                  <c:v>8.2126855850000006E-3</c:v>
                </c:pt>
                <c:pt idx="330">
                  <c:v>8.2205990330000006E-3</c:v>
                </c:pt>
                <c:pt idx="331">
                  <c:v>8.2613592970000004E-3</c:v>
                </c:pt>
                <c:pt idx="332">
                  <c:v>8.2236062739999994E-3</c:v>
                </c:pt>
                <c:pt idx="333">
                  <c:v>8.2777962090000001E-3</c:v>
                </c:pt>
                <c:pt idx="334">
                  <c:v>8.3247357979999992E-3</c:v>
                </c:pt>
                <c:pt idx="335">
                  <c:v>8.2789836449999998E-3</c:v>
                </c:pt>
                <c:pt idx="336">
                  <c:v>8.4123760459999999E-3</c:v>
                </c:pt>
                <c:pt idx="337">
                  <c:v>8.4031121810000005E-3</c:v>
                </c:pt>
                <c:pt idx="338">
                  <c:v>8.4582744170000005E-3</c:v>
                </c:pt>
                <c:pt idx="339">
                  <c:v>8.3578797060000001E-3</c:v>
                </c:pt>
                <c:pt idx="340">
                  <c:v>8.4435725580000003E-3</c:v>
                </c:pt>
                <c:pt idx="341">
                  <c:v>8.438188583E-3</c:v>
                </c:pt>
                <c:pt idx="342">
                  <c:v>8.509404957E-3</c:v>
                </c:pt>
                <c:pt idx="343">
                  <c:v>8.4892371670000008E-3</c:v>
                </c:pt>
                <c:pt idx="344">
                  <c:v>8.4863072260000002E-3</c:v>
                </c:pt>
                <c:pt idx="345">
                  <c:v>8.5129421200000003E-3</c:v>
                </c:pt>
                <c:pt idx="346">
                  <c:v>8.4622334689999999E-3</c:v>
                </c:pt>
                <c:pt idx="347">
                  <c:v>8.4867291149999993E-3</c:v>
                </c:pt>
                <c:pt idx="348">
                  <c:v>8.5162688049999994E-3</c:v>
                </c:pt>
                <c:pt idx="349">
                  <c:v>8.4826117380000007E-3</c:v>
                </c:pt>
                <c:pt idx="350">
                  <c:v>8.4868352859999996E-3</c:v>
                </c:pt>
                <c:pt idx="351">
                  <c:v>8.4878113120000001E-3</c:v>
                </c:pt>
                <c:pt idx="352">
                  <c:v>8.4680141880000004E-3</c:v>
                </c:pt>
                <c:pt idx="353">
                  <c:v>8.5293883460000001E-3</c:v>
                </c:pt>
                <c:pt idx="354">
                  <c:v>8.4873894229999993E-3</c:v>
                </c:pt>
                <c:pt idx="355">
                  <c:v>8.4134321660000004E-3</c:v>
                </c:pt>
                <c:pt idx="356">
                  <c:v>8.4034558390000003E-3</c:v>
                </c:pt>
                <c:pt idx="357">
                  <c:v>8.4292413670000003E-3</c:v>
                </c:pt>
                <c:pt idx="358">
                  <c:v>8.4161767740000004E-3</c:v>
                </c:pt>
                <c:pt idx="359">
                  <c:v>8.3912359549999996E-3</c:v>
                </c:pt>
                <c:pt idx="360">
                  <c:v>8.4280529989999992E-3</c:v>
                </c:pt>
                <c:pt idx="361">
                  <c:v>8.3452658729999997E-3</c:v>
                </c:pt>
                <c:pt idx="362">
                  <c:v>8.284471929E-3</c:v>
                </c:pt>
                <c:pt idx="363">
                  <c:v>8.2394881169999996E-3</c:v>
                </c:pt>
                <c:pt idx="364">
                  <c:v>8.1548904999999994E-3</c:v>
                </c:pt>
                <c:pt idx="365">
                  <c:v>8.2175917920000001E-3</c:v>
                </c:pt>
                <c:pt idx="366">
                  <c:v>8.2332361489999995E-3</c:v>
                </c:pt>
                <c:pt idx="367">
                  <c:v>8.2095200199999996E-3</c:v>
                </c:pt>
                <c:pt idx="368">
                  <c:v>8.0755297090000008E-3</c:v>
                </c:pt>
                <c:pt idx="369">
                  <c:v>8.0035412680000001E-3</c:v>
                </c:pt>
                <c:pt idx="370">
                  <c:v>8.0053871499999995E-3</c:v>
                </c:pt>
                <c:pt idx="371">
                  <c:v>7.9647824170000006E-3</c:v>
                </c:pt>
                <c:pt idx="372">
                  <c:v>7.9365205019999996E-3</c:v>
                </c:pt>
                <c:pt idx="373">
                  <c:v>7.9099731520000001E-3</c:v>
                </c:pt>
                <c:pt idx="374">
                  <c:v>7.8340312470000003E-3</c:v>
                </c:pt>
                <c:pt idx="375">
                  <c:v>7.802905049E-3</c:v>
                </c:pt>
                <c:pt idx="376">
                  <c:v>7.7640060340000002E-3</c:v>
                </c:pt>
                <c:pt idx="377">
                  <c:v>7.7678537929999998E-3</c:v>
                </c:pt>
                <c:pt idx="378">
                  <c:v>7.800743915E-3</c:v>
                </c:pt>
                <c:pt idx="379">
                  <c:v>7.8455498440000004E-3</c:v>
                </c:pt>
                <c:pt idx="380">
                  <c:v>7.755836938E-3</c:v>
                </c:pt>
                <c:pt idx="381">
                  <c:v>7.7397883869999998E-3</c:v>
                </c:pt>
                <c:pt idx="382">
                  <c:v>7.7414750120000002E-3</c:v>
                </c:pt>
                <c:pt idx="383">
                  <c:v>7.73546705E-3</c:v>
                </c:pt>
                <c:pt idx="384">
                  <c:v>7.7067450619999998E-3</c:v>
                </c:pt>
                <c:pt idx="385">
                  <c:v>7.6798433439999999E-3</c:v>
                </c:pt>
                <c:pt idx="386">
                  <c:v>7.6424046420000002E-3</c:v>
                </c:pt>
                <c:pt idx="387">
                  <c:v>7.6456712560000004E-3</c:v>
                </c:pt>
                <c:pt idx="388">
                  <c:v>7.6332893220000001E-3</c:v>
                </c:pt>
                <c:pt idx="389">
                  <c:v>7.6246745879999999E-3</c:v>
                </c:pt>
                <c:pt idx="390">
                  <c:v>7.5695388950000001E-3</c:v>
                </c:pt>
                <c:pt idx="391">
                  <c:v>7.5504947449999997E-3</c:v>
                </c:pt>
                <c:pt idx="392">
                  <c:v>7.561715785E-3</c:v>
                </c:pt>
                <c:pt idx="393">
                  <c:v>7.5063249099999998E-3</c:v>
                </c:pt>
                <c:pt idx="394">
                  <c:v>7.5521543619999996E-3</c:v>
                </c:pt>
                <c:pt idx="395">
                  <c:v>7.4890218680000002E-3</c:v>
                </c:pt>
                <c:pt idx="396">
                  <c:v>7.4451216499999999E-3</c:v>
                </c:pt>
                <c:pt idx="397">
                  <c:v>7.4652144689999998E-3</c:v>
                </c:pt>
                <c:pt idx="398">
                  <c:v>7.5008729469999997E-3</c:v>
                </c:pt>
                <c:pt idx="399">
                  <c:v>7.4726934539999998E-3</c:v>
                </c:pt>
                <c:pt idx="400">
                  <c:v>7.4515733870000002E-3</c:v>
                </c:pt>
                <c:pt idx="401">
                  <c:v>7.470692042E-3</c:v>
                </c:pt>
                <c:pt idx="402">
                  <c:v>7.388507947E-3</c:v>
                </c:pt>
                <c:pt idx="403">
                  <c:v>7.4976338069999999E-3</c:v>
                </c:pt>
                <c:pt idx="404">
                  <c:v>7.4148126879999996E-3</c:v>
                </c:pt>
                <c:pt idx="405">
                  <c:v>7.4678743259999998E-3</c:v>
                </c:pt>
                <c:pt idx="406">
                  <c:v>7.3651010170000001E-3</c:v>
                </c:pt>
                <c:pt idx="407">
                  <c:v>7.4678743259999998E-3</c:v>
                </c:pt>
                <c:pt idx="408">
                  <c:v>7.4113369919999996E-3</c:v>
                </c:pt>
                <c:pt idx="409">
                  <c:v>7.4343248269999997E-3</c:v>
                </c:pt>
                <c:pt idx="410">
                  <c:v>7.4935513550000001E-3</c:v>
                </c:pt>
                <c:pt idx="411">
                  <c:v>7.4656619690000002E-3</c:v>
                </c:pt>
                <c:pt idx="412">
                  <c:v>7.4348249469999997E-3</c:v>
                </c:pt>
                <c:pt idx="413">
                  <c:v>7.5037176719999999E-3</c:v>
                </c:pt>
                <c:pt idx="414">
                  <c:v>7.4779079300000004E-3</c:v>
                </c:pt>
                <c:pt idx="415">
                  <c:v>7.5187562030000002E-3</c:v>
                </c:pt>
                <c:pt idx="416">
                  <c:v>7.5489934529999999E-3</c:v>
                </c:pt>
                <c:pt idx="417">
                  <c:v>7.5444630349999998E-3</c:v>
                </c:pt>
                <c:pt idx="418">
                  <c:v>7.5399326160000002E-3</c:v>
                </c:pt>
                <c:pt idx="419">
                  <c:v>7.576835342E-3</c:v>
                </c:pt>
                <c:pt idx="420">
                  <c:v>7.6607149090000002E-3</c:v>
                </c:pt>
                <c:pt idx="421">
                  <c:v>7.6605570499999999E-3</c:v>
                </c:pt>
                <c:pt idx="422">
                  <c:v>7.6992618850000001E-3</c:v>
                </c:pt>
                <c:pt idx="423">
                  <c:v>7.8140795230000008E-3</c:v>
                </c:pt>
                <c:pt idx="424">
                  <c:v>7.8204581509999996E-3</c:v>
                </c:pt>
                <c:pt idx="425">
                  <c:v>7.8781815249999998E-3</c:v>
                </c:pt>
                <c:pt idx="426">
                  <c:v>7.9992963E-3</c:v>
                </c:pt>
                <c:pt idx="427">
                  <c:v>7.9919127750000003E-3</c:v>
                </c:pt>
                <c:pt idx="428">
                  <c:v>8.0367121849999994E-3</c:v>
                </c:pt>
                <c:pt idx="429">
                  <c:v>8.0906944350000003E-3</c:v>
                </c:pt>
                <c:pt idx="430">
                  <c:v>8.1204697490000009E-3</c:v>
                </c:pt>
                <c:pt idx="431">
                  <c:v>8.1533603369999992E-3</c:v>
                </c:pt>
                <c:pt idx="432">
                  <c:v>8.166891523E-3</c:v>
                </c:pt>
                <c:pt idx="433">
                  <c:v>8.248801343E-3</c:v>
                </c:pt>
                <c:pt idx="434">
                  <c:v>8.2947881890000005E-3</c:v>
                </c:pt>
                <c:pt idx="435">
                  <c:v>8.3309104669999998E-3</c:v>
                </c:pt>
                <c:pt idx="436">
                  <c:v>8.4048015999999993E-3</c:v>
                </c:pt>
                <c:pt idx="437">
                  <c:v>8.4953345359999998E-3</c:v>
                </c:pt>
                <c:pt idx="438">
                  <c:v>8.5413213820000004E-3</c:v>
                </c:pt>
                <c:pt idx="439">
                  <c:v>8.5607524959999994E-3</c:v>
                </c:pt>
                <c:pt idx="440">
                  <c:v>8.6177298799999993E-3</c:v>
                </c:pt>
                <c:pt idx="441">
                  <c:v>8.748320863E-3</c:v>
                </c:pt>
                <c:pt idx="442">
                  <c:v>8.7834782900000005E-3</c:v>
                </c:pt>
                <c:pt idx="443">
                  <c:v>8.9066941289999996E-3</c:v>
                </c:pt>
                <c:pt idx="444">
                  <c:v>8.9638493959999996E-3</c:v>
                </c:pt>
                <c:pt idx="445">
                  <c:v>9.0430546550000004E-3</c:v>
                </c:pt>
                <c:pt idx="446">
                  <c:v>9.2431809749999993E-3</c:v>
                </c:pt>
                <c:pt idx="447">
                  <c:v>9.3604177239999999E-3</c:v>
                </c:pt>
                <c:pt idx="448">
                  <c:v>9.5223477110000006E-3</c:v>
                </c:pt>
                <c:pt idx="449">
                  <c:v>9.6685104069999996E-3</c:v>
                </c:pt>
                <c:pt idx="450">
                  <c:v>9.8055601119999992E-3</c:v>
                </c:pt>
                <c:pt idx="451">
                  <c:v>9.9273985250000005E-3</c:v>
                </c:pt>
                <c:pt idx="452">
                  <c:v>1.011720113E-2</c:v>
                </c:pt>
                <c:pt idx="453">
                  <c:v>1.035461761E-2</c:v>
                </c:pt>
                <c:pt idx="454">
                  <c:v>1.047313679E-2</c:v>
                </c:pt>
                <c:pt idx="455">
                  <c:v>1.0606249789999999E-2</c:v>
                </c:pt>
                <c:pt idx="456">
                  <c:v>1.074412651E-2</c:v>
                </c:pt>
                <c:pt idx="457">
                  <c:v>1.085558534E-2</c:v>
                </c:pt>
                <c:pt idx="458">
                  <c:v>1.095090527E-2</c:v>
                </c:pt>
                <c:pt idx="459">
                  <c:v>1.1009339240000001E-2</c:v>
                </c:pt>
                <c:pt idx="460">
                  <c:v>1.1261191219999999E-2</c:v>
                </c:pt>
                <c:pt idx="461">
                  <c:v>1.12878643E-2</c:v>
                </c:pt>
                <c:pt idx="462">
                  <c:v>1.143023651E-2</c:v>
                </c:pt>
                <c:pt idx="463">
                  <c:v>1.152233314E-2</c:v>
                </c:pt>
                <c:pt idx="464">
                  <c:v>1.1667123059999999E-2</c:v>
                </c:pt>
                <c:pt idx="465">
                  <c:v>1.17591368E-2</c:v>
                </c:pt>
                <c:pt idx="466">
                  <c:v>1.1893549E-2</c:v>
                </c:pt>
                <c:pt idx="467">
                  <c:v>1.1956101280000001E-2</c:v>
                </c:pt>
                <c:pt idx="468">
                  <c:v>1.210795622E-2</c:v>
                </c:pt>
                <c:pt idx="469">
                  <c:v>1.2218060899999999E-2</c:v>
                </c:pt>
                <c:pt idx="470">
                  <c:v>1.2279301879999999E-2</c:v>
                </c:pt>
                <c:pt idx="471">
                  <c:v>1.237813104E-2</c:v>
                </c:pt>
                <c:pt idx="472">
                  <c:v>1.244323049E-2</c:v>
                </c:pt>
                <c:pt idx="473">
                  <c:v>1.248691976E-2</c:v>
                </c:pt>
                <c:pt idx="474">
                  <c:v>1.253349055E-2</c:v>
                </c:pt>
                <c:pt idx="475">
                  <c:v>1.257375162E-2</c:v>
                </c:pt>
                <c:pt idx="476">
                  <c:v>1.2648580600000001E-2</c:v>
                </c:pt>
                <c:pt idx="477">
                  <c:v>1.26377074E-2</c:v>
                </c:pt>
                <c:pt idx="478">
                  <c:v>1.2649193410000001E-2</c:v>
                </c:pt>
                <c:pt idx="479">
                  <c:v>1.2762022200000001E-2</c:v>
                </c:pt>
                <c:pt idx="480">
                  <c:v>1.2773645110000001E-2</c:v>
                </c:pt>
                <c:pt idx="481">
                  <c:v>1.276964601E-2</c:v>
                </c:pt>
                <c:pt idx="482">
                  <c:v>1.2802490959999999E-2</c:v>
                </c:pt>
                <c:pt idx="483">
                  <c:v>1.284586918E-2</c:v>
                </c:pt>
                <c:pt idx="484">
                  <c:v>1.282253955E-2</c:v>
                </c:pt>
                <c:pt idx="485">
                  <c:v>1.2899145480000001E-2</c:v>
                </c:pt>
                <c:pt idx="486">
                  <c:v>1.3000836599999999E-2</c:v>
                </c:pt>
                <c:pt idx="487">
                  <c:v>1.296400279E-2</c:v>
                </c:pt>
                <c:pt idx="488">
                  <c:v>1.298501994E-2</c:v>
                </c:pt>
                <c:pt idx="489">
                  <c:v>1.296362933E-2</c:v>
                </c:pt>
                <c:pt idx="490">
                  <c:v>1.293826662E-2</c:v>
                </c:pt>
                <c:pt idx="491">
                  <c:v>1.3114449570000001E-2</c:v>
                </c:pt>
                <c:pt idx="492">
                  <c:v>1.315377746E-2</c:v>
                </c:pt>
                <c:pt idx="493">
                  <c:v>1.3193962159999999E-2</c:v>
                </c:pt>
                <c:pt idx="494">
                  <c:v>1.309313346E-2</c:v>
                </c:pt>
                <c:pt idx="495">
                  <c:v>1.323551219E-2</c:v>
                </c:pt>
                <c:pt idx="496">
                  <c:v>1.317507029E-2</c:v>
                </c:pt>
                <c:pt idx="497">
                  <c:v>1.324338466E-2</c:v>
                </c:pt>
                <c:pt idx="498">
                  <c:v>1.323978137E-2</c:v>
                </c:pt>
                <c:pt idx="499">
                  <c:v>1.3342272489999999E-2</c:v>
                </c:pt>
                <c:pt idx="500">
                  <c:v>1.3368032869999999E-2</c:v>
                </c:pt>
                <c:pt idx="501">
                  <c:v>1.341312379E-2</c:v>
                </c:pt>
                <c:pt idx="502">
                  <c:v>1.346844528E-2</c:v>
                </c:pt>
                <c:pt idx="503">
                  <c:v>1.3413337060000001E-2</c:v>
                </c:pt>
                <c:pt idx="504">
                  <c:v>1.349896565E-2</c:v>
                </c:pt>
                <c:pt idx="505">
                  <c:v>1.3588510450000001E-2</c:v>
                </c:pt>
                <c:pt idx="506">
                  <c:v>1.361829229E-2</c:v>
                </c:pt>
                <c:pt idx="507">
                  <c:v>1.374083012E-2</c:v>
                </c:pt>
                <c:pt idx="508">
                  <c:v>1.378312707E-2</c:v>
                </c:pt>
                <c:pt idx="509">
                  <c:v>1.380380988E-2</c:v>
                </c:pt>
                <c:pt idx="510">
                  <c:v>1.3789352959999999E-2</c:v>
                </c:pt>
                <c:pt idx="511">
                  <c:v>1.388807222E-2</c:v>
                </c:pt>
                <c:pt idx="512">
                  <c:v>1.3902639039999999E-2</c:v>
                </c:pt>
                <c:pt idx="513">
                  <c:v>1.4077153990000001E-2</c:v>
                </c:pt>
                <c:pt idx="514">
                  <c:v>1.4027797620000001E-2</c:v>
                </c:pt>
                <c:pt idx="515">
                  <c:v>1.4169787059999999E-2</c:v>
                </c:pt>
                <c:pt idx="516">
                  <c:v>1.4248343179999999E-2</c:v>
                </c:pt>
                <c:pt idx="517">
                  <c:v>1.417481527E-2</c:v>
                </c:pt>
                <c:pt idx="518">
                  <c:v>1.4261423610000001E-2</c:v>
                </c:pt>
                <c:pt idx="519">
                  <c:v>1.428750623E-2</c:v>
                </c:pt>
                <c:pt idx="520">
                  <c:v>1.437119301E-2</c:v>
                </c:pt>
                <c:pt idx="521">
                  <c:v>1.4408948830000001E-2</c:v>
                </c:pt>
                <c:pt idx="522">
                  <c:v>1.4526598159999999E-2</c:v>
                </c:pt>
                <c:pt idx="523">
                  <c:v>1.437980868E-2</c:v>
                </c:pt>
                <c:pt idx="524">
                  <c:v>1.4654882249999999E-2</c:v>
                </c:pt>
                <c:pt idx="525">
                  <c:v>1.4532433819999999E-2</c:v>
                </c:pt>
                <c:pt idx="526">
                  <c:v>1.4706907789999999E-2</c:v>
                </c:pt>
                <c:pt idx="527">
                  <c:v>1.4657827090000001E-2</c:v>
                </c:pt>
                <c:pt idx="528">
                  <c:v>1.4819522389999999E-2</c:v>
                </c:pt>
                <c:pt idx="529">
                  <c:v>1.4764375979999999E-2</c:v>
                </c:pt>
                <c:pt idx="530">
                  <c:v>1.4873389149999999E-2</c:v>
                </c:pt>
                <c:pt idx="531">
                  <c:v>1.4891605820000001E-2</c:v>
                </c:pt>
                <c:pt idx="532">
                  <c:v>1.5014959499999999E-2</c:v>
                </c:pt>
                <c:pt idx="533">
                  <c:v>1.486875489E-2</c:v>
                </c:pt>
                <c:pt idx="534">
                  <c:v>1.505019795E-2</c:v>
                </c:pt>
                <c:pt idx="535">
                  <c:v>1.510213688E-2</c:v>
                </c:pt>
                <c:pt idx="536">
                  <c:v>1.509074681E-2</c:v>
                </c:pt>
                <c:pt idx="537">
                  <c:v>1.5232923440000001E-2</c:v>
                </c:pt>
                <c:pt idx="538">
                  <c:v>1.532596443E-2</c:v>
                </c:pt>
                <c:pt idx="539">
                  <c:v>1.529279444E-2</c:v>
                </c:pt>
                <c:pt idx="540">
                  <c:v>1.552584209E-2</c:v>
                </c:pt>
                <c:pt idx="541">
                  <c:v>1.540395152E-2</c:v>
                </c:pt>
                <c:pt idx="542">
                  <c:v>1.5515271569999999E-2</c:v>
                </c:pt>
                <c:pt idx="543">
                  <c:v>1.561878435E-2</c:v>
                </c:pt>
                <c:pt idx="544">
                  <c:v>1.5611485580000001E-2</c:v>
                </c:pt>
                <c:pt idx="545">
                  <c:v>1.5634508799999999E-2</c:v>
                </c:pt>
                <c:pt idx="546">
                  <c:v>1.5888225289999999E-2</c:v>
                </c:pt>
                <c:pt idx="547">
                  <c:v>1.5842098740000001E-2</c:v>
                </c:pt>
                <c:pt idx="548">
                  <c:v>1.594571769E-2</c:v>
                </c:pt>
                <c:pt idx="549">
                  <c:v>1.603208855E-2</c:v>
                </c:pt>
                <c:pt idx="550">
                  <c:v>1.6045598309999999E-2</c:v>
                </c:pt>
                <c:pt idx="551">
                  <c:v>1.61381159E-2</c:v>
                </c:pt>
                <c:pt idx="552">
                  <c:v>1.62243098E-2</c:v>
                </c:pt>
                <c:pt idx="553">
                  <c:v>1.631304808E-2</c:v>
                </c:pt>
                <c:pt idx="554">
                  <c:v>1.638986915E-2</c:v>
                </c:pt>
                <c:pt idx="555">
                  <c:v>1.6449308020000001E-2</c:v>
                </c:pt>
                <c:pt idx="556">
                  <c:v>1.6540700570000001E-2</c:v>
                </c:pt>
                <c:pt idx="557">
                  <c:v>1.6641955819999998E-2</c:v>
                </c:pt>
                <c:pt idx="558">
                  <c:v>1.6747917979999999E-2</c:v>
                </c:pt>
                <c:pt idx="559">
                  <c:v>1.6725990919999999E-2</c:v>
                </c:pt>
                <c:pt idx="560">
                  <c:v>1.6844701019999998E-2</c:v>
                </c:pt>
                <c:pt idx="561">
                  <c:v>1.6956659030000001E-2</c:v>
                </c:pt>
                <c:pt idx="562">
                  <c:v>1.7105830830000002E-2</c:v>
                </c:pt>
                <c:pt idx="563">
                  <c:v>1.7065471039999999E-2</c:v>
                </c:pt>
                <c:pt idx="564">
                  <c:v>1.7214085909999999E-2</c:v>
                </c:pt>
                <c:pt idx="565">
                  <c:v>1.727377251E-2</c:v>
                </c:pt>
                <c:pt idx="566">
                  <c:v>1.7367333169999999E-2</c:v>
                </c:pt>
                <c:pt idx="567">
                  <c:v>1.7409849910000001E-2</c:v>
                </c:pt>
                <c:pt idx="568">
                  <c:v>1.7494518309999998E-2</c:v>
                </c:pt>
                <c:pt idx="569">
                  <c:v>1.7596643419999999E-2</c:v>
                </c:pt>
                <c:pt idx="570">
                  <c:v>1.7699953170000001E-2</c:v>
                </c:pt>
                <c:pt idx="571">
                  <c:v>1.7804203550000001E-2</c:v>
                </c:pt>
                <c:pt idx="572">
                  <c:v>1.789566502E-2</c:v>
                </c:pt>
                <c:pt idx="573">
                  <c:v>1.789404638E-2</c:v>
                </c:pt>
                <c:pt idx="574">
                  <c:v>1.801005378E-2</c:v>
                </c:pt>
                <c:pt idx="575">
                  <c:v>1.8176402899999999E-2</c:v>
                </c:pt>
                <c:pt idx="576">
                  <c:v>1.828954369E-2</c:v>
                </c:pt>
                <c:pt idx="577">
                  <c:v>1.8362069500000001E-2</c:v>
                </c:pt>
                <c:pt idx="578">
                  <c:v>1.841113716E-2</c:v>
                </c:pt>
                <c:pt idx="579">
                  <c:v>1.8419617789999999E-2</c:v>
                </c:pt>
                <c:pt idx="580">
                  <c:v>1.855843142E-2</c:v>
                </c:pt>
                <c:pt idx="581">
                  <c:v>1.872696355E-2</c:v>
                </c:pt>
                <c:pt idx="582">
                  <c:v>1.8802104520000001E-2</c:v>
                </c:pt>
                <c:pt idx="583">
                  <c:v>1.891143247E-2</c:v>
                </c:pt>
                <c:pt idx="584">
                  <c:v>1.902898401E-2</c:v>
                </c:pt>
                <c:pt idx="585">
                  <c:v>1.9116295500000002E-2</c:v>
                </c:pt>
                <c:pt idx="586">
                  <c:v>1.9211415200000002E-2</c:v>
                </c:pt>
                <c:pt idx="587">
                  <c:v>1.9314594569999999E-2</c:v>
                </c:pt>
                <c:pt idx="588">
                  <c:v>1.9449770450000001E-2</c:v>
                </c:pt>
                <c:pt idx="589">
                  <c:v>1.9508980209999999E-2</c:v>
                </c:pt>
                <c:pt idx="590">
                  <c:v>1.9611958410000001E-2</c:v>
                </c:pt>
                <c:pt idx="591">
                  <c:v>1.9752698020000001E-2</c:v>
                </c:pt>
                <c:pt idx="592">
                  <c:v>1.9835224379999999E-2</c:v>
                </c:pt>
                <c:pt idx="593">
                  <c:v>1.9940394909999999E-2</c:v>
                </c:pt>
                <c:pt idx="594">
                  <c:v>2.0087070759999999E-2</c:v>
                </c:pt>
                <c:pt idx="595">
                  <c:v>2.0089618859999998E-2</c:v>
                </c:pt>
                <c:pt idx="596">
                  <c:v>2.0232547069999999E-2</c:v>
                </c:pt>
                <c:pt idx="597">
                  <c:v>2.0354444159999999E-2</c:v>
                </c:pt>
                <c:pt idx="598">
                  <c:v>2.0428536460000001E-2</c:v>
                </c:pt>
                <c:pt idx="599">
                  <c:v>2.051767707E-2</c:v>
                </c:pt>
                <c:pt idx="600">
                  <c:v>2.0611776040000002E-2</c:v>
                </c:pt>
                <c:pt idx="601">
                  <c:v>2.0708717410000001E-2</c:v>
                </c:pt>
                <c:pt idx="602">
                  <c:v>2.0784283059999999E-2</c:v>
                </c:pt>
                <c:pt idx="603">
                  <c:v>2.1149126809999998E-2</c:v>
                </c:pt>
                <c:pt idx="604">
                  <c:v>2.116934769E-2</c:v>
                </c:pt>
                <c:pt idx="605">
                  <c:v>2.140393853E-2</c:v>
                </c:pt>
                <c:pt idx="606">
                  <c:v>2.141720988E-2</c:v>
                </c:pt>
                <c:pt idx="607">
                  <c:v>2.1493334320000002E-2</c:v>
                </c:pt>
                <c:pt idx="608">
                  <c:v>2.1625922990000001E-2</c:v>
                </c:pt>
                <c:pt idx="609">
                  <c:v>2.166113071E-2</c:v>
                </c:pt>
                <c:pt idx="610">
                  <c:v>2.1896151829999998E-2</c:v>
                </c:pt>
                <c:pt idx="611">
                  <c:v>2.2051196549999999E-2</c:v>
                </c:pt>
                <c:pt idx="612">
                  <c:v>2.2180523720000001E-2</c:v>
                </c:pt>
                <c:pt idx="613">
                  <c:v>2.2102126850000001E-2</c:v>
                </c:pt>
                <c:pt idx="614">
                  <c:v>2.256718278E-2</c:v>
                </c:pt>
                <c:pt idx="615">
                  <c:v>2.268949151E-2</c:v>
                </c:pt>
                <c:pt idx="616">
                  <c:v>2.280114032E-2</c:v>
                </c:pt>
                <c:pt idx="617">
                  <c:v>2.2776532919999998E-2</c:v>
                </c:pt>
                <c:pt idx="618">
                  <c:v>2.306462079E-2</c:v>
                </c:pt>
                <c:pt idx="619">
                  <c:v>2.3095468059999999E-2</c:v>
                </c:pt>
                <c:pt idx="620">
                  <c:v>2.3388247939999999E-2</c:v>
                </c:pt>
                <c:pt idx="621">
                  <c:v>2.3386690769999999E-2</c:v>
                </c:pt>
                <c:pt idx="622">
                  <c:v>2.366993576E-2</c:v>
                </c:pt>
                <c:pt idx="623">
                  <c:v>2.3761548100000002E-2</c:v>
                </c:pt>
                <c:pt idx="624">
                  <c:v>2.3872679099999999E-2</c:v>
                </c:pt>
                <c:pt idx="625">
                  <c:v>2.3968027900000001E-2</c:v>
                </c:pt>
                <c:pt idx="626">
                  <c:v>2.406345122E-2</c:v>
                </c:pt>
                <c:pt idx="627">
                  <c:v>2.4430021640000001E-2</c:v>
                </c:pt>
                <c:pt idx="628">
                  <c:v>2.4458829309999999E-2</c:v>
                </c:pt>
                <c:pt idx="629">
                  <c:v>2.455304749E-2</c:v>
                </c:pt>
                <c:pt idx="630">
                  <c:v>2.4822417650000001E-2</c:v>
                </c:pt>
                <c:pt idx="631">
                  <c:v>2.499923855E-2</c:v>
                </c:pt>
                <c:pt idx="632">
                  <c:v>2.5222493339999999E-2</c:v>
                </c:pt>
                <c:pt idx="633">
                  <c:v>2.535965666E-2</c:v>
                </c:pt>
                <c:pt idx="634">
                  <c:v>2.5615852330000001E-2</c:v>
                </c:pt>
                <c:pt idx="635">
                  <c:v>2.5737786669999999E-2</c:v>
                </c:pt>
                <c:pt idx="636">
                  <c:v>2.5910668080000001E-2</c:v>
                </c:pt>
                <c:pt idx="637">
                  <c:v>2.608815208E-2</c:v>
                </c:pt>
                <c:pt idx="638">
                  <c:v>2.6316504930000002E-2</c:v>
                </c:pt>
                <c:pt idx="639">
                  <c:v>2.6340048759999998E-2</c:v>
                </c:pt>
                <c:pt idx="640">
                  <c:v>2.66692657E-2</c:v>
                </c:pt>
                <c:pt idx="641">
                  <c:v>2.6819277549999999E-2</c:v>
                </c:pt>
                <c:pt idx="642">
                  <c:v>2.7146928010000002E-2</c:v>
                </c:pt>
                <c:pt idx="643">
                  <c:v>2.7214914560000001E-2</c:v>
                </c:pt>
                <c:pt idx="644">
                  <c:v>2.7483927089999999E-2</c:v>
                </c:pt>
                <c:pt idx="645">
                  <c:v>2.7626331899999999E-2</c:v>
                </c:pt>
                <c:pt idx="646">
                  <c:v>2.796328813E-2</c:v>
                </c:pt>
                <c:pt idx="647">
                  <c:v>2.8155976910000002E-2</c:v>
                </c:pt>
                <c:pt idx="648">
                  <c:v>2.8333967549999999E-2</c:v>
                </c:pt>
                <c:pt idx="649">
                  <c:v>2.8512280429999998E-2</c:v>
                </c:pt>
                <c:pt idx="650">
                  <c:v>2.8716772790000001E-2</c:v>
                </c:pt>
                <c:pt idx="651">
                  <c:v>2.8954979030000001E-2</c:v>
                </c:pt>
                <c:pt idx="652">
                  <c:v>2.91173812E-2</c:v>
                </c:pt>
                <c:pt idx="653">
                  <c:v>2.9353508729999998E-2</c:v>
                </c:pt>
                <c:pt idx="654">
                  <c:v>2.9717281460000002E-2</c:v>
                </c:pt>
                <c:pt idx="655">
                  <c:v>2.9927305880000001E-2</c:v>
                </c:pt>
                <c:pt idx="656">
                  <c:v>3.0256867409999999E-2</c:v>
                </c:pt>
                <c:pt idx="657">
                  <c:v>3.0393853780000001E-2</c:v>
                </c:pt>
                <c:pt idx="658">
                  <c:v>3.0726993460000001E-2</c:v>
                </c:pt>
                <c:pt idx="659">
                  <c:v>3.0946595590000001E-2</c:v>
                </c:pt>
                <c:pt idx="660">
                  <c:v>3.113877587E-2</c:v>
                </c:pt>
                <c:pt idx="661">
                  <c:v>3.1440511349999999E-2</c:v>
                </c:pt>
                <c:pt idx="662">
                  <c:v>3.1708423049999997E-2</c:v>
                </c:pt>
                <c:pt idx="663">
                  <c:v>3.1988233329999997E-2</c:v>
                </c:pt>
                <c:pt idx="664">
                  <c:v>3.2225396480000001E-2</c:v>
                </c:pt>
                <c:pt idx="665">
                  <c:v>3.2767970110000003E-2</c:v>
                </c:pt>
                <c:pt idx="666">
                  <c:v>3.2956436280000001E-2</c:v>
                </c:pt>
                <c:pt idx="667">
                  <c:v>3.3138696099999997E-2</c:v>
                </c:pt>
                <c:pt idx="668">
                  <c:v>3.3516112719999998E-2</c:v>
                </c:pt>
                <c:pt idx="669">
                  <c:v>3.3849280330000002E-2</c:v>
                </c:pt>
                <c:pt idx="670">
                  <c:v>3.4194294360000002E-2</c:v>
                </c:pt>
                <c:pt idx="671">
                  <c:v>3.4606494010000002E-2</c:v>
                </c:pt>
                <c:pt idx="672">
                  <c:v>3.4706022590000003E-2</c:v>
                </c:pt>
                <c:pt idx="673">
                  <c:v>3.515836596E-2</c:v>
                </c:pt>
                <c:pt idx="674">
                  <c:v>3.5405889150000001E-2</c:v>
                </c:pt>
                <c:pt idx="675">
                  <c:v>3.5800211130000002E-2</c:v>
                </c:pt>
                <c:pt idx="676">
                  <c:v>3.6030016839999998E-2</c:v>
                </c:pt>
                <c:pt idx="677">
                  <c:v>3.6423072219999998E-2</c:v>
                </c:pt>
                <c:pt idx="678">
                  <c:v>3.684818745E-2</c:v>
                </c:pt>
                <c:pt idx="679">
                  <c:v>3.7232536820000002E-2</c:v>
                </c:pt>
                <c:pt idx="680">
                  <c:v>3.7673320619999999E-2</c:v>
                </c:pt>
                <c:pt idx="681">
                  <c:v>3.7950504570000002E-2</c:v>
                </c:pt>
                <c:pt idx="682">
                  <c:v>3.838212043E-2</c:v>
                </c:pt>
                <c:pt idx="683">
                  <c:v>3.887845576E-2</c:v>
                </c:pt>
                <c:pt idx="684">
                  <c:v>3.9139326660000001E-2</c:v>
                </c:pt>
                <c:pt idx="685">
                  <c:v>3.9576124400000003E-2</c:v>
                </c:pt>
                <c:pt idx="686">
                  <c:v>4.005426913E-2</c:v>
                </c:pt>
                <c:pt idx="687">
                  <c:v>4.0532823650000001E-2</c:v>
                </c:pt>
                <c:pt idx="688">
                  <c:v>4.0987666700000001E-2</c:v>
                </c:pt>
                <c:pt idx="689">
                  <c:v>4.1540365670000003E-2</c:v>
                </c:pt>
                <c:pt idx="690">
                  <c:v>4.1860360649999998E-2</c:v>
                </c:pt>
                <c:pt idx="691">
                  <c:v>4.2315546420000003E-2</c:v>
                </c:pt>
                <c:pt idx="692">
                  <c:v>4.274012521E-2</c:v>
                </c:pt>
                <c:pt idx="693">
                  <c:v>4.3168753390000002E-2</c:v>
                </c:pt>
                <c:pt idx="694">
                  <c:v>4.3814569710000001E-2</c:v>
                </c:pt>
                <c:pt idx="695">
                  <c:v>4.4135555620000003E-2</c:v>
                </c:pt>
                <c:pt idx="696">
                  <c:v>4.4800028200000001E-2</c:v>
                </c:pt>
                <c:pt idx="697">
                  <c:v>4.5342374589999998E-2</c:v>
                </c:pt>
                <c:pt idx="698">
                  <c:v>4.5896187419999998E-2</c:v>
                </c:pt>
                <c:pt idx="699">
                  <c:v>4.6418152749999997E-2</c:v>
                </c:pt>
                <c:pt idx="700">
                  <c:v>4.7059878710000003E-2</c:v>
                </c:pt>
                <c:pt idx="701">
                  <c:v>4.7561988229999998E-2</c:v>
                </c:pt>
                <c:pt idx="702">
                  <c:v>4.8280559479999999E-2</c:v>
                </c:pt>
                <c:pt idx="703">
                  <c:v>4.8809718340000002E-2</c:v>
                </c:pt>
                <c:pt idx="704">
                  <c:v>4.9431055779999997E-2</c:v>
                </c:pt>
                <c:pt idx="705">
                  <c:v>5.0044395030000001E-2</c:v>
                </c:pt>
                <c:pt idx="706">
                  <c:v>5.0776924940000003E-2</c:v>
                </c:pt>
                <c:pt idx="707">
                  <c:v>5.1388759169999999E-2</c:v>
                </c:pt>
                <c:pt idx="708">
                  <c:v>5.2089586850000001E-2</c:v>
                </c:pt>
                <c:pt idx="709">
                  <c:v>5.2794355899999999E-2</c:v>
                </c:pt>
                <c:pt idx="710">
                  <c:v>5.3546942770000001E-2</c:v>
                </c:pt>
                <c:pt idx="711">
                  <c:v>5.4251968859999999E-2</c:v>
                </c:pt>
                <c:pt idx="712">
                  <c:v>5.5072143669999997E-2</c:v>
                </c:pt>
                <c:pt idx="713">
                  <c:v>5.5877707899999997E-2</c:v>
                </c:pt>
                <c:pt idx="714">
                  <c:v>5.6757859889999998E-2</c:v>
                </c:pt>
                <c:pt idx="715">
                  <c:v>5.7341616599999999E-2</c:v>
                </c:pt>
                <c:pt idx="716">
                  <c:v>5.8323264120000003E-2</c:v>
                </c:pt>
                <c:pt idx="717">
                  <c:v>5.9196855870000002E-2</c:v>
                </c:pt>
                <c:pt idx="718">
                  <c:v>5.9948831799999998E-2</c:v>
                </c:pt>
                <c:pt idx="719">
                  <c:v>6.1059966680000001E-2</c:v>
                </c:pt>
                <c:pt idx="720">
                  <c:v>6.2113076449999999E-2</c:v>
                </c:pt>
                <c:pt idx="721">
                  <c:v>6.2964856619999995E-2</c:v>
                </c:pt>
                <c:pt idx="722">
                  <c:v>6.3967682420000005E-2</c:v>
                </c:pt>
                <c:pt idx="723">
                  <c:v>6.4958997069999996E-2</c:v>
                </c:pt>
                <c:pt idx="724">
                  <c:v>6.6059716049999995E-2</c:v>
                </c:pt>
                <c:pt idx="725">
                  <c:v>6.7250132559999995E-2</c:v>
                </c:pt>
                <c:pt idx="726">
                  <c:v>6.8276844919999996E-2</c:v>
                </c:pt>
                <c:pt idx="727">
                  <c:v>6.9440230729999997E-2</c:v>
                </c:pt>
                <c:pt idx="728">
                  <c:v>7.0602163669999995E-2</c:v>
                </c:pt>
                <c:pt idx="729">
                  <c:v>7.1783833209999995E-2</c:v>
                </c:pt>
                <c:pt idx="730">
                  <c:v>7.301735878E-2</c:v>
                </c:pt>
                <c:pt idx="731">
                  <c:v>7.4371673169999999E-2</c:v>
                </c:pt>
                <c:pt idx="732">
                  <c:v>7.5642585750000005E-2</c:v>
                </c:pt>
                <c:pt idx="733">
                  <c:v>7.7045299110000007E-2</c:v>
                </c:pt>
                <c:pt idx="734">
                  <c:v>7.846469432E-2</c:v>
                </c:pt>
                <c:pt idx="735">
                  <c:v>7.9941481349999996E-2</c:v>
                </c:pt>
                <c:pt idx="736">
                  <c:v>8.1351146099999994E-2</c:v>
                </c:pt>
                <c:pt idx="737">
                  <c:v>8.2884415980000001E-2</c:v>
                </c:pt>
                <c:pt idx="738">
                  <c:v>8.4332227709999999E-2</c:v>
                </c:pt>
                <c:pt idx="739">
                  <c:v>8.5930779580000005E-2</c:v>
                </c:pt>
                <c:pt idx="740">
                  <c:v>8.7590046229999996E-2</c:v>
                </c:pt>
                <c:pt idx="741">
                  <c:v>8.9288018639999994E-2</c:v>
                </c:pt>
                <c:pt idx="742">
                  <c:v>9.1043248770000001E-2</c:v>
                </c:pt>
                <c:pt idx="743">
                  <c:v>9.2809066179999997E-2</c:v>
                </c:pt>
                <c:pt idx="744">
                  <c:v>9.4671636820000002E-2</c:v>
                </c:pt>
                <c:pt idx="745">
                  <c:v>9.6566312020000003E-2</c:v>
                </c:pt>
                <c:pt idx="746">
                  <c:v>9.8474621770000006E-2</c:v>
                </c:pt>
                <c:pt idx="747">
                  <c:v>0.1005051658</c:v>
                </c:pt>
                <c:pt idx="748">
                  <c:v>0.1025139466</c:v>
                </c:pt>
                <c:pt idx="749">
                  <c:v>0.1045928597</c:v>
                </c:pt>
                <c:pt idx="750">
                  <c:v>0.1067489237</c:v>
                </c:pt>
                <c:pt idx="751">
                  <c:v>0.1088988781</c:v>
                </c:pt>
                <c:pt idx="752">
                  <c:v>0.1111470237</c:v>
                </c:pt>
                <c:pt idx="753">
                  <c:v>0.113599427</c:v>
                </c:pt>
                <c:pt idx="754">
                  <c:v>0.11589315529999999</c:v>
                </c:pt>
                <c:pt idx="755">
                  <c:v>0.1183973327</c:v>
                </c:pt>
                <c:pt idx="756">
                  <c:v>0.1209962741</c:v>
                </c:pt>
                <c:pt idx="757">
                  <c:v>0.12362606080000001</c:v>
                </c:pt>
                <c:pt idx="758">
                  <c:v>0.12613531950000001</c:v>
                </c:pt>
                <c:pt idx="759">
                  <c:v>0.1288760155</c:v>
                </c:pt>
                <c:pt idx="760">
                  <c:v>0.13177402320000001</c:v>
                </c:pt>
                <c:pt idx="761">
                  <c:v>0.13463103770000001</c:v>
                </c:pt>
                <c:pt idx="762">
                  <c:v>0.13766664270000001</c:v>
                </c:pt>
                <c:pt idx="763">
                  <c:v>0.14072403310000001</c:v>
                </c:pt>
                <c:pt idx="764">
                  <c:v>0.1439431608</c:v>
                </c:pt>
                <c:pt idx="765">
                  <c:v>0.14719490709999999</c:v>
                </c:pt>
                <c:pt idx="766">
                  <c:v>0.15067479010000001</c:v>
                </c:pt>
                <c:pt idx="767">
                  <c:v>0.1540333629</c:v>
                </c:pt>
                <c:pt idx="768">
                  <c:v>0.15770728889999999</c:v>
                </c:pt>
                <c:pt idx="769">
                  <c:v>0.16131654379999999</c:v>
                </c:pt>
                <c:pt idx="770">
                  <c:v>0.16518132390000001</c:v>
                </c:pt>
                <c:pt idx="771">
                  <c:v>0.16901649530000001</c:v>
                </c:pt>
                <c:pt idx="772">
                  <c:v>0.17312817280000001</c:v>
                </c:pt>
                <c:pt idx="773">
                  <c:v>0.17744748290000001</c:v>
                </c:pt>
                <c:pt idx="774">
                  <c:v>0.1817364246</c:v>
                </c:pt>
                <c:pt idx="775">
                  <c:v>0.18633700910000001</c:v>
                </c:pt>
                <c:pt idx="776">
                  <c:v>0.1910814941</c:v>
                </c:pt>
                <c:pt idx="777">
                  <c:v>0.19584304089999999</c:v>
                </c:pt>
                <c:pt idx="778">
                  <c:v>0.20085659619999999</c:v>
                </c:pt>
                <c:pt idx="779">
                  <c:v>0.20604872699999999</c:v>
                </c:pt>
                <c:pt idx="780">
                  <c:v>0.2113761455</c:v>
                </c:pt>
                <c:pt idx="781">
                  <c:v>0.21691559260000001</c:v>
                </c:pt>
                <c:pt idx="782">
                  <c:v>0.22278703750000001</c:v>
                </c:pt>
                <c:pt idx="783">
                  <c:v>0.2287717313</c:v>
                </c:pt>
                <c:pt idx="784">
                  <c:v>0.23507779840000001</c:v>
                </c:pt>
                <c:pt idx="785">
                  <c:v>0.2414276451</c:v>
                </c:pt>
                <c:pt idx="786">
                  <c:v>0.24819618460000001</c:v>
                </c:pt>
                <c:pt idx="787">
                  <c:v>0.25511109830000001</c:v>
                </c:pt>
                <c:pt idx="788">
                  <c:v>0.26233389969999998</c:v>
                </c:pt>
                <c:pt idx="789">
                  <c:v>0.26969978210000001</c:v>
                </c:pt>
                <c:pt idx="790">
                  <c:v>0.27741372590000002</c:v>
                </c:pt>
                <c:pt idx="791">
                  <c:v>0.28564739230000002</c:v>
                </c:pt>
                <c:pt idx="792">
                  <c:v>0.29401877520000003</c:v>
                </c:pt>
                <c:pt idx="793">
                  <c:v>0.30280381439999998</c:v>
                </c:pt>
                <c:pt idx="794">
                  <c:v>0.31181555989999998</c:v>
                </c:pt>
                <c:pt idx="795">
                  <c:v>0.32125201819999999</c:v>
                </c:pt>
                <c:pt idx="796">
                  <c:v>0.33115124699999998</c:v>
                </c:pt>
                <c:pt idx="797">
                  <c:v>0.34141319990000002</c:v>
                </c:pt>
                <c:pt idx="798">
                  <c:v>0.3521999717</c:v>
                </c:pt>
                <c:pt idx="799">
                  <c:v>0.36333844069999999</c:v>
                </c:pt>
                <c:pt idx="800">
                  <c:v>0.3748905361</c:v>
                </c:pt>
                <c:pt idx="801">
                  <c:v>0.38702544570000003</c:v>
                </c:pt>
                <c:pt idx="802">
                  <c:v>0.39977565409999999</c:v>
                </c:pt>
                <c:pt idx="803">
                  <c:v>0.4129773974</c:v>
                </c:pt>
                <c:pt idx="804">
                  <c:v>0.42656552790000002</c:v>
                </c:pt>
                <c:pt idx="805">
                  <c:v>0.44082370399999998</c:v>
                </c:pt>
                <c:pt idx="806">
                  <c:v>0.45579126479999998</c:v>
                </c:pt>
                <c:pt idx="807">
                  <c:v>0.47132089729999999</c:v>
                </c:pt>
                <c:pt idx="808">
                  <c:v>0.48728695509999997</c:v>
                </c:pt>
                <c:pt idx="809">
                  <c:v>0.50405555960000004</c:v>
                </c:pt>
                <c:pt idx="810">
                  <c:v>0.52150619030000001</c:v>
                </c:pt>
                <c:pt idx="811">
                  <c:v>0.53971689940000001</c:v>
                </c:pt>
                <c:pt idx="812">
                  <c:v>0.55859375</c:v>
                </c:pt>
                <c:pt idx="813">
                  <c:v>0.57799667119999998</c:v>
                </c:pt>
                <c:pt idx="814">
                  <c:v>0.59821075199999996</c:v>
                </c:pt>
                <c:pt idx="815">
                  <c:v>0.61933982369999996</c:v>
                </c:pt>
                <c:pt idx="816">
                  <c:v>0.64115172620000005</c:v>
                </c:pt>
                <c:pt idx="817">
                  <c:v>0.66388189789999996</c:v>
                </c:pt>
                <c:pt idx="818">
                  <c:v>0.68684142829999995</c:v>
                </c:pt>
                <c:pt idx="819">
                  <c:v>0.71124684810000005</c:v>
                </c:pt>
                <c:pt idx="820">
                  <c:v>0.73616254329999997</c:v>
                </c:pt>
                <c:pt idx="821">
                  <c:v>0.76202839609999995</c:v>
                </c:pt>
                <c:pt idx="822">
                  <c:v>0.7883661985</c:v>
                </c:pt>
                <c:pt idx="823">
                  <c:v>0.81544470790000001</c:v>
                </c:pt>
                <c:pt idx="824">
                  <c:v>0.84331500530000003</c:v>
                </c:pt>
                <c:pt idx="825">
                  <c:v>0.87149691579999999</c:v>
                </c:pt>
                <c:pt idx="826">
                  <c:v>0.90030771489999994</c:v>
                </c:pt>
                <c:pt idx="827">
                  <c:v>0.92944103479999995</c:v>
                </c:pt>
                <c:pt idx="828">
                  <c:v>0.95927119260000004</c:v>
                </c:pt>
                <c:pt idx="829">
                  <c:v>0.98909425740000001</c:v>
                </c:pt>
                <c:pt idx="830">
                  <c:v>1.0190379620000001</c:v>
                </c:pt>
                <c:pt idx="831">
                  <c:v>1.048509479</c:v>
                </c:pt>
                <c:pt idx="832">
                  <c:v>1.0791130069999999</c:v>
                </c:pt>
                <c:pt idx="833">
                  <c:v>1.1086822750000001</c:v>
                </c:pt>
                <c:pt idx="834">
                  <c:v>1.138310194</c:v>
                </c:pt>
                <c:pt idx="835">
                  <c:v>1.167066216</c:v>
                </c:pt>
                <c:pt idx="836">
                  <c:v>1.194955349</c:v>
                </c:pt>
                <c:pt idx="837">
                  <c:v>1.2226670980000001</c:v>
                </c:pt>
                <c:pt idx="838">
                  <c:v>1.2488123179999999</c:v>
                </c:pt>
                <c:pt idx="839">
                  <c:v>1.2737873790000001</c:v>
                </c:pt>
                <c:pt idx="840">
                  <c:v>1.298224807</c:v>
                </c:pt>
                <c:pt idx="841">
                  <c:v>1.3207784890000001</c:v>
                </c:pt>
                <c:pt idx="842">
                  <c:v>1.3418817519999999</c:v>
                </c:pt>
                <c:pt idx="843">
                  <c:v>1.3616585729999999</c:v>
                </c:pt>
                <c:pt idx="844">
                  <c:v>1.3788486719999999</c:v>
                </c:pt>
                <c:pt idx="845">
                  <c:v>1.3951185939999999</c:v>
                </c:pt>
                <c:pt idx="846">
                  <c:v>1.409152985</c:v>
                </c:pt>
                <c:pt idx="847">
                  <c:v>1.421456695</c:v>
                </c:pt>
                <c:pt idx="848">
                  <c:v>1.43152678</c:v>
                </c:pt>
                <c:pt idx="849">
                  <c:v>1.440005183</c:v>
                </c:pt>
                <c:pt idx="850">
                  <c:v>1.446400404</c:v>
                </c:pt>
                <c:pt idx="851">
                  <c:v>1.4513710740000001</c:v>
                </c:pt>
                <c:pt idx="852">
                  <c:v>1.454075456</c:v>
                </c:pt>
                <c:pt idx="853">
                  <c:v>1.4550771709999999</c:v>
                </c:pt>
                <c:pt idx="854">
                  <c:v>1.454705358</c:v>
                </c:pt>
                <c:pt idx="855">
                  <c:v>1.4526407720000001</c:v>
                </c:pt>
                <c:pt idx="856">
                  <c:v>1.4487544299999999</c:v>
                </c:pt>
                <c:pt idx="857">
                  <c:v>1.4439219240000001</c:v>
                </c:pt>
                <c:pt idx="858">
                  <c:v>1.4374226329999999</c:v>
                </c:pt>
                <c:pt idx="859">
                  <c:v>1.429692626</c:v>
                </c:pt>
                <c:pt idx="860">
                  <c:v>1.4207422730000001</c:v>
                </c:pt>
                <c:pt idx="861">
                  <c:v>1.410757303</c:v>
                </c:pt>
                <c:pt idx="862">
                  <c:v>1.400014997</c:v>
                </c:pt>
                <c:pt idx="863">
                  <c:v>1.387723923</c:v>
                </c:pt>
                <c:pt idx="864">
                  <c:v>1.3749513630000001</c:v>
                </c:pt>
                <c:pt idx="865">
                  <c:v>1.3613679409999999</c:v>
                </c:pt>
                <c:pt idx="866">
                  <c:v>1.346814513</c:v>
                </c:pt>
                <c:pt idx="867">
                  <c:v>1.331920862</c:v>
                </c:pt>
                <c:pt idx="868">
                  <c:v>1.3159687520000001</c:v>
                </c:pt>
                <c:pt idx="869">
                  <c:v>1.2997705939999999</c:v>
                </c:pt>
                <c:pt idx="870">
                  <c:v>1.283137679</c:v>
                </c:pt>
                <c:pt idx="871">
                  <c:v>1.265873075</c:v>
                </c:pt>
                <c:pt idx="872">
                  <c:v>1.2484623189999999</c:v>
                </c:pt>
                <c:pt idx="873">
                  <c:v>1.2306649679999999</c:v>
                </c:pt>
                <c:pt idx="874">
                  <c:v>1.2127833370000001</c:v>
                </c:pt>
                <c:pt idx="875">
                  <c:v>1.1942693</c:v>
                </c:pt>
                <c:pt idx="876">
                  <c:v>1.1761076450000001</c:v>
                </c:pt>
                <c:pt idx="877">
                  <c:v>1.157270789</c:v>
                </c:pt>
                <c:pt idx="878">
                  <c:v>1.138712883</c:v>
                </c:pt>
                <c:pt idx="879">
                  <c:v>1.119721532</c:v>
                </c:pt>
                <c:pt idx="880">
                  <c:v>1.1013114449999999</c:v>
                </c:pt>
                <c:pt idx="881">
                  <c:v>1.0825341939999999</c:v>
                </c:pt>
                <c:pt idx="882">
                  <c:v>1.063797712</c:v>
                </c:pt>
                <c:pt idx="883">
                  <c:v>1.0452833180000001</c:v>
                </c:pt>
                <c:pt idx="884">
                  <c:v>1.026673913</c:v>
                </c:pt>
                <c:pt idx="885">
                  <c:v>1.008318424</c:v>
                </c:pt>
                <c:pt idx="886">
                  <c:v>0.99002915619999998</c:v>
                </c:pt>
                <c:pt idx="887">
                  <c:v>0.97196215389999996</c:v>
                </c:pt>
                <c:pt idx="888">
                  <c:v>0.95404881239999995</c:v>
                </c:pt>
                <c:pt idx="889">
                  <c:v>0.93666994569999995</c:v>
                </c:pt>
                <c:pt idx="890">
                  <c:v>0.91912823919999997</c:v>
                </c:pt>
                <c:pt idx="891">
                  <c:v>0.90228670840000003</c:v>
                </c:pt>
                <c:pt idx="892">
                  <c:v>0.88559651370000003</c:v>
                </c:pt>
                <c:pt idx="893">
                  <c:v>0.86938464640000002</c:v>
                </c:pt>
                <c:pt idx="894">
                  <c:v>0.85350781679999999</c:v>
                </c:pt>
                <c:pt idx="895">
                  <c:v>0.8380081654</c:v>
                </c:pt>
                <c:pt idx="896">
                  <c:v>0.82310724260000001</c:v>
                </c:pt>
                <c:pt idx="897">
                  <c:v>0.80822610859999999</c:v>
                </c:pt>
                <c:pt idx="898">
                  <c:v>0.79415398839999995</c:v>
                </c:pt>
                <c:pt idx="899">
                  <c:v>0.78049373629999996</c:v>
                </c:pt>
                <c:pt idx="900">
                  <c:v>0.76733160020000002</c:v>
                </c:pt>
                <c:pt idx="901">
                  <c:v>0.75477015970000005</c:v>
                </c:pt>
                <c:pt idx="902">
                  <c:v>0.7424636483</c:v>
                </c:pt>
                <c:pt idx="903">
                  <c:v>0.73101317880000005</c:v>
                </c:pt>
                <c:pt idx="904">
                  <c:v>0.72019195560000004</c:v>
                </c:pt>
                <c:pt idx="905">
                  <c:v>0.70953851940000001</c:v>
                </c:pt>
                <c:pt idx="906">
                  <c:v>0.69977319240000002</c:v>
                </c:pt>
                <c:pt idx="907">
                  <c:v>0.69031006100000003</c:v>
                </c:pt>
                <c:pt idx="908">
                  <c:v>0.68157851700000005</c:v>
                </c:pt>
                <c:pt idx="909">
                  <c:v>0.67343634370000005</c:v>
                </c:pt>
                <c:pt idx="910">
                  <c:v>0.66565334799999998</c:v>
                </c:pt>
                <c:pt idx="911">
                  <c:v>0.65858584639999995</c:v>
                </c:pt>
                <c:pt idx="912">
                  <c:v>0.65175116060000005</c:v>
                </c:pt>
                <c:pt idx="913">
                  <c:v>0.64556801320000001</c:v>
                </c:pt>
                <c:pt idx="914">
                  <c:v>0.63972252610000002</c:v>
                </c:pt>
                <c:pt idx="915">
                  <c:v>0.63442921640000005</c:v>
                </c:pt>
                <c:pt idx="916">
                  <c:v>0.62933057550000004</c:v>
                </c:pt>
                <c:pt idx="917">
                  <c:v>0.62489360569999997</c:v>
                </c:pt>
                <c:pt idx="918">
                  <c:v>0.62073779110000005</c:v>
                </c:pt>
                <c:pt idx="919">
                  <c:v>0.61685848239999996</c:v>
                </c:pt>
                <c:pt idx="920">
                  <c:v>0.61325550080000002</c:v>
                </c:pt>
                <c:pt idx="921">
                  <c:v>0.61017829180000005</c:v>
                </c:pt>
                <c:pt idx="922">
                  <c:v>0.60707598920000005</c:v>
                </c:pt>
                <c:pt idx="923">
                  <c:v>0.60454589130000003</c:v>
                </c:pt>
                <c:pt idx="924">
                  <c:v>0.60206878190000002</c:v>
                </c:pt>
                <c:pt idx="925">
                  <c:v>0.59988701339999995</c:v>
                </c:pt>
                <c:pt idx="926">
                  <c:v>0.59772789479999999</c:v>
                </c:pt>
                <c:pt idx="927">
                  <c:v>0.59597951169999996</c:v>
                </c:pt>
                <c:pt idx="928">
                  <c:v>0.59434586759999997</c:v>
                </c:pt>
                <c:pt idx="929">
                  <c:v>0.59288311000000005</c:v>
                </c:pt>
                <c:pt idx="930">
                  <c:v>0.59156376119999998</c:v>
                </c:pt>
                <c:pt idx="931">
                  <c:v>0.59046137330000004</c:v>
                </c:pt>
                <c:pt idx="932">
                  <c:v>0.58920282130000001</c:v>
                </c:pt>
                <c:pt idx="933">
                  <c:v>0.58846837279999997</c:v>
                </c:pt>
                <c:pt idx="934">
                  <c:v>0.587655127</c:v>
                </c:pt>
                <c:pt idx="935">
                  <c:v>0.58705711360000001</c:v>
                </c:pt>
                <c:pt idx="936">
                  <c:v>0.58640271430000002</c:v>
                </c:pt>
                <c:pt idx="937">
                  <c:v>0.58588624</c:v>
                </c:pt>
                <c:pt idx="938">
                  <c:v>0.58552175760000003</c:v>
                </c:pt>
                <c:pt idx="939">
                  <c:v>0.58529615400000001</c:v>
                </c:pt>
                <c:pt idx="940">
                  <c:v>0.58514374489999998</c:v>
                </c:pt>
                <c:pt idx="941">
                  <c:v>0.58506494760000005</c:v>
                </c:pt>
                <c:pt idx="942">
                  <c:v>0.58491313460000005</c:v>
                </c:pt>
                <c:pt idx="943">
                  <c:v>0.5849262476</c:v>
                </c:pt>
                <c:pt idx="944">
                  <c:v>0.58513188360000001</c:v>
                </c:pt>
                <c:pt idx="945">
                  <c:v>0.58520841599999995</c:v>
                </c:pt>
                <c:pt idx="946">
                  <c:v>0.58544754980000002</c:v>
                </c:pt>
                <c:pt idx="947">
                  <c:v>0.58556914329999998</c:v>
                </c:pt>
                <c:pt idx="948">
                  <c:v>0.58597648140000003</c:v>
                </c:pt>
                <c:pt idx="949">
                  <c:v>0.58641779419999995</c:v>
                </c:pt>
                <c:pt idx="950">
                  <c:v>0.58668982979999995</c:v>
                </c:pt>
                <c:pt idx="951">
                  <c:v>0.58715307709999998</c:v>
                </c:pt>
                <c:pt idx="952">
                  <c:v>0.58786165710000005</c:v>
                </c:pt>
                <c:pt idx="953">
                  <c:v>0.58835917709999996</c:v>
                </c:pt>
                <c:pt idx="954">
                  <c:v>0.58878099920000004</c:v>
                </c:pt>
                <c:pt idx="955">
                  <c:v>0.58961337800000002</c:v>
                </c:pt>
                <c:pt idx="956">
                  <c:v>0.5901960731</c:v>
                </c:pt>
                <c:pt idx="957">
                  <c:v>0.59085649250000005</c:v>
                </c:pt>
                <c:pt idx="958">
                  <c:v>0.59155148270000002</c:v>
                </c:pt>
                <c:pt idx="959">
                  <c:v>0.59221571679999996</c:v>
                </c:pt>
                <c:pt idx="960">
                  <c:v>0.59309029579999994</c:v>
                </c:pt>
                <c:pt idx="961">
                  <c:v>0.59388393159999997</c:v>
                </c:pt>
                <c:pt idx="962">
                  <c:v>0.59471327070000002</c:v>
                </c:pt>
                <c:pt idx="963">
                  <c:v>0.59555172919999999</c:v>
                </c:pt>
                <c:pt idx="964">
                  <c:v>0.59629881380000005</c:v>
                </c:pt>
                <c:pt idx="965">
                  <c:v>0.5974746943</c:v>
                </c:pt>
                <c:pt idx="966">
                  <c:v>0.59832072260000002</c:v>
                </c:pt>
                <c:pt idx="967">
                  <c:v>0.59908658270000004</c:v>
                </c:pt>
                <c:pt idx="968">
                  <c:v>0.59995698929999997</c:v>
                </c:pt>
                <c:pt idx="969">
                  <c:v>0.60081905130000002</c:v>
                </c:pt>
                <c:pt idx="970">
                  <c:v>0.60185325150000002</c:v>
                </c:pt>
                <c:pt idx="971">
                  <c:v>0.60281425710000003</c:v>
                </c:pt>
                <c:pt idx="972">
                  <c:v>0.60366165640000002</c:v>
                </c:pt>
                <c:pt idx="973">
                  <c:v>0.60472422839999995</c:v>
                </c:pt>
                <c:pt idx="974">
                  <c:v>0.60593503709999996</c:v>
                </c:pt>
                <c:pt idx="975">
                  <c:v>0.60691815609999999</c:v>
                </c:pt>
                <c:pt idx="976">
                  <c:v>0.60788726810000004</c:v>
                </c:pt>
                <c:pt idx="977">
                  <c:v>0.60901921989999996</c:v>
                </c:pt>
                <c:pt idx="978">
                  <c:v>0.6100813746</c:v>
                </c:pt>
                <c:pt idx="979">
                  <c:v>0.61132466789999995</c:v>
                </c:pt>
                <c:pt idx="980">
                  <c:v>0.61241573100000002</c:v>
                </c:pt>
                <c:pt idx="981">
                  <c:v>0.61333698029999995</c:v>
                </c:pt>
                <c:pt idx="982">
                  <c:v>0.61459779739999998</c:v>
                </c:pt>
                <c:pt idx="983">
                  <c:v>0.61588442330000004</c:v>
                </c:pt>
                <c:pt idx="984">
                  <c:v>0.61717087029999995</c:v>
                </c:pt>
                <c:pt idx="985">
                  <c:v>0.61842828989999998</c:v>
                </c:pt>
                <c:pt idx="986">
                  <c:v>0.61970436569999998</c:v>
                </c:pt>
                <c:pt idx="987">
                  <c:v>0.62112653259999995</c:v>
                </c:pt>
                <c:pt idx="988">
                  <c:v>0.62237018349999995</c:v>
                </c:pt>
                <c:pt idx="989">
                  <c:v>0.62384986880000004</c:v>
                </c:pt>
                <c:pt idx="990">
                  <c:v>0.62522041800000006</c:v>
                </c:pt>
                <c:pt idx="991">
                  <c:v>0.62662243839999998</c:v>
                </c:pt>
                <c:pt idx="992">
                  <c:v>0.62802338599999996</c:v>
                </c:pt>
                <c:pt idx="993">
                  <c:v>0.62958014009999996</c:v>
                </c:pt>
                <c:pt idx="994">
                  <c:v>0.63115453720000003</c:v>
                </c:pt>
                <c:pt idx="995">
                  <c:v>0.63259756570000003</c:v>
                </c:pt>
                <c:pt idx="996">
                  <c:v>0.63409715889999996</c:v>
                </c:pt>
                <c:pt idx="997">
                  <c:v>0.63566577430000004</c:v>
                </c:pt>
                <c:pt idx="998">
                  <c:v>0.63717418910000001</c:v>
                </c:pt>
                <c:pt idx="999">
                  <c:v>0.63841634989999996</c:v>
                </c:pt>
                <c:pt idx="1000">
                  <c:v>0.64030122759999997</c:v>
                </c:pt>
                <c:pt idx="1001">
                  <c:v>0.64177572729999999</c:v>
                </c:pt>
                <c:pt idx="1002">
                  <c:v>0.64330118889999999</c:v>
                </c:pt>
                <c:pt idx="1003">
                  <c:v>0.64486461880000001</c:v>
                </c:pt>
                <c:pt idx="1004">
                  <c:v>0.64634585379999998</c:v>
                </c:pt>
                <c:pt idx="1005">
                  <c:v>0.64807051419999995</c:v>
                </c:pt>
                <c:pt idx="1006">
                  <c:v>0.64953410629999997</c:v>
                </c:pt>
                <c:pt idx="1007">
                  <c:v>0.65114235880000004</c:v>
                </c:pt>
                <c:pt idx="1008">
                  <c:v>0.65253150459999998</c:v>
                </c:pt>
                <c:pt idx="1009">
                  <c:v>0.65393155810000003</c:v>
                </c:pt>
                <c:pt idx="1010">
                  <c:v>0.65566909309999999</c:v>
                </c:pt>
                <c:pt idx="1011">
                  <c:v>0.65727907419999998</c:v>
                </c:pt>
                <c:pt idx="1012">
                  <c:v>0.65879213810000004</c:v>
                </c:pt>
                <c:pt idx="1013">
                  <c:v>0.66004252429999999</c:v>
                </c:pt>
                <c:pt idx="1014">
                  <c:v>0.66130882499999999</c:v>
                </c:pt>
                <c:pt idx="1015">
                  <c:v>0.66301387550000002</c:v>
                </c:pt>
                <c:pt idx="1016">
                  <c:v>0.66432714459999997</c:v>
                </c:pt>
                <c:pt idx="1017">
                  <c:v>0.66592818499999995</c:v>
                </c:pt>
                <c:pt idx="1018">
                  <c:v>0.66703045370000003</c:v>
                </c:pt>
                <c:pt idx="1019">
                  <c:v>0.66848599909999995</c:v>
                </c:pt>
                <c:pt idx="1020">
                  <c:v>0.66960459949999995</c:v>
                </c:pt>
                <c:pt idx="1021">
                  <c:v>0.67092418669999998</c:v>
                </c:pt>
                <c:pt idx="1022">
                  <c:v>0.67203885320000001</c:v>
                </c:pt>
                <c:pt idx="1023">
                  <c:v>0.67326664920000001</c:v>
                </c:pt>
                <c:pt idx="1024">
                  <c:v>0.67442345619999999</c:v>
                </c:pt>
                <c:pt idx="1025">
                  <c:v>0.67558807129999998</c:v>
                </c:pt>
                <c:pt idx="1026">
                  <c:v>0.67637759450000001</c:v>
                </c:pt>
                <c:pt idx="1027">
                  <c:v>0.67743903400000005</c:v>
                </c:pt>
                <c:pt idx="1028">
                  <c:v>0.67835289239999996</c:v>
                </c:pt>
                <c:pt idx="1029">
                  <c:v>0.67952722310000002</c:v>
                </c:pt>
                <c:pt idx="1030">
                  <c:v>0.68015259500000003</c:v>
                </c:pt>
                <c:pt idx="1031">
                  <c:v>0.68109560010000003</c:v>
                </c:pt>
                <c:pt idx="1032">
                  <c:v>0.68153417110000003</c:v>
                </c:pt>
                <c:pt idx="1033">
                  <c:v>0.68232929710000001</c:v>
                </c:pt>
                <c:pt idx="1034">
                  <c:v>0.68289256099999995</c:v>
                </c:pt>
                <c:pt idx="1035">
                  <c:v>0.68325525519999997</c:v>
                </c:pt>
                <c:pt idx="1036">
                  <c:v>0.68389683960000003</c:v>
                </c:pt>
                <c:pt idx="1037">
                  <c:v>0.684233129</c:v>
                </c:pt>
                <c:pt idx="1038">
                  <c:v>0.68485653400000002</c:v>
                </c:pt>
                <c:pt idx="1039">
                  <c:v>0.68516433239999996</c:v>
                </c:pt>
                <c:pt idx="1040">
                  <c:v>0.68549484009999995</c:v>
                </c:pt>
                <c:pt idx="1041">
                  <c:v>0.68560242650000003</c:v>
                </c:pt>
                <c:pt idx="1042">
                  <c:v>0.68572515249999999</c:v>
                </c:pt>
                <c:pt idx="1043">
                  <c:v>0.68614172939999996</c:v>
                </c:pt>
                <c:pt idx="1044">
                  <c:v>0.68615740540000003</c:v>
                </c:pt>
                <c:pt idx="1045">
                  <c:v>0.68679797649999996</c:v>
                </c:pt>
                <c:pt idx="1046">
                  <c:v>0.6867773533</c:v>
                </c:pt>
                <c:pt idx="1047">
                  <c:v>0.68748891349999997</c:v>
                </c:pt>
                <c:pt idx="1048">
                  <c:v>0.68783438210000003</c:v>
                </c:pt>
                <c:pt idx="1049">
                  <c:v>0.68826735019999996</c:v>
                </c:pt>
                <c:pt idx="1050">
                  <c:v>0.68924206499999996</c:v>
                </c:pt>
                <c:pt idx="1051">
                  <c:v>0.6899327636</c:v>
                </c:pt>
                <c:pt idx="1052">
                  <c:v>0.69046187400000003</c:v>
                </c:pt>
                <c:pt idx="1053">
                  <c:v>0.69146382809999996</c:v>
                </c:pt>
                <c:pt idx="1054">
                  <c:v>0.69353711610000002</c:v>
                </c:pt>
                <c:pt idx="1055">
                  <c:v>0.69530916210000004</c:v>
                </c:pt>
                <c:pt idx="1056">
                  <c:v>0.69713455440000005</c:v>
                </c:pt>
                <c:pt idx="1057">
                  <c:v>0.69976359610000005</c:v>
                </c:pt>
                <c:pt idx="1058">
                  <c:v>0.70171064139999995</c:v>
                </c:pt>
                <c:pt idx="1059">
                  <c:v>0.70546948909999996</c:v>
                </c:pt>
                <c:pt idx="1060">
                  <c:v>0.70836573839999994</c:v>
                </c:pt>
                <c:pt idx="1061">
                  <c:v>0.71171367169999999</c:v>
                </c:pt>
                <c:pt idx="1062">
                  <c:v>0.71491354699999998</c:v>
                </c:pt>
                <c:pt idx="1063">
                  <c:v>0.71827721600000005</c:v>
                </c:pt>
                <c:pt idx="1064">
                  <c:v>0.72223287820000004</c:v>
                </c:pt>
                <c:pt idx="1065">
                  <c:v>0.72525382039999997</c:v>
                </c:pt>
                <c:pt idx="1066">
                  <c:v>0.72968935970000004</c:v>
                </c:pt>
                <c:pt idx="1067">
                  <c:v>0.73339474199999999</c:v>
                </c:pt>
                <c:pt idx="1068">
                  <c:v>0.73750847580000001</c:v>
                </c:pt>
                <c:pt idx="1069">
                  <c:v>0.74190616610000004</c:v>
                </c:pt>
                <c:pt idx="1070">
                  <c:v>0.74686324599999998</c:v>
                </c:pt>
                <c:pt idx="1071">
                  <c:v>0.75115919109999996</c:v>
                </c:pt>
                <c:pt idx="1072">
                  <c:v>0.75524282460000003</c:v>
                </c:pt>
                <c:pt idx="1073">
                  <c:v>0.75967544320000002</c:v>
                </c:pt>
                <c:pt idx="1074">
                  <c:v>0.76407676940000002</c:v>
                </c:pt>
                <c:pt idx="1075">
                  <c:v>0.76849842069999996</c:v>
                </c:pt>
                <c:pt idx="1076">
                  <c:v>0.7727559209</c:v>
                </c:pt>
                <c:pt idx="1077">
                  <c:v>0.77693182230000002</c:v>
                </c:pt>
                <c:pt idx="1078">
                  <c:v>0.78144890069999995</c:v>
                </c:pt>
                <c:pt idx="1079">
                  <c:v>0.78612524269999995</c:v>
                </c:pt>
                <c:pt idx="1080">
                  <c:v>0.79052460189999996</c:v>
                </c:pt>
                <c:pt idx="1081">
                  <c:v>0.79582703109999997</c:v>
                </c:pt>
                <c:pt idx="1082">
                  <c:v>0.80047541860000004</c:v>
                </c:pt>
                <c:pt idx="1083">
                  <c:v>0.8049196005</c:v>
                </c:pt>
                <c:pt idx="1084">
                  <c:v>0.81012749669999995</c:v>
                </c:pt>
                <c:pt idx="1085">
                  <c:v>0.81506997349999999</c:v>
                </c:pt>
                <c:pt idx="1086">
                  <c:v>0.82028293610000003</c:v>
                </c:pt>
                <c:pt idx="1087">
                  <c:v>0.82500278950000006</c:v>
                </c:pt>
                <c:pt idx="1088">
                  <c:v>0.82987451550000002</c:v>
                </c:pt>
                <c:pt idx="1089">
                  <c:v>0.83479470010000001</c:v>
                </c:pt>
                <c:pt idx="1090">
                  <c:v>0.83917540310000005</c:v>
                </c:pt>
                <c:pt idx="1091">
                  <c:v>0.84463477129999998</c:v>
                </c:pt>
                <c:pt idx="1092">
                  <c:v>0.84928822520000002</c:v>
                </c:pt>
                <c:pt idx="1093">
                  <c:v>0.85382252930000002</c:v>
                </c:pt>
                <c:pt idx="1094">
                  <c:v>0.85889810320000004</c:v>
                </c:pt>
                <c:pt idx="1095">
                  <c:v>0.86355900760000004</c:v>
                </c:pt>
                <c:pt idx="1096">
                  <c:v>0.86882477999999996</c:v>
                </c:pt>
                <c:pt idx="1097">
                  <c:v>0.87321770190000003</c:v>
                </c:pt>
                <c:pt idx="1098">
                  <c:v>0.87946921590000005</c:v>
                </c:pt>
                <c:pt idx="1099">
                  <c:v>0.88300907610000001</c:v>
                </c:pt>
                <c:pt idx="1100">
                  <c:v>0.88837629559999998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A79E-4B09-8A7E-A08E846353F8}"/>
            </c:ext>
          </c:extLst>
        </c:ser>
        <c:ser>
          <c:idx val="2"/>
          <c:order val="2"/>
          <c:tx>
            <c:strRef>
              <c:f>'CG 20260703'!$K$1</c:f>
              <c:strCache>
                <c:ptCount val="1"/>
                <c:pt idx="0">
                  <c:v>CGCH-158-DHs-R1000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xVal>
            <c:numRef>
              <c:f>'CG 20260703'!$A$2:$A$1103</c:f>
              <c:numCache>
                <c:formatCode>General</c:formatCode>
                <c:ptCount val="1102"/>
                <c:pt idx="0">
                  <c:v>1400</c:v>
                </c:pt>
                <c:pt idx="1">
                  <c:v>1399</c:v>
                </c:pt>
                <c:pt idx="2">
                  <c:v>1398</c:v>
                </c:pt>
                <c:pt idx="3">
                  <c:v>1397</c:v>
                </c:pt>
                <c:pt idx="4">
                  <c:v>1396</c:v>
                </c:pt>
                <c:pt idx="5">
                  <c:v>1395</c:v>
                </c:pt>
                <c:pt idx="6">
                  <c:v>1394</c:v>
                </c:pt>
                <c:pt idx="7">
                  <c:v>1393</c:v>
                </c:pt>
                <c:pt idx="8">
                  <c:v>1392</c:v>
                </c:pt>
                <c:pt idx="9">
                  <c:v>1391</c:v>
                </c:pt>
                <c:pt idx="10">
                  <c:v>1390</c:v>
                </c:pt>
                <c:pt idx="11">
                  <c:v>1389</c:v>
                </c:pt>
                <c:pt idx="12">
                  <c:v>1388</c:v>
                </c:pt>
                <c:pt idx="13">
                  <c:v>1387</c:v>
                </c:pt>
                <c:pt idx="14">
                  <c:v>1386</c:v>
                </c:pt>
                <c:pt idx="15">
                  <c:v>1385</c:v>
                </c:pt>
                <c:pt idx="16">
                  <c:v>1384</c:v>
                </c:pt>
                <c:pt idx="17">
                  <c:v>1383</c:v>
                </c:pt>
                <c:pt idx="18">
                  <c:v>1382</c:v>
                </c:pt>
                <c:pt idx="19">
                  <c:v>1381</c:v>
                </c:pt>
                <c:pt idx="20">
                  <c:v>1380</c:v>
                </c:pt>
                <c:pt idx="21">
                  <c:v>1379</c:v>
                </c:pt>
                <c:pt idx="22">
                  <c:v>1378</c:v>
                </c:pt>
                <c:pt idx="23">
                  <c:v>1377</c:v>
                </c:pt>
                <c:pt idx="24">
                  <c:v>1376</c:v>
                </c:pt>
                <c:pt idx="25">
                  <c:v>1375</c:v>
                </c:pt>
                <c:pt idx="26">
                  <c:v>1374</c:v>
                </c:pt>
                <c:pt idx="27">
                  <c:v>1373</c:v>
                </c:pt>
                <c:pt idx="28">
                  <c:v>1372</c:v>
                </c:pt>
                <c:pt idx="29">
                  <c:v>1371</c:v>
                </c:pt>
                <c:pt idx="30">
                  <c:v>1370</c:v>
                </c:pt>
                <c:pt idx="31">
                  <c:v>1369</c:v>
                </c:pt>
                <c:pt idx="32">
                  <c:v>1368</c:v>
                </c:pt>
                <c:pt idx="33">
                  <c:v>1367</c:v>
                </c:pt>
                <c:pt idx="34">
                  <c:v>1366</c:v>
                </c:pt>
                <c:pt idx="35">
                  <c:v>1365</c:v>
                </c:pt>
                <c:pt idx="36">
                  <c:v>1364</c:v>
                </c:pt>
                <c:pt idx="37">
                  <c:v>1363</c:v>
                </c:pt>
                <c:pt idx="38">
                  <c:v>1362</c:v>
                </c:pt>
                <c:pt idx="39">
                  <c:v>1361</c:v>
                </c:pt>
                <c:pt idx="40">
                  <c:v>1360</c:v>
                </c:pt>
                <c:pt idx="41">
                  <c:v>1359</c:v>
                </c:pt>
                <c:pt idx="42">
                  <c:v>1358</c:v>
                </c:pt>
                <c:pt idx="43">
                  <c:v>1357</c:v>
                </c:pt>
                <c:pt idx="44">
                  <c:v>1356</c:v>
                </c:pt>
                <c:pt idx="45">
                  <c:v>1355</c:v>
                </c:pt>
                <c:pt idx="46">
                  <c:v>1354</c:v>
                </c:pt>
                <c:pt idx="47">
                  <c:v>1353</c:v>
                </c:pt>
                <c:pt idx="48">
                  <c:v>1352</c:v>
                </c:pt>
                <c:pt idx="49">
                  <c:v>1351</c:v>
                </c:pt>
                <c:pt idx="50">
                  <c:v>1350</c:v>
                </c:pt>
                <c:pt idx="51">
                  <c:v>1349</c:v>
                </c:pt>
                <c:pt idx="52">
                  <c:v>1348</c:v>
                </c:pt>
                <c:pt idx="53">
                  <c:v>1347</c:v>
                </c:pt>
                <c:pt idx="54">
                  <c:v>1346</c:v>
                </c:pt>
                <c:pt idx="55">
                  <c:v>1345</c:v>
                </c:pt>
                <c:pt idx="56">
                  <c:v>1344</c:v>
                </c:pt>
                <c:pt idx="57">
                  <c:v>1343</c:v>
                </c:pt>
                <c:pt idx="58">
                  <c:v>1342</c:v>
                </c:pt>
                <c:pt idx="59">
                  <c:v>1341</c:v>
                </c:pt>
                <c:pt idx="60">
                  <c:v>1340</c:v>
                </c:pt>
                <c:pt idx="61">
                  <c:v>1339</c:v>
                </c:pt>
                <c:pt idx="62">
                  <c:v>1338</c:v>
                </c:pt>
                <c:pt idx="63">
                  <c:v>1337</c:v>
                </c:pt>
                <c:pt idx="64">
                  <c:v>1336</c:v>
                </c:pt>
                <c:pt idx="65">
                  <c:v>1335</c:v>
                </c:pt>
                <c:pt idx="66">
                  <c:v>1334</c:v>
                </c:pt>
                <c:pt idx="67">
                  <c:v>1333</c:v>
                </c:pt>
                <c:pt idx="68">
                  <c:v>1332</c:v>
                </c:pt>
                <c:pt idx="69">
                  <c:v>1331</c:v>
                </c:pt>
                <c:pt idx="70">
                  <c:v>1330</c:v>
                </c:pt>
                <c:pt idx="71">
                  <c:v>1329</c:v>
                </c:pt>
                <c:pt idx="72">
                  <c:v>1328</c:v>
                </c:pt>
                <c:pt idx="73">
                  <c:v>1327</c:v>
                </c:pt>
                <c:pt idx="74">
                  <c:v>1326</c:v>
                </c:pt>
                <c:pt idx="75">
                  <c:v>1325</c:v>
                </c:pt>
                <c:pt idx="76">
                  <c:v>1324</c:v>
                </c:pt>
                <c:pt idx="77">
                  <c:v>1323</c:v>
                </c:pt>
                <c:pt idx="78">
                  <c:v>1322</c:v>
                </c:pt>
                <c:pt idx="79">
                  <c:v>1321</c:v>
                </c:pt>
                <c:pt idx="80">
                  <c:v>1320</c:v>
                </c:pt>
                <c:pt idx="81">
                  <c:v>1319</c:v>
                </c:pt>
                <c:pt idx="82">
                  <c:v>1318</c:v>
                </c:pt>
                <c:pt idx="83">
                  <c:v>1317</c:v>
                </c:pt>
                <c:pt idx="84">
                  <c:v>1316</c:v>
                </c:pt>
                <c:pt idx="85">
                  <c:v>1315</c:v>
                </c:pt>
                <c:pt idx="86">
                  <c:v>1314</c:v>
                </c:pt>
                <c:pt idx="87">
                  <c:v>1313</c:v>
                </c:pt>
                <c:pt idx="88">
                  <c:v>1312</c:v>
                </c:pt>
                <c:pt idx="89">
                  <c:v>1311</c:v>
                </c:pt>
                <c:pt idx="90">
                  <c:v>1310</c:v>
                </c:pt>
                <c:pt idx="91">
                  <c:v>1309</c:v>
                </c:pt>
                <c:pt idx="92">
                  <c:v>1308</c:v>
                </c:pt>
                <c:pt idx="93">
                  <c:v>1307</c:v>
                </c:pt>
                <c:pt idx="94">
                  <c:v>1306</c:v>
                </c:pt>
                <c:pt idx="95">
                  <c:v>1305</c:v>
                </c:pt>
                <c:pt idx="96">
                  <c:v>1304</c:v>
                </c:pt>
                <c:pt idx="97">
                  <c:v>1303</c:v>
                </c:pt>
                <c:pt idx="98">
                  <c:v>1302</c:v>
                </c:pt>
                <c:pt idx="99">
                  <c:v>1301</c:v>
                </c:pt>
                <c:pt idx="100">
                  <c:v>1300</c:v>
                </c:pt>
                <c:pt idx="101">
                  <c:v>1299</c:v>
                </c:pt>
                <c:pt idx="102">
                  <c:v>1298</c:v>
                </c:pt>
                <c:pt idx="103">
                  <c:v>1297</c:v>
                </c:pt>
                <c:pt idx="104">
                  <c:v>1296</c:v>
                </c:pt>
                <c:pt idx="105">
                  <c:v>1295</c:v>
                </c:pt>
                <c:pt idx="106">
                  <c:v>1294</c:v>
                </c:pt>
                <c:pt idx="107">
                  <c:v>1293</c:v>
                </c:pt>
                <c:pt idx="108">
                  <c:v>1292</c:v>
                </c:pt>
                <c:pt idx="109">
                  <c:v>1291</c:v>
                </c:pt>
                <c:pt idx="110">
                  <c:v>1290</c:v>
                </c:pt>
                <c:pt idx="111">
                  <c:v>1289</c:v>
                </c:pt>
                <c:pt idx="112">
                  <c:v>1288</c:v>
                </c:pt>
                <c:pt idx="113">
                  <c:v>1287</c:v>
                </c:pt>
                <c:pt idx="114">
                  <c:v>1286</c:v>
                </c:pt>
                <c:pt idx="115">
                  <c:v>1285</c:v>
                </c:pt>
                <c:pt idx="116">
                  <c:v>1284</c:v>
                </c:pt>
                <c:pt idx="117">
                  <c:v>1283</c:v>
                </c:pt>
                <c:pt idx="118">
                  <c:v>1282</c:v>
                </c:pt>
                <c:pt idx="119">
                  <c:v>1281</c:v>
                </c:pt>
                <c:pt idx="120">
                  <c:v>1280</c:v>
                </c:pt>
                <c:pt idx="121">
                  <c:v>1279</c:v>
                </c:pt>
                <c:pt idx="122">
                  <c:v>1278</c:v>
                </c:pt>
                <c:pt idx="123">
                  <c:v>1277</c:v>
                </c:pt>
                <c:pt idx="124">
                  <c:v>1276</c:v>
                </c:pt>
                <c:pt idx="125">
                  <c:v>1275</c:v>
                </c:pt>
                <c:pt idx="126">
                  <c:v>1274</c:v>
                </c:pt>
                <c:pt idx="127">
                  <c:v>1273</c:v>
                </c:pt>
                <c:pt idx="128">
                  <c:v>1272</c:v>
                </c:pt>
                <c:pt idx="129">
                  <c:v>1271</c:v>
                </c:pt>
                <c:pt idx="130">
                  <c:v>1270</c:v>
                </c:pt>
                <c:pt idx="131">
                  <c:v>1269</c:v>
                </c:pt>
                <c:pt idx="132">
                  <c:v>1268</c:v>
                </c:pt>
                <c:pt idx="133">
                  <c:v>1267</c:v>
                </c:pt>
                <c:pt idx="134">
                  <c:v>1266</c:v>
                </c:pt>
                <c:pt idx="135">
                  <c:v>1265</c:v>
                </c:pt>
                <c:pt idx="136">
                  <c:v>1264</c:v>
                </c:pt>
                <c:pt idx="137">
                  <c:v>1263</c:v>
                </c:pt>
                <c:pt idx="138">
                  <c:v>1262</c:v>
                </c:pt>
                <c:pt idx="139">
                  <c:v>1261</c:v>
                </c:pt>
                <c:pt idx="140">
                  <c:v>1260</c:v>
                </c:pt>
                <c:pt idx="141">
                  <c:v>1259</c:v>
                </c:pt>
                <c:pt idx="142">
                  <c:v>1258</c:v>
                </c:pt>
                <c:pt idx="143">
                  <c:v>1257</c:v>
                </c:pt>
                <c:pt idx="144">
                  <c:v>1256</c:v>
                </c:pt>
                <c:pt idx="145">
                  <c:v>1255</c:v>
                </c:pt>
                <c:pt idx="146">
                  <c:v>1254</c:v>
                </c:pt>
                <c:pt idx="147">
                  <c:v>1253</c:v>
                </c:pt>
                <c:pt idx="148">
                  <c:v>1252</c:v>
                </c:pt>
                <c:pt idx="149">
                  <c:v>1251</c:v>
                </c:pt>
                <c:pt idx="150">
                  <c:v>1250</c:v>
                </c:pt>
                <c:pt idx="151">
                  <c:v>1249</c:v>
                </c:pt>
                <c:pt idx="152">
                  <c:v>1248</c:v>
                </c:pt>
                <c:pt idx="153">
                  <c:v>1247</c:v>
                </c:pt>
                <c:pt idx="154">
                  <c:v>1246</c:v>
                </c:pt>
                <c:pt idx="155">
                  <c:v>1245</c:v>
                </c:pt>
                <c:pt idx="156">
                  <c:v>1244</c:v>
                </c:pt>
                <c:pt idx="157">
                  <c:v>1243</c:v>
                </c:pt>
                <c:pt idx="158">
                  <c:v>1242</c:v>
                </c:pt>
                <c:pt idx="159">
                  <c:v>1241</c:v>
                </c:pt>
                <c:pt idx="160">
                  <c:v>1240</c:v>
                </c:pt>
                <c:pt idx="161">
                  <c:v>1239</c:v>
                </c:pt>
                <c:pt idx="162">
                  <c:v>1238</c:v>
                </c:pt>
                <c:pt idx="163">
                  <c:v>1237</c:v>
                </c:pt>
                <c:pt idx="164">
                  <c:v>1236</c:v>
                </c:pt>
                <c:pt idx="165">
                  <c:v>1235</c:v>
                </c:pt>
                <c:pt idx="166">
                  <c:v>1234</c:v>
                </c:pt>
                <c:pt idx="167">
                  <c:v>1233</c:v>
                </c:pt>
                <c:pt idx="168">
                  <c:v>1232</c:v>
                </c:pt>
                <c:pt idx="169">
                  <c:v>1231</c:v>
                </c:pt>
                <c:pt idx="170">
                  <c:v>1230</c:v>
                </c:pt>
                <c:pt idx="171">
                  <c:v>1229</c:v>
                </c:pt>
                <c:pt idx="172">
                  <c:v>1228</c:v>
                </c:pt>
                <c:pt idx="173">
                  <c:v>1227</c:v>
                </c:pt>
                <c:pt idx="174">
                  <c:v>1226</c:v>
                </c:pt>
                <c:pt idx="175">
                  <c:v>1225</c:v>
                </c:pt>
                <c:pt idx="176">
                  <c:v>1224</c:v>
                </c:pt>
                <c:pt idx="177">
                  <c:v>1223</c:v>
                </c:pt>
                <c:pt idx="178">
                  <c:v>1222</c:v>
                </c:pt>
                <c:pt idx="179">
                  <c:v>1221</c:v>
                </c:pt>
                <c:pt idx="180">
                  <c:v>1220</c:v>
                </c:pt>
                <c:pt idx="181">
                  <c:v>1219</c:v>
                </c:pt>
                <c:pt idx="182">
                  <c:v>1218</c:v>
                </c:pt>
                <c:pt idx="183">
                  <c:v>1217</c:v>
                </c:pt>
                <c:pt idx="184">
                  <c:v>1216</c:v>
                </c:pt>
                <c:pt idx="185">
                  <c:v>1215</c:v>
                </c:pt>
                <c:pt idx="186">
                  <c:v>1214</c:v>
                </c:pt>
                <c:pt idx="187">
                  <c:v>1213</c:v>
                </c:pt>
                <c:pt idx="188">
                  <c:v>1212</c:v>
                </c:pt>
                <c:pt idx="189">
                  <c:v>1211</c:v>
                </c:pt>
                <c:pt idx="190">
                  <c:v>1210</c:v>
                </c:pt>
                <c:pt idx="191">
                  <c:v>1209</c:v>
                </c:pt>
                <c:pt idx="192">
                  <c:v>1208</c:v>
                </c:pt>
                <c:pt idx="193">
                  <c:v>1207</c:v>
                </c:pt>
                <c:pt idx="194">
                  <c:v>1206</c:v>
                </c:pt>
                <c:pt idx="195">
                  <c:v>1205</c:v>
                </c:pt>
                <c:pt idx="196">
                  <c:v>1204</c:v>
                </c:pt>
                <c:pt idx="197">
                  <c:v>1203</c:v>
                </c:pt>
                <c:pt idx="198">
                  <c:v>1202</c:v>
                </c:pt>
                <c:pt idx="199">
                  <c:v>1201</c:v>
                </c:pt>
                <c:pt idx="200">
                  <c:v>1200</c:v>
                </c:pt>
                <c:pt idx="201">
                  <c:v>1199</c:v>
                </c:pt>
                <c:pt idx="202">
                  <c:v>1198</c:v>
                </c:pt>
                <c:pt idx="203">
                  <c:v>1197</c:v>
                </c:pt>
                <c:pt idx="204">
                  <c:v>1196</c:v>
                </c:pt>
                <c:pt idx="205">
                  <c:v>1195</c:v>
                </c:pt>
                <c:pt idx="206">
                  <c:v>1194</c:v>
                </c:pt>
                <c:pt idx="207">
                  <c:v>1193</c:v>
                </c:pt>
                <c:pt idx="208">
                  <c:v>1192</c:v>
                </c:pt>
                <c:pt idx="209">
                  <c:v>1191</c:v>
                </c:pt>
                <c:pt idx="210">
                  <c:v>1190</c:v>
                </c:pt>
                <c:pt idx="211">
                  <c:v>1189</c:v>
                </c:pt>
                <c:pt idx="212">
                  <c:v>1188</c:v>
                </c:pt>
                <c:pt idx="213">
                  <c:v>1187</c:v>
                </c:pt>
                <c:pt idx="214">
                  <c:v>1186</c:v>
                </c:pt>
                <c:pt idx="215">
                  <c:v>1185</c:v>
                </c:pt>
                <c:pt idx="216">
                  <c:v>1184</c:v>
                </c:pt>
                <c:pt idx="217">
                  <c:v>1183</c:v>
                </c:pt>
                <c:pt idx="218">
                  <c:v>1182</c:v>
                </c:pt>
                <c:pt idx="219">
                  <c:v>1181</c:v>
                </c:pt>
                <c:pt idx="220">
                  <c:v>1180</c:v>
                </c:pt>
                <c:pt idx="221">
                  <c:v>1179</c:v>
                </c:pt>
                <c:pt idx="222">
                  <c:v>1178</c:v>
                </c:pt>
                <c:pt idx="223">
                  <c:v>1177</c:v>
                </c:pt>
                <c:pt idx="224">
                  <c:v>1176</c:v>
                </c:pt>
                <c:pt idx="225">
                  <c:v>1175</c:v>
                </c:pt>
                <c:pt idx="226">
                  <c:v>1174</c:v>
                </c:pt>
                <c:pt idx="227">
                  <c:v>1173</c:v>
                </c:pt>
                <c:pt idx="228">
                  <c:v>1172</c:v>
                </c:pt>
                <c:pt idx="229">
                  <c:v>1171</c:v>
                </c:pt>
                <c:pt idx="230">
                  <c:v>1170</c:v>
                </c:pt>
                <c:pt idx="231">
                  <c:v>1169</c:v>
                </c:pt>
                <c:pt idx="232">
                  <c:v>1168</c:v>
                </c:pt>
                <c:pt idx="233">
                  <c:v>1167</c:v>
                </c:pt>
                <c:pt idx="234">
                  <c:v>1166</c:v>
                </c:pt>
                <c:pt idx="235">
                  <c:v>1165</c:v>
                </c:pt>
                <c:pt idx="236">
                  <c:v>1164</c:v>
                </c:pt>
                <c:pt idx="237">
                  <c:v>1163</c:v>
                </c:pt>
                <c:pt idx="238">
                  <c:v>1162</c:v>
                </c:pt>
                <c:pt idx="239">
                  <c:v>1161</c:v>
                </c:pt>
                <c:pt idx="240">
                  <c:v>1160</c:v>
                </c:pt>
                <c:pt idx="241">
                  <c:v>1159</c:v>
                </c:pt>
                <c:pt idx="242">
                  <c:v>1158</c:v>
                </c:pt>
                <c:pt idx="243">
                  <c:v>1157</c:v>
                </c:pt>
                <c:pt idx="244">
                  <c:v>1156</c:v>
                </c:pt>
                <c:pt idx="245">
                  <c:v>1155</c:v>
                </c:pt>
                <c:pt idx="246">
                  <c:v>1154</c:v>
                </c:pt>
                <c:pt idx="247">
                  <c:v>1153</c:v>
                </c:pt>
                <c:pt idx="248">
                  <c:v>1152</c:v>
                </c:pt>
                <c:pt idx="249">
                  <c:v>1151</c:v>
                </c:pt>
                <c:pt idx="250">
                  <c:v>1150</c:v>
                </c:pt>
                <c:pt idx="251">
                  <c:v>1149</c:v>
                </c:pt>
                <c:pt idx="252">
                  <c:v>1148</c:v>
                </c:pt>
                <c:pt idx="253">
                  <c:v>1147</c:v>
                </c:pt>
                <c:pt idx="254">
                  <c:v>1146</c:v>
                </c:pt>
                <c:pt idx="255">
                  <c:v>1145</c:v>
                </c:pt>
                <c:pt idx="256">
                  <c:v>1144</c:v>
                </c:pt>
                <c:pt idx="257">
                  <c:v>1143</c:v>
                </c:pt>
                <c:pt idx="258">
                  <c:v>1142</c:v>
                </c:pt>
                <c:pt idx="259">
                  <c:v>1141</c:v>
                </c:pt>
                <c:pt idx="260">
                  <c:v>1140</c:v>
                </c:pt>
                <c:pt idx="261">
                  <c:v>1139</c:v>
                </c:pt>
                <c:pt idx="262">
                  <c:v>1138</c:v>
                </c:pt>
                <c:pt idx="263">
                  <c:v>1137</c:v>
                </c:pt>
                <c:pt idx="264">
                  <c:v>1136</c:v>
                </c:pt>
                <c:pt idx="265">
                  <c:v>1135</c:v>
                </c:pt>
                <c:pt idx="266">
                  <c:v>1134</c:v>
                </c:pt>
                <c:pt idx="267">
                  <c:v>1133</c:v>
                </c:pt>
                <c:pt idx="268">
                  <c:v>1132</c:v>
                </c:pt>
                <c:pt idx="269">
                  <c:v>1131</c:v>
                </c:pt>
                <c:pt idx="270">
                  <c:v>1130</c:v>
                </c:pt>
                <c:pt idx="271">
                  <c:v>1129</c:v>
                </c:pt>
                <c:pt idx="272">
                  <c:v>1128</c:v>
                </c:pt>
                <c:pt idx="273">
                  <c:v>1127</c:v>
                </c:pt>
                <c:pt idx="274">
                  <c:v>1126</c:v>
                </c:pt>
                <c:pt idx="275">
                  <c:v>1125</c:v>
                </c:pt>
                <c:pt idx="276">
                  <c:v>1124</c:v>
                </c:pt>
                <c:pt idx="277">
                  <c:v>1123</c:v>
                </c:pt>
                <c:pt idx="278">
                  <c:v>1122</c:v>
                </c:pt>
                <c:pt idx="279">
                  <c:v>1121</c:v>
                </c:pt>
                <c:pt idx="280">
                  <c:v>1120</c:v>
                </c:pt>
                <c:pt idx="281">
                  <c:v>1119</c:v>
                </c:pt>
                <c:pt idx="282">
                  <c:v>1118</c:v>
                </c:pt>
                <c:pt idx="283">
                  <c:v>1117</c:v>
                </c:pt>
                <c:pt idx="284">
                  <c:v>1116</c:v>
                </c:pt>
                <c:pt idx="285">
                  <c:v>1115</c:v>
                </c:pt>
                <c:pt idx="286">
                  <c:v>1114</c:v>
                </c:pt>
                <c:pt idx="287">
                  <c:v>1113</c:v>
                </c:pt>
                <c:pt idx="288">
                  <c:v>1112</c:v>
                </c:pt>
                <c:pt idx="289">
                  <c:v>1111</c:v>
                </c:pt>
                <c:pt idx="290">
                  <c:v>1110</c:v>
                </c:pt>
                <c:pt idx="291">
                  <c:v>1109</c:v>
                </c:pt>
                <c:pt idx="292">
                  <c:v>1108</c:v>
                </c:pt>
                <c:pt idx="293">
                  <c:v>1107</c:v>
                </c:pt>
                <c:pt idx="294">
                  <c:v>1106</c:v>
                </c:pt>
                <c:pt idx="295">
                  <c:v>1105</c:v>
                </c:pt>
                <c:pt idx="296">
                  <c:v>1104</c:v>
                </c:pt>
                <c:pt idx="297">
                  <c:v>1103</c:v>
                </c:pt>
                <c:pt idx="298">
                  <c:v>1102</c:v>
                </c:pt>
                <c:pt idx="299">
                  <c:v>1101</c:v>
                </c:pt>
                <c:pt idx="300">
                  <c:v>1100</c:v>
                </c:pt>
                <c:pt idx="301">
                  <c:v>1099</c:v>
                </c:pt>
                <c:pt idx="302">
                  <c:v>1098</c:v>
                </c:pt>
                <c:pt idx="303">
                  <c:v>1097</c:v>
                </c:pt>
                <c:pt idx="304">
                  <c:v>1096</c:v>
                </c:pt>
                <c:pt idx="305">
                  <c:v>1095</c:v>
                </c:pt>
                <c:pt idx="306">
                  <c:v>1094</c:v>
                </c:pt>
                <c:pt idx="307">
                  <c:v>1093</c:v>
                </c:pt>
                <c:pt idx="308">
                  <c:v>1092</c:v>
                </c:pt>
                <c:pt idx="309">
                  <c:v>1091</c:v>
                </c:pt>
                <c:pt idx="310">
                  <c:v>1090</c:v>
                </c:pt>
                <c:pt idx="311">
                  <c:v>1089</c:v>
                </c:pt>
                <c:pt idx="312">
                  <c:v>1088</c:v>
                </c:pt>
                <c:pt idx="313">
                  <c:v>1087</c:v>
                </c:pt>
                <c:pt idx="314">
                  <c:v>1086</c:v>
                </c:pt>
                <c:pt idx="315">
                  <c:v>1085</c:v>
                </c:pt>
                <c:pt idx="316">
                  <c:v>1084</c:v>
                </c:pt>
                <c:pt idx="317">
                  <c:v>1083</c:v>
                </c:pt>
                <c:pt idx="318">
                  <c:v>1082</c:v>
                </c:pt>
                <c:pt idx="319">
                  <c:v>1081</c:v>
                </c:pt>
                <c:pt idx="320">
                  <c:v>1080</c:v>
                </c:pt>
                <c:pt idx="321">
                  <c:v>1079</c:v>
                </c:pt>
                <c:pt idx="322">
                  <c:v>1078</c:v>
                </c:pt>
                <c:pt idx="323">
                  <c:v>1077</c:v>
                </c:pt>
                <c:pt idx="324">
                  <c:v>1076</c:v>
                </c:pt>
                <c:pt idx="325">
                  <c:v>1075</c:v>
                </c:pt>
                <c:pt idx="326">
                  <c:v>1074</c:v>
                </c:pt>
                <c:pt idx="327">
                  <c:v>1073</c:v>
                </c:pt>
                <c:pt idx="328">
                  <c:v>1072</c:v>
                </c:pt>
                <c:pt idx="329">
                  <c:v>1071</c:v>
                </c:pt>
                <c:pt idx="330">
                  <c:v>1070</c:v>
                </c:pt>
                <c:pt idx="331">
                  <c:v>1069</c:v>
                </c:pt>
                <c:pt idx="332">
                  <c:v>1068</c:v>
                </c:pt>
                <c:pt idx="333">
                  <c:v>1067</c:v>
                </c:pt>
                <c:pt idx="334">
                  <c:v>1066</c:v>
                </c:pt>
                <c:pt idx="335">
                  <c:v>1065</c:v>
                </c:pt>
                <c:pt idx="336">
                  <c:v>1064</c:v>
                </c:pt>
                <c:pt idx="337">
                  <c:v>1063</c:v>
                </c:pt>
                <c:pt idx="338">
                  <c:v>1062</c:v>
                </c:pt>
                <c:pt idx="339">
                  <c:v>1061</c:v>
                </c:pt>
                <c:pt idx="340">
                  <c:v>1060</c:v>
                </c:pt>
                <c:pt idx="341">
                  <c:v>1059</c:v>
                </c:pt>
                <c:pt idx="342">
                  <c:v>1058</c:v>
                </c:pt>
                <c:pt idx="343">
                  <c:v>1057</c:v>
                </c:pt>
                <c:pt idx="344">
                  <c:v>1056</c:v>
                </c:pt>
                <c:pt idx="345">
                  <c:v>1055</c:v>
                </c:pt>
                <c:pt idx="346">
                  <c:v>1054</c:v>
                </c:pt>
                <c:pt idx="347">
                  <c:v>1053</c:v>
                </c:pt>
                <c:pt idx="348">
                  <c:v>1052</c:v>
                </c:pt>
                <c:pt idx="349">
                  <c:v>1051</c:v>
                </c:pt>
                <c:pt idx="350">
                  <c:v>1050</c:v>
                </c:pt>
                <c:pt idx="351">
                  <c:v>1049</c:v>
                </c:pt>
                <c:pt idx="352">
                  <c:v>1048</c:v>
                </c:pt>
                <c:pt idx="353">
                  <c:v>1047</c:v>
                </c:pt>
                <c:pt idx="354">
                  <c:v>1046</c:v>
                </c:pt>
                <c:pt idx="355">
                  <c:v>1045</c:v>
                </c:pt>
                <c:pt idx="356">
                  <c:v>1044</c:v>
                </c:pt>
                <c:pt idx="357">
                  <c:v>1043</c:v>
                </c:pt>
                <c:pt idx="358">
                  <c:v>1042</c:v>
                </c:pt>
                <c:pt idx="359">
                  <c:v>1041</c:v>
                </c:pt>
                <c:pt idx="360">
                  <c:v>1040</c:v>
                </c:pt>
                <c:pt idx="361">
                  <c:v>1039</c:v>
                </c:pt>
                <c:pt idx="362">
                  <c:v>1038</c:v>
                </c:pt>
                <c:pt idx="363">
                  <c:v>1037</c:v>
                </c:pt>
                <c:pt idx="364">
                  <c:v>1036</c:v>
                </c:pt>
                <c:pt idx="365">
                  <c:v>1035</c:v>
                </c:pt>
                <c:pt idx="366">
                  <c:v>1034</c:v>
                </c:pt>
                <c:pt idx="367">
                  <c:v>1033</c:v>
                </c:pt>
                <c:pt idx="368">
                  <c:v>1032</c:v>
                </c:pt>
                <c:pt idx="369">
                  <c:v>1031</c:v>
                </c:pt>
                <c:pt idx="370">
                  <c:v>1030</c:v>
                </c:pt>
                <c:pt idx="371">
                  <c:v>1029</c:v>
                </c:pt>
                <c:pt idx="372">
                  <c:v>1028</c:v>
                </c:pt>
                <c:pt idx="373">
                  <c:v>1027</c:v>
                </c:pt>
                <c:pt idx="374">
                  <c:v>1026</c:v>
                </c:pt>
                <c:pt idx="375">
                  <c:v>1025</c:v>
                </c:pt>
                <c:pt idx="376">
                  <c:v>1024</c:v>
                </c:pt>
                <c:pt idx="377">
                  <c:v>1023</c:v>
                </c:pt>
                <c:pt idx="378">
                  <c:v>1022</c:v>
                </c:pt>
                <c:pt idx="379">
                  <c:v>1021</c:v>
                </c:pt>
                <c:pt idx="380">
                  <c:v>1020</c:v>
                </c:pt>
                <c:pt idx="381">
                  <c:v>1019</c:v>
                </c:pt>
                <c:pt idx="382">
                  <c:v>1018</c:v>
                </c:pt>
                <c:pt idx="383">
                  <c:v>1017</c:v>
                </c:pt>
                <c:pt idx="384">
                  <c:v>1016</c:v>
                </c:pt>
                <c:pt idx="385">
                  <c:v>1015</c:v>
                </c:pt>
                <c:pt idx="386">
                  <c:v>1014</c:v>
                </c:pt>
                <c:pt idx="387">
                  <c:v>1013</c:v>
                </c:pt>
                <c:pt idx="388">
                  <c:v>1012</c:v>
                </c:pt>
                <c:pt idx="389">
                  <c:v>1011</c:v>
                </c:pt>
                <c:pt idx="390">
                  <c:v>1010</c:v>
                </c:pt>
                <c:pt idx="391">
                  <c:v>1009</c:v>
                </c:pt>
                <c:pt idx="392">
                  <c:v>1008</c:v>
                </c:pt>
                <c:pt idx="393">
                  <c:v>1007</c:v>
                </c:pt>
                <c:pt idx="394">
                  <c:v>1006</c:v>
                </c:pt>
                <c:pt idx="395">
                  <c:v>1005</c:v>
                </c:pt>
                <c:pt idx="396">
                  <c:v>1004</c:v>
                </c:pt>
                <c:pt idx="397">
                  <c:v>1003</c:v>
                </c:pt>
                <c:pt idx="398">
                  <c:v>1002</c:v>
                </c:pt>
                <c:pt idx="399">
                  <c:v>1001</c:v>
                </c:pt>
                <c:pt idx="400">
                  <c:v>1000</c:v>
                </c:pt>
                <c:pt idx="401">
                  <c:v>999</c:v>
                </c:pt>
                <c:pt idx="402">
                  <c:v>998</c:v>
                </c:pt>
                <c:pt idx="403">
                  <c:v>997</c:v>
                </c:pt>
                <c:pt idx="404">
                  <c:v>996</c:v>
                </c:pt>
                <c:pt idx="405">
                  <c:v>995</c:v>
                </c:pt>
                <c:pt idx="406">
                  <c:v>994</c:v>
                </c:pt>
                <c:pt idx="407">
                  <c:v>993</c:v>
                </c:pt>
                <c:pt idx="408">
                  <c:v>992</c:v>
                </c:pt>
                <c:pt idx="409">
                  <c:v>991</c:v>
                </c:pt>
                <c:pt idx="410">
                  <c:v>990</c:v>
                </c:pt>
                <c:pt idx="411">
                  <c:v>989</c:v>
                </c:pt>
                <c:pt idx="412">
                  <c:v>988</c:v>
                </c:pt>
                <c:pt idx="413">
                  <c:v>987</c:v>
                </c:pt>
                <c:pt idx="414">
                  <c:v>986</c:v>
                </c:pt>
                <c:pt idx="415">
                  <c:v>985</c:v>
                </c:pt>
                <c:pt idx="416">
                  <c:v>984</c:v>
                </c:pt>
                <c:pt idx="417">
                  <c:v>983</c:v>
                </c:pt>
                <c:pt idx="418">
                  <c:v>982</c:v>
                </c:pt>
                <c:pt idx="419">
                  <c:v>981</c:v>
                </c:pt>
                <c:pt idx="420">
                  <c:v>980</c:v>
                </c:pt>
                <c:pt idx="421">
                  <c:v>979</c:v>
                </c:pt>
                <c:pt idx="422">
                  <c:v>978</c:v>
                </c:pt>
                <c:pt idx="423">
                  <c:v>977</c:v>
                </c:pt>
                <c:pt idx="424">
                  <c:v>976</c:v>
                </c:pt>
                <c:pt idx="425">
                  <c:v>975</c:v>
                </c:pt>
                <c:pt idx="426">
                  <c:v>974</c:v>
                </c:pt>
                <c:pt idx="427">
                  <c:v>973</c:v>
                </c:pt>
                <c:pt idx="428">
                  <c:v>972</c:v>
                </c:pt>
                <c:pt idx="429">
                  <c:v>971</c:v>
                </c:pt>
                <c:pt idx="430">
                  <c:v>970</c:v>
                </c:pt>
                <c:pt idx="431">
                  <c:v>969</c:v>
                </c:pt>
                <c:pt idx="432">
                  <c:v>968</c:v>
                </c:pt>
                <c:pt idx="433">
                  <c:v>967</c:v>
                </c:pt>
                <c:pt idx="434">
                  <c:v>966</c:v>
                </c:pt>
                <c:pt idx="435">
                  <c:v>965</c:v>
                </c:pt>
                <c:pt idx="436">
                  <c:v>964</c:v>
                </c:pt>
                <c:pt idx="437">
                  <c:v>963</c:v>
                </c:pt>
                <c:pt idx="438">
                  <c:v>962</c:v>
                </c:pt>
                <c:pt idx="439">
                  <c:v>961</c:v>
                </c:pt>
                <c:pt idx="440">
                  <c:v>960</c:v>
                </c:pt>
                <c:pt idx="441">
                  <c:v>959</c:v>
                </c:pt>
                <c:pt idx="442">
                  <c:v>958</c:v>
                </c:pt>
                <c:pt idx="443">
                  <c:v>957</c:v>
                </c:pt>
                <c:pt idx="444">
                  <c:v>956</c:v>
                </c:pt>
                <c:pt idx="445">
                  <c:v>955</c:v>
                </c:pt>
                <c:pt idx="446">
                  <c:v>954</c:v>
                </c:pt>
                <c:pt idx="447">
                  <c:v>953</c:v>
                </c:pt>
                <c:pt idx="448">
                  <c:v>952</c:v>
                </c:pt>
                <c:pt idx="449">
                  <c:v>951</c:v>
                </c:pt>
                <c:pt idx="450">
                  <c:v>950</c:v>
                </c:pt>
                <c:pt idx="451">
                  <c:v>949</c:v>
                </c:pt>
                <c:pt idx="452">
                  <c:v>948</c:v>
                </c:pt>
                <c:pt idx="453">
                  <c:v>947</c:v>
                </c:pt>
                <c:pt idx="454">
                  <c:v>946</c:v>
                </c:pt>
                <c:pt idx="455">
                  <c:v>945</c:v>
                </c:pt>
                <c:pt idx="456">
                  <c:v>944</c:v>
                </c:pt>
                <c:pt idx="457">
                  <c:v>943</c:v>
                </c:pt>
                <c:pt idx="458">
                  <c:v>942</c:v>
                </c:pt>
                <c:pt idx="459">
                  <c:v>941</c:v>
                </c:pt>
                <c:pt idx="460">
                  <c:v>940</c:v>
                </c:pt>
                <c:pt idx="461">
                  <c:v>939</c:v>
                </c:pt>
                <c:pt idx="462">
                  <c:v>938</c:v>
                </c:pt>
                <c:pt idx="463">
                  <c:v>937</c:v>
                </c:pt>
                <c:pt idx="464">
                  <c:v>936</c:v>
                </c:pt>
                <c:pt idx="465">
                  <c:v>935</c:v>
                </c:pt>
                <c:pt idx="466">
                  <c:v>934</c:v>
                </c:pt>
                <c:pt idx="467">
                  <c:v>933</c:v>
                </c:pt>
                <c:pt idx="468">
                  <c:v>932</c:v>
                </c:pt>
                <c:pt idx="469">
                  <c:v>931</c:v>
                </c:pt>
                <c:pt idx="470">
                  <c:v>930</c:v>
                </c:pt>
                <c:pt idx="471">
                  <c:v>929</c:v>
                </c:pt>
                <c:pt idx="472">
                  <c:v>928</c:v>
                </c:pt>
                <c:pt idx="473">
                  <c:v>927</c:v>
                </c:pt>
                <c:pt idx="474">
                  <c:v>926</c:v>
                </c:pt>
                <c:pt idx="475">
                  <c:v>925</c:v>
                </c:pt>
                <c:pt idx="476">
                  <c:v>924</c:v>
                </c:pt>
                <c:pt idx="477">
                  <c:v>923</c:v>
                </c:pt>
                <c:pt idx="478">
                  <c:v>922</c:v>
                </c:pt>
                <c:pt idx="479">
                  <c:v>921</c:v>
                </c:pt>
                <c:pt idx="480">
                  <c:v>920</c:v>
                </c:pt>
                <c:pt idx="481">
                  <c:v>919</c:v>
                </c:pt>
                <c:pt idx="482">
                  <c:v>918</c:v>
                </c:pt>
                <c:pt idx="483">
                  <c:v>917</c:v>
                </c:pt>
                <c:pt idx="484">
                  <c:v>916</c:v>
                </c:pt>
                <c:pt idx="485">
                  <c:v>915</c:v>
                </c:pt>
                <c:pt idx="486">
                  <c:v>914</c:v>
                </c:pt>
                <c:pt idx="487">
                  <c:v>913</c:v>
                </c:pt>
                <c:pt idx="488">
                  <c:v>912</c:v>
                </c:pt>
                <c:pt idx="489">
                  <c:v>911</c:v>
                </c:pt>
                <c:pt idx="490">
                  <c:v>910</c:v>
                </c:pt>
                <c:pt idx="491">
                  <c:v>909</c:v>
                </c:pt>
                <c:pt idx="492">
                  <c:v>908</c:v>
                </c:pt>
                <c:pt idx="493">
                  <c:v>907</c:v>
                </c:pt>
                <c:pt idx="494">
                  <c:v>906</c:v>
                </c:pt>
                <c:pt idx="495">
                  <c:v>905</c:v>
                </c:pt>
                <c:pt idx="496">
                  <c:v>904</c:v>
                </c:pt>
                <c:pt idx="497">
                  <c:v>903</c:v>
                </c:pt>
                <c:pt idx="498">
                  <c:v>902</c:v>
                </c:pt>
                <c:pt idx="499">
                  <c:v>901</c:v>
                </c:pt>
                <c:pt idx="500">
                  <c:v>900</c:v>
                </c:pt>
                <c:pt idx="501">
                  <c:v>899</c:v>
                </c:pt>
                <c:pt idx="502">
                  <c:v>898</c:v>
                </c:pt>
                <c:pt idx="503">
                  <c:v>897</c:v>
                </c:pt>
                <c:pt idx="504">
                  <c:v>896</c:v>
                </c:pt>
                <c:pt idx="505">
                  <c:v>895</c:v>
                </c:pt>
                <c:pt idx="506">
                  <c:v>894</c:v>
                </c:pt>
                <c:pt idx="507">
                  <c:v>893</c:v>
                </c:pt>
                <c:pt idx="508">
                  <c:v>892</c:v>
                </c:pt>
                <c:pt idx="509">
                  <c:v>891</c:v>
                </c:pt>
                <c:pt idx="510">
                  <c:v>890</c:v>
                </c:pt>
                <c:pt idx="511">
                  <c:v>889</c:v>
                </c:pt>
                <c:pt idx="512">
                  <c:v>888</c:v>
                </c:pt>
                <c:pt idx="513">
                  <c:v>887</c:v>
                </c:pt>
                <c:pt idx="514">
                  <c:v>886</c:v>
                </c:pt>
                <c:pt idx="515">
                  <c:v>885</c:v>
                </c:pt>
                <c:pt idx="516">
                  <c:v>884</c:v>
                </c:pt>
                <c:pt idx="517">
                  <c:v>883</c:v>
                </c:pt>
                <c:pt idx="518">
                  <c:v>882</c:v>
                </c:pt>
                <c:pt idx="519">
                  <c:v>881</c:v>
                </c:pt>
                <c:pt idx="520">
                  <c:v>880</c:v>
                </c:pt>
                <c:pt idx="521">
                  <c:v>879</c:v>
                </c:pt>
                <c:pt idx="522">
                  <c:v>878</c:v>
                </c:pt>
                <c:pt idx="523">
                  <c:v>877</c:v>
                </c:pt>
                <c:pt idx="524">
                  <c:v>876</c:v>
                </c:pt>
                <c:pt idx="525">
                  <c:v>875</c:v>
                </c:pt>
                <c:pt idx="526">
                  <c:v>874</c:v>
                </c:pt>
                <c:pt idx="527">
                  <c:v>873</c:v>
                </c:pt>
                <c:pt idx="528">
                  <c:v>872</c:v>
                </c:pt>
                <c:pt idx="529">
                  <c:v>871</c:v>
                </c:pt>
                <c:pt idx="530">
                  <c:v>870</c:v>
                </c:pt>
                <c:pt idx="531">
                  <c:v>869</c:v>
                </c:pt>
                <c:pt idx="532">
                  <c:v>868</c:v>
                </c:pt>
                <c:pt idx="533">
                  <c:v>867</c:v>
                </c:pt>
                <c:pt idx="534">
                  <c:v>866</c:v>
                </c:pt>
                <c:pt idx="535">
                  <c:v>865</c:v>
                </c:pt>
                <c:pt idx="536">
                  <c:v>864</c:v>
                </c:pt>
                <c:pt idx="537">
                  <c:v>863</c:v>
                </c:pt>
                <c:pt idx="538">
                  <c:v>862</c:v>
                </c:pt>
                <c:pt idx="539">
                  <c:v>861</c:v>
                </c:pt>
                <c:pt idx="540">
                  <c:v>860</c:v>
                </c:pt>
                <c:pt idx="541">
                  <c:v>859</c:v>
                </c:pt>
                <c:pt idx="542">
                  <c:v>858</c:v>
                </c:pt>
                <c:pt idx="543">
                  <c:v>857</c:v>
                </c:pt>
                <c:pt idx="544">
                  <c:v>856</c:v>
                </c:pt>
                <c:pt idx="545">
                  <c:v>855</c:v>
                </c:pt>
                <c:pt idx="546">
                  <c:v>854</c:v>
                </c:pt>
                <c:pt idx="547">
                  <c:v>853</c:v>
                </c:pt>
                <c:pt idx="548">
                  <c:v>852</c:v>
                </c:pt>
                <c:pt idx="549">
                  <c:v>851</c:v>
                </c:pt>
                <c:pt idx="550">
                  <c:v>850</c:v>
                </c:pt>
                <c:pt idx="551">
                  <c:v>849</c:v>
                </c:pt>
                <c:pt idx="552">
                  <c:v>848</c:v>
                </c:pt>
                <c:pt idx="553">
                  <c:v>847</c:v>
                </c:pt>
                <c:pt idx="554">
                  <c:v>846</c:v>
                </c:pt>
                <c:pt idx="555">
                  <c:v>845</c:v>
                </c:pt>
                <c:pt idx="556">
                  <c:v>844</c:v>
                </c:pt>
                <c:pt idx="557">
                  <c:v>843</c:v>
                </c:pt>
                <c:pt idx="558">
                  <c:v>842</c:v>
                </c:pt>
                <c:pt idx="559">
                  <c:v>841</c:v>
                </c:pt>
                <c:pt idx="560">
                  <c:v>840</c:v>
                </c:pt>
                <c:pt idx="561">
                  <c:v>839</c:v>
                </c:pt>
                <c:pt idx="562">
                  <c:v>838</c:v>
                </c:pt>
                <c:pt idx="563">
                  <c:v>837</c:v>
                </c:pt>
                <c:pt idx="564">
                  <c:v>836</c:v>
                </c:pt>
                <c:pt idx="565">
                  <c:v>835</c:v>
                </c:pt>
                <c:pt idx="566">
                  <c:v>834</c:v>
                </c:pt>
                <c:pt idx="567">
                  <c:v>833</c:v>
                </c:pt>
                <c:pt idx="568">
                  <c:v>832</c:v>
                </c:pt>
                <c:pt idx="569">
                  <c:v>831</c:v>
                </c:pt>
                <c:pt idx="570">
                  <c:v>830</c:v>
                </c:pt>
                <c:pt idx="571">
                  <c:v>829</c:v>
                </c:pt>
                <c:pt idx="572">
                  <c:v>828</c:v>
                </c:pt>
                <c:pt idx="573">
                  <c:v>827</c:v>
                </c:pt>
                <c:pt idx="574">
                  <c:v>826</c:v>
                </c:pt>
                <c:pt idx="575">
                  <c:v>825</c:v>
                </c:pt>
                <c:pt idx="576">
                  <c:v>824</c:v>
                </c:pt>
                <c:pt idx="577">
                  <c:v>823</c:v>
                </c:pt>
                <c:pt idx="578">
                  <c:v>822</c:v>
                </c:pt>
                <c:pt idx="579">
                  <c:v>821</c:v>
                </c:pt>
                <c:pt idx="580">
                  <c:v>820</c:v>
                </c:pt>
                <c:pt idx="581">
                  <c:v>819</c:v>
                </c:pt>
                <c:pt idx="582">
                  <c:v>818</c:v>
                </c:pt>
                <c:pt idx="583">
                  <c:v>817</c:v>
                </c:pt>
                <c:pt idx="584">
                  <c:v>816</c:v>
                </c:pt>
                <c:pt idx="585">
                  <c:v>815</c:v>
                </c:pt>
                <c:pt idx="586">
                  <c:v>814</c:v>
                </c:pt>
                <c:pt idx="587">
                  <c:v>813</c:v>
                </c:pt>
                <c:pt idx="588">
                  <c:v>812</c:v>
                </c:pt>
                <c:pt idx="589">
                  <c:v>811</c:v>
                </c:pt>
                <c:pt idx="590">
                  <c:v>810</c:v>
                </c:pt>
                <c:pt idx="591">
                  <c:v>809</c:v>
                </c:pt>
                <c:pt idx="592">
                  <c:v>808</c:v>
                </c:pt>
                <c:pt idx="593">
                  <c:v>807</c:v>
                </c:pt>
                <c:pt idx="594">
                  <c:v>806</c:v>
                </c:pt>
                <c:pt idx="595">
                  <c:v>805</c:v>
                </c:pt>
                <c:pt idx="596">
                  <c:v>804</c:v>
                </c:pt>
                <c:pt idx="597">
                  <c:v>803</c:v>
                </c:pt>
                <c:pt idx="598">
                  <c:v>802</c:v>
                </c:pt>
                <c:pt idx="599">
                  <c:v>801</c:v>
                </c:pt>
                <c:pt idx="600">
                  <c:v>800</c:v>
                </c:pt>
                <c:pt idx="601">
                  <c:v>799</c:v>
                </c:pt>
                <c:pt idx="602">
                  <c:v>798</c:v>
                </c:pt>
                <c:pt idx="603">
                  <c:v>797</c:v>
                </c:pt>
                <c:pt idx="604">
                  <c:v>796</c:v>
                </c:pt>
                <c:pt idx="605">
                  <c:v>795</c:v>
                </c:pt>
                <c:pt idx="606">
                  <c:v>794</c:v>
                </c:pt>
                <c:pt idx="607">
                  <c:v>793</c:v>
                </c:pt>
                <c:pt idx="608">
                  <c:v>792</c:v>
                </c:pt>
                <c:pt idx="609">
                  <c:v>791</c:v>
                </c:pt>
                <c:pt idx="610">
                  <c:v>790</c:v>
                </c:pt>
                <c:pt idx="611">
                  <c:v>789</c:v>
                </c:pt>
                <c:pt idx="612">
                  <c:v>788</c:v>
                </c:pt>
                <c:pt idx="613">
                  <c:v>787</c:v>
                </c:pt>
                <c:pt idx="614">
                  <c:v>786</c:v>
                </c:pt>
                <c:pt idx="615">
                  <c:v>785</c:v>
                </c:pt>
                <c:pt idx="616">
                  <c:v>784</c:v>
                </c:pt>
                <c:pt idx="617">
                  <c:v>783</c:v>
                </c:pt>
                <c:pt idx="618">
                  <c:v>782</c:v>
                </c:pt>
                <c:pt idx="619">
                  <c:v>781</c:v>
                </c:pt>
                <c:pt idx="620">
                  <c:v>780</c:v>
                </c:pt>
                <c:pt idx="621">
                  <c:v>779</c:v>
                </c:pt>
                <c:pt idx="622">
                  <c:v>778</c:v>
                </c:pt>
                <c:pt idx="623">
                  <c:v>777</c:v>
                </c:pt>
                <c:pt idx="624">
                  <c:v>776</c:v>
                </c:pt>
                <c:pt idx="625">
                  <c:v>775</c:v>
                </c:pt>
                <c:pt idx="626">
                  <c:v>774</c:v>
                </c:pt>
                <c:pt idx="627">
                  <c:v>773</c:v>
                </c:pt>
                <c:pt idx="628">
                  <c:v>772</c:v>
                </c:pt>
                <c:pt idx="629">
                  <c:v>771</c:v>
                </c:pt>
                <c:pt idx="630">
                  <c:v>770</c:v>
                </c:pt>
                <c:pt idx="631">
                  <c:v>769</c:v>
                </c:pt>
                <c:pt idx="632">
                  <c:v>768</c:v>
                </c:pt>
                <c:pt idx="633">
                  <c:v>767</c:v>
                </c:pt>
                <c:pt idx="634">
                  <c:v>766</c:v>
                </c:pt>
                <c:pt idx="635">
                  <c:v>765</c:v>
                </c:pt>
                <c:pt idx="636">
                  <c:v>764</c:v>
                </c:pt>
                <c:pt idx="637">
                  <c:v>763</c:v>
                </c:pt>
                <c:pt idx="638">
                  <c:v>762</c:v>
                </c:pt>
                <c:pt idx="639">
                  <c:v>761</c:v>
                </c:pt>
                <c:pt idx="640">
                  <c:v>760</c:v>
                </c:pt>
                <c:pt idx="641">
                  <c:v>759</c:v>
                </c:pt>
                <c:pt idx="642">
                  <c:v>758</c:v>
                </c:pt>
                <c:pt idx="643">
                  <c:v>757</c:v>
                </c:pt>
                <c:pt idx="644">
                  <c:v>756</c:v>
                </c:pt>
                <c:pt idx="645">
                  <c:v>755</c:v>
                </c:pt>
                <c:pt idx="646">
                  <c:v>754</c:v>
                </c:pt>
                <c:pt idx="647">
                  <c:v>753</c:v>
                </c:pt>
                <c:pt idx="648">
                  <c:v>752</c:v>
                </c:pt>
                <c:pt idx="649">
                  <c:v>751</c:v>
                </c:pt>
                <c:pt idx="650">
                  <c:v>750</c:v>
                </c:pt>
                <c:pt idx="651">
                  <c:v>749</c:v>
                </c:pt>
                <c:pt idx="652">
                  <c:v>748</c:v>
                </c:pt>
                <c:pt idx="653">
                  <c:v>747</c:v>
                </c:pt>
                <c:pt idx="654">
                  <c:v>746</c:v>
                </c:pt>
                <c:pt idx="655">
                  <c:v>745</c:v>
                </c:pt>
                <c:pt idx="656">
                  <c:v>744</c:v>
                </c:pt>
                <c:pt idx="657">
                  <c:v>743</c:v>
                </c:pt>
                <c:pt idx="658">
                  <c:v>742</c:v>
                </c:pt>
                <c:pt idx="659">
                  <c:v>741</c:v>
                </c:pt>
                <c:pt idx="660">
                  <c:v>740</c:v>
                </c:pt>
                <c:pt idx="661">
                  <c:v>739</c:v>
                </c:pt>
                <c:pt idx="662">
                  <c:v>738</c:v>
                </c:pt>
                <c:pt idx="663">
                  <c:v>737</c:v>
                </c:pt>
                <c:pt idx="664">
                  <c:v>736</c:v>
                </c:pt>
                <c:pt idx="665">
                  <c:v>735</c:v>
                </c:pt>
                <c:pt idx="666">
                  <c:v>734</c:v>
                </c:pt>
                <c:pt idx="667">
                  <c:v>733</c:v>
                </c:pt>
                <c:pt idx="668">
                  <c:v>732</c:v>
                </c:pt>
                <c:pt idx="669">
                  <c:v>731</c:v>
                </c:pt>
                <c:pt idx="670">
                  <c:v>730</c:v>
                </c:pt>
                <c:pt idx="671">
                  <c:v>729</c:v>
                </c:pt>
                <c:pt idx="672">
                  <c:v>728</c:v>
                </c:pt>
                <c:pt idx="673">
                  <c:v>727</c:v>
                </c:pt>
                <c:pt idx="674">
                  <c:v>726</c:v>
                </c:pt>
                <c:pt idx="675">
                  <c:v>725</c:v>
                </c:pt>
                <c:pt idx="676">
                  <c:v>724</c:v>
                </c:pt>
                <c:pt idx="677">
                  <c:v>723</c:v>
                </c:pt>
                <c:pt idx="678">
                  <c:v>722</c:v>
                </c:pt>
                <c:pt idx="679">
                  <c:v>721</c:v>
                </c:pt>
                <c:pt idx="680">
                  <c:v>720</c:v>
                </c:pt>
                <c:pt idx="681">
                  <c:v>719</c:v>
                </c:pt>
                <c:pt idx="682">
                  <c:v>718</c:v>
                </c:pt>
                <c:pt idx="683">
                  <c:v>717</c:v>
                </c:pt>
                <c:pt idx="684">
                  <c:v>716</c:v>
                </c:pt>
                <c:pt idx="685">
                  <c:v>715</c:v>
                </c:pt>
                <c:pt idx="686">
                  <c:v>714</c:v>
                </c:pt>
                <c:pt idx="687">
                  <c:v>713</c:v>
                </c:pt>
                <c:pt idx="688">
                  <c:v>712</c:v>
                </c:pt>
                <c:pt idx="689">
                  <c:v>711</c:v>
                </c:pt>
                <c:pt idx="690">
                  <c:v>710</c:v>
                </c:pt>
                <c:pt idx="691">
                  <c:v>709</c:v>
                </c:pt>
                <c:pt idx="692">
                  <c:v>708</c:v>
                </c:pt>
                <c:pt idx="693">
                  <c:v>707</c:v>
                </c:pt>
                <c:pt idx="694">
                  <c:v>706</c:v>
                </c:pt>
                <c:pt idx="695">
                  <c:v>705</c:v>
                </c:pt>
                <c:pt idx="696">
                  <c:v>704</c:v>
                </c:pt>
                <c:pt idx="697">
                  <c:v>703</c:v>
                </c:pt>
                <c:pt idx="698">
                  <c:v>702</c:v>
                </c:pt>
                <c:pt idx="699">
                  <c:v>701</c:v>
                </c:pt>
                <c:pt idx="700">
                  <c:v>700</c:v>
                </c:pt>
                <c:pt idx="701">
                  <c:v>699</c:v>
                </c:pt>
                <c:pt idx="702">
                  <c:v>698</c:v>
                </c:pt>
                <c:pt idx="703">
                  <c:v>697</c:v>
                </c:pt>
                <c:pt idx="704">
                  <c:v>696</c:v>
                </c:pt>
                <c:pt idx="705">
                  <c:v>695</c:v>
                </c:pt>
                <c:pt idx="706">
                  <c:v>694</c:v>
                </c:pt>
                <c:pt idx="707">
                  <c:v>693</c:v>
                </c:pt>
                <c:pt idx="708">
                  <c:v>692</c:v>
                </c:pt>
                <c:pt idx="709">
                  <c:v>691</c:v>
                </c:pt>
                <c:pt idx="710">
                  <c:v>690</c:v>
                </c:pt>
                <c:pt idx="711">
                  <c:v>689</c:v>
                </c:pt>
                <c:pt idx="712">
                  <c:v>688</c:v>
                </c:pt>
                <c:pt idx="713">
                  <c:v>687</c:v>
                </c:pt>
                <c:pt idx="714">
                  <c:v>686</c:v>
                </c:pt>
                <c:pt idx="715">
                  <c:v>685</c:v>
                </c:pt>
                <c:pt idx="716">
                  <c:v>684</c:v>
                </c:pt>
                <c:pt idx="717">
                  <c:v>683</c:v>
                </c:pt>
                <c:pt idx="718">
                  <c:v>682</c:v>
                </c:pt>
                <c:pt idx="719">
                  <c:v>681</c:v>
                </c:pt>
                <c:pt idx="720">
                  <c:v>680</c:v>
                </c:pt>
                <c:pt idx="721">
                  <c:v>679</c:v>
                </c:pt>
                <c:pt idx="722">
                  <c:v>678</c:v>
                </c:pt>
                <c:pt idx="723">
                  <c:v>677</c:v>
                </c:pt>
                <c:pt idx="724">
                  <c:v>676</c:v>
                </c:pt>
                <c:pt idx="725">
                  <c:v>675</c:v>
                </c:pt>
                <c:pt idx="726">
                  <c:v>674</c:v>
                </c:pt>
                <c:pt idx="727">
                  <c:v>673</c:v>
                </c:pt>
                <c:pt idx="728">
                  <c:v>672</c:v>
                </c:pt>
                <c:pt idx="729">
                  <c:v>671</c:v>
                </c:pt>
                <c:pt idx="730">
                  <c:v>670</c:v>
                </c:pt>
                <c:pt idx="731">
                  <c:v>669</c:v>
                </c:pt>
                <c:pt idx="732">
                  <c:v>668</c:v>
                </c:pt>
                <c:pt idx="733">
                  <c:v>667</c:v>
                </c:pt>
                <c:pt idx="734">
                  <c:v>666</c:v>
                </c:pt>
                <c:pt idx="735">
                  <c:v>665</c:v>
                </c:pt>
                <c:pt idx="736">
                  <c:v>664</c:v>
                </c:pt>
                <c:pt idx="737">
                  <c:v>663</c:v>
                </c:pt>
                <c:pt idx="738">
                  <c:v>662</c:v>
                </c:pt>
                <c:pt idx="739">
                  <c:v>661</c:v>
                </c:pt>
                <c:pt idx="740">
                  <c:v>660</c:v>
                </c:pt>
                <c:pt idx="741">
                  <c:v>659</c:v>
                </c:pt>
                <c:pt idx="742">
                  <c:v>658</c:v>
                </c:pt>
                <c:pt idx="743">
                  <c:v>657</c:v>
                </c:pt>
                <c:pt idx="744">
                  <c:v>656</c:v>
                </c:pt>
                <c:pt idx="745">
                  <c:v>655</c:v>
                </c:pt>
                <c:pt idx="746">
                  <c:v>654</c:v>
                </c:pt>
                <c:pt idx="747">
                  <c:v>653</c:v>
                </c:pt>
                <c:pt idx="748">
                  <c:v>652</c:v>
                </c:pt>
                <c:pt idx="749">
                  <c:v>651</c:v>
                </c:pt>
                <c:pt idx="750">
                  <c:v>650</c:v>
                </c:pt>
                <c:pt idx="751">
                  <c:v>649</c:v>
                </c:pt>
                <c:pt idx="752">
                  <c:v>648</c:v>
                </c:pt>
                <c:pt idx="753">
                  <c:v>647</c:v>
                </c:pt>
                <c:pt idx="754">
                  <c:v>646</c:v>
                </c:pt>
                <c:pt idx="755">
                  <c:v>645</c:v>
                </c:pt>
                <c:pt idx="756">
                  <c:v>644</c:v>
                </c:pt>
                <c:pt idx="757">
                  <c:v>643</c:v>
                </c:pt>
                <c:pt idx="758">
                  <c:v>642</c:v>
                </c:pt>
                <c:pt idx="759">
                  <c:v>641</c:v>
                </c:pt>
                <c:pt idx="760">
                  <c:v>640</c:v>
                </c:pt>
                <c:pt idx="761">
                  <c:v>639</c:v>
                </c:pt>
                <c:pt idx="762">
                  <c:v>638</c:v>
                </c:pt>
                <c:pt idx="763">
                  <c:v>637</c:v>
                </c:pt>
                <c:pt idx="764">
                  <c:v>636</c:v>
                </c:pt>
                <c:pt idx="765">
                  <c:v>635</c:v>
                </c:pt>
                <c:pt idx="766">
                  <c:v>634</c:v>
                </c:pt>
                <c:pt idx="767">
                  <c:v>633</c:v>
                </c:pt>
                <c:pt idx="768">
                  <c:v>632</c:v>
                </c:pt>
                <c:pt idx="769">
                  <c:v>631</c:v>
                </c:pt>
                <c:pt idx="770">
                  <c:v>630</c:v>
                </c:pt>
                <c:pt idx="771">
                  <c:v>629</c:v>
                </c:pt>
                <c:pt idx="772">
                  <c:v>628</c:v>
                </c:pt>
                <c:pt idx="773">
                  <c:v>627</c:v>
                </c:pt>
                <c:pt idx="774">
                  <c:v>626</c:v>
                </c:pt>
                <c:pt idx="775">
                  <c:v>625</c:v>
                </c:pt>
                <c:pt idx="776">
                  <c:v>624</c:v>
                </c:pt>
                <c:pt idx="777">
                  <c:v>623</c:v>
                </c:pt>
                <c:pt idx="778">
                  <c:v>622</c:v>
                </c:pt>
                <c:pt idx="779">
                  <c:v>621</c:v>
                </c:pt>
                <c:pt idx="780">
                  <c:v>620</c:v>
                </c:pt>
                <c:pt idx="781">
                  <c:v>619</c:v>
                </c:pt>
                <c:pt idx="782">
                  <c:v>618</c:v>
                </c:pt>
                <c:pt idx="783">
                  <c:v>617</c:v>
                </c:pt>
                <c:pt idx="784">
                  <c:v>616</c:v>
                </c:pt>
                <c:pt idx="785">
                  <c:v>615</c:v>
                </c:pt>
                <c:pt idx="786">
                  <c:v>614</c:v>
                </c:pt>
                <c:pt idx="787">
                  <c:v>613</c:v>
                </c:pt>
                <c:pt idx="788">
                  <c:v>612</c:v>
                </c:pt>
                <c:pt idx="789">
                  <c:v>611</c:v>
                </c:pt>
                <c:pt idx="790">
                  <c:v>610</c:v>
                </c:pt>
                <c:pt idx="791">
                  <c:v>609</c:v>
                </c:pt>
                <c:pt idx="792">
                  <c:v>608</c:v>
                </c:pt>
                <c:pt idx="793">
                  <c:v>607</c:v>
                </c:pt>
                <c:pt idx="794">
                  <c:v>606</c:v>
                </c:pt>
                <c:pt idx="795">
                  <c:v>605</c:v>
                </c:pt>
                <c:pt idx="796">
                  <c:v>604</c:v>
                </c:pt>
                <c:pt idx="797">
                  <c:v>603</c:v>
                </c:pt>
                <c:pt idx="798">
                  <c:v>602</c:v>
                </c:pt>
                <c:pt idx="799">
                  <c:v>601</c:v>
                </c:pt>
                <c:pt idx="800">
                  <c:v>600</c:v>
                </c:pt>
                <c:pt idx="801">
                  <c:v>599</c:v>
                </c:pt>
                <c:pt idx="802">
                  <c:v>598</c:v>
                </c:pt>
                <c:pt idx="803">
                  <c:v>597</c:v>
                </c:pt>
                <c:pt idx="804">
                  <c:v>596</c:v>
                </c:pt>
                <c:pt idx="805">
                  <c:v>595</c:v>
                </c:pt>
                <c:pt idx="806">
                  <c:v>594</c:v>
                </c:pt>
                <c:pt idx="807">
                  <c:v>593</c:v>
                </c:pt>
                <c:pt idx="808">
                  <c:v>592</c:v>
                </c:pt>
                <c:pt idx="809">
                  <c:v>591</c:v>
                </c:pt>
                <c:pt idx="810">
                  <c:v>590</c:v>
                </c:pt>
                <c:pt idx="811">
                  <c:v>589</c:v>
                </c:pt>
                <c:pt idx="812">
                  <c:v>588</c:v>
                </c:pt>
                <c:pt idx="813">
                  <c:v>587</c:v>
                </c:pt>
                <c:pt idx="814">
                  <c:v>586</c:v>
                </c:pt>
                <c:pt idx="815">
                  <c:v>585</c:v>
                </c:pt>
                <c:pt idx="816">
                  <c:v>584</c:v>
                </c:pt>
                <c:pt idx="817">
                  <c:v>583</c:v>
                </c:pt>
                <c:pt idx="818">
                  <c:v>582</c:v>
                </c:pt>
                <c:pt idx="819">
                  <c:v>581</c:v>
                </c:pt>
                <c:pt idx="820">
                  <c:v>580</c:v>
                </c:pt>
                <c:pt idx="821">
                  <c:v>579</c:v>
                </c:pt>
                <c:pt idx="822">
                  <c:v>578</c:v>
                </c:pt>
                <c:pt idx="823">
                  <c:v>577</c:v>
                </c:pt>
                <c:pt idx="824">
                  <c:v>576</c:v>
                </c:pt>
                <c:pt idx="825">
                  <c:v>575</c:v>
                </c:pt>
                <c:pt idx="826">
                  <c:v>574</c:v>
                </c:pt>
                <c:pt idx="827">
                  <c:v>573</c:v>
                </c:pt>
                <c:pt idx="828">
                  <c:v>572</c:v>
                </c:pt>
                <c:pt idx="829">
                  <c:v>571</c:v>
                </c:pt>
                <c:pt idx="830">
                  <c:v>570</c:v>
                </c:pt>
                <c:pt idx="831">
                  <c:v>569</c:v>
                </c:pt>
                <c:pt idx="832">
                  <c:v>568</c:v>
                </c:pt>
                <c:pt idx="833">
                  <c:v>567</c:v>
                </c:pt>
                <c:pt idx="834">
                  <c:v>566</c:v>
                </c:pt>
                <c:pt idx="835">
                  <c:v>565</c:v>
                </c:pt>
                <c:pt idx="836">
                  <c:v>564</c:v>
                </c:pt>
                <c:pt idx="837">
                  <c:v>563</c:v>
                </c:pt>
                <c:pt idx="838">
                  <c:v>562</c:v>
                </c:pt>
                <c:pt idx="839">
                  <c:v>561</c:v>
                </c:pt>
                <c:pt idx="840">
                  <c:v>560</c:v>
                </c:pt>
                <c:pt idx="841">
                  <c:v>559</c:v>
                </c:pt>
                <c:pt idx="842">
                  <c:v>558</c:v>
                </c:pt>
                <c:pt idx="843">
                  <c:v>557</c:v>
                </c:pt>
                <c:pt idx="844">
                  <c:v>556</c:v>
                </c:pt>
                <c:pt idx="845">
                  <c:v>555</c:v>
                </c:pt>
                <c:pt idx="846">
                  <c:v>554</c:v>
                </c:pt>
                <c:pt idx="847">
                  <c:v>553</c:v>
                </c:pt>
                <c:pt idx="848">
                  <c:v>552</c:v>
                </c:pt>
                <c:pt idx="849">
                  <c:v>551</c:v>
                </c:pt>
                <c:pt idx="850">
                  <c:v>550</c:v>
                </c:pt>
                <c:pt idx="851">
                  <c:v>549</c:v>
                </c:pt>
                <c:pt idx="852">
                  <c:v>548</c:v>
                </c:pt>
                <c:pt idx="853">
                  <c:v>547</c:v>
                </c:pt>
                <c:pt idx="854">
                  <c:v>546</c:v>
                </c:pt>
                <c:pt idx="855">
                  <c:v>545</c:v>
                </c:pt>
                <c:pt idx="856">
                  <c:v>544</c:v>
                </c:pt>
                <c:pt idx="857">
                  <c:v>543</c:v>
                </c:pt>
                <c:pt idx="858">
                  <c:v>542</c:v>
                </c:pt>
                <c:pt idx="859">
                  <c:v>541</c:v>
                </c:pt>
                <c:pt idx="860">
                  <c:v>540</c:v>
                </c:pt>
                <c:pt idx="861">
                  <c:v>539</c:v>
                </c:pt>
                <c:pt idx="862">
                  <c:v>538</c:v>
                </c:pt>
                <c:pt idx="863">
                  <c:v>537</c:v>
                </c:pt>
                <c:pt idx="864">
                  <c:v>536</c:v>
                </c:pt>
                <c:pt idx="865">
                  <c:v>535</c:v>
                </c:pt>
                <c:pt idx="866">
                  <c:v>534</c:v>
                </c:pt>
                <c:pt idx="867">
                  <c:v>533</c:v>
                </c:pt>
                <c:pt idx="868">
                  <c:v>532</c:v>
                </c:pt>
                <c:pt idx="869">
                  <c:v>531</c:v>
                </c:pt>
                <c:pt idx="870">
                  <c:v>530</c:v>
                </c:pt>
                <c:pt idx="871">
                  <c:v>529</c:v>
                </c:pt>
                <c:pt idx="872">
                  <c:v>528</c:v>
                </c:pt>
                <c:pt idx="873">
                  <c:v>527</c:v>
                </c:pt>
                <c:pt idx="874">
                  <c:v>526</c:v>
                </c:pt>
                <c:pt idx="875">
                  <c:v>525</c:v>
                </c:pt>
                <c:pt idx="876">
                  <c:v>524</c:v>
                </c:pt>
                <c:pt idx="877">
                  <c:v>523</c:v>
                </c:pt>
                <c:pt idx="878">
                  <c:v>522</c:v>
                </c:pt>
                <c:pt idx="879">
                  <c:v>521</c:v>
                </c:pt>
                <c:pt idx="880">
                  <c:v>520</c:v>
                </c:pt>
                <c:pt idx="881">
                  <c:v>519</c:v>
                </c:pt>
                <c:pt idx="882">
                  <c:v>518</c:v>
                </c:pt>
                <c:pt idx="883">
                  <c:v>517</c:v>
                </c:pt>
                <c:pt idx="884">
                  <c:v>516</c:v>
                </c:pt>
                <c:pt idx="885">
                  <c:v>515</c:v>
                </c:pt>
                <c:pt idx="886">
                  <c:v>514</c:v>
                </c:pt>
                <c:pt idx="887">
                  <c:v>513</c:v>
                </c:pt>
                <c:pt idx="888">
                  <c:v>512</c:v>
                </c:pt>
                <c:pt idx="889">
                  <c:v>511</c:v>
                </c:pt>
                <c:pt idx="890">
                  <c:v>510</c:v>
                </c:pt>
                <c:pt idx="891">
                  <c:v>509</c:v>
                </c:pt>
                <c:pt idx="892">
                  <c:v>508</c:v>
                </c:pt>
                <c:pt idx="893">
                  <c:v>507</c:v>
                </c:pt>
                <c:pt idx="894">
                  <c:v>506</c:v>
                </c:pt>
                <c:pt idx="895">
                  <c:v>505</c:v>
                </c:pt>
                <c:pt idx="896">
                  <c:v>504</c:v>
                </c:pt>
                <c:pt idx="897">
                  <c:v>503</c:v>
                </c:pt>
                <c:pt idx="898">
                  <c:v>502</c:v>
                </c:pt>
                <c:pt idx="899">
                  <c:v>501</c:v>
                </c:pt>
                <c:pt idx="900">
                  <c:v>500</c:v>
                </c:pt>
                <c:pt idx="901">
                  <c:v>499</c:v>
                </c:pt>
                <c:pt idx="902">
                  <c:v>498</c:v>
                </c:pt>
                <c:pt idx="903">
                  <c:v>497</c:v>
                </c:pt>
                <c:pt idx="904">
                  <c:v>496</c:v>
                </c:pt>
                <c:pt idx="905">
                  <c:v>495</c:v>
                </c:pt>
                <c:pt idx="906">
                  <c:v>494</c:v>
                </c:pt>
                <c:pt idx="907">
                  <c:v>493</c:v>
                </c:pt>
                <c:pt idx="908">
                  <c:v>492</c:v>
                </c:pt>
                <c:pt idx="909">
                  <c:v>491</c:v>
                </c:pt>
                <c:pt idx="910">
                  <c:v>490</c:v>
                </c:pt>
                <c:pt idx="911">
                  <c:v>489</c:v>
                </c:pt>
                <c:pt idx="912">
                  <c:v>488</c:v>
                </c:pt>
                <c:pt idx="913">
                  <c:v>487</c:v>
                </c:pt>
                <c:pt idx="914">
                  <c:v>486</c:v>
                </c:pt>
                <c:pt idx="915">
                  <c:v>485</c:v>
                </c:pt>
                <c:pt idx="916">
                  <c:v>484</c:v>
                </c:pt>
                <c:pt idx="917">
                  <c:v>483</c:v>
                </c:pt>
                <c:pt idx="918">
                  <c:v>482</c:v>
                </c:pt>
                <c:pt idx="919">
                  <c:v>481</c:v>
                </c:pt>
                <c:pt idx="920">
                  <c:v>480</c:v>
                </c:pt>
                <c:pt idx="921">
                  <c:v>479</c:v>
                </c:pt>
                <c:pt idx="922">
                  <c:v>478</c:v>
                </c:pt>
                <c:pt idx="923">
                  <c:v>477</c:v>
                </c:pt>
                <c:pt idx="924">
                  <c:v>476</c:v>
                </c:pt>
                <c:pt idx="925">
                  <c:v>475</c:v>
                </c:pt>
                <c:pt idx="926">
                  <c:v>474</c:v>
                </c:pt>
                <c:pt idx="927">
                  <c:v>473</c:v>
                </c:pt>
                <c:pt idx="928">
                  <c:v>472</c:v>
                </c:pt>
                <c:pt idx="929">
                  <c:v>471</c:v>
                </c:pt>
                <c:pt idx="930">
                  <c:v>470</c:v>
                </c:pt>
                <c:pt idx="931">
                  <c:v>469</c:v>
                </c:pt>
                <c:pt idx="932">
                  <c:v>468</c:v>
                </c:pt>
                <c:pt idx="933">
                  <c:v>467</c:v>
                </c:pt>
                <c:pt idx="934">
                  <c:v>466</c:v>
                </c:pt>
                <c:pt idx="935">
                  <c:v>465</c:v>
                </c:pt>
                <c:pt idx="936">
                  <c:v>464</c:v>
                </c:pt>
                <c:pt idx="937">
                  <c:v>463</c:v>
                </c:pt>
                <c:pt idx="938">
                  <c:v>462</c:v>
                </c:pt>
                <c:pt idx="939">
                  <c:v>461</c:v>
                </c:pt>
                <c:pt idx="940">
                  <c:v>460</c:v>
                </c:pt>
                <c:pt idx="941">
                  <c:v>459</c:v>
                </c:pt>
                <c:pt idx="942">
                  <c:v>458</c:v>
                </c:pt>
                <c:pt idx="943">
                  <c:v>457</c:v>
                </c:pt>
                <c:pt idx="944">
                  <c:v>456</c:v>
                </c:pt>
                <c:pt idx="945">
                  <c:v>455</c:v>
                </c:pt>
                <c:pt idx="946">
                  <c:v>454</c:v>
                </c:pt>
                <c:pt idx="947">
                  <c:v>453</c:v>
                </c:pt>
                <c:pt idx="948">
                  <c:v>452</c:v>
                </c:pt>
                <c:pt idx="949">
                  <c:v>451</c:v>
                </c:pt>
                <c:pt idx="950">
                  <c:v>450</c:v>
                </c:pt>
                <c:pt idx="951">
                  <c:v>449</c:v>
                </c:pt>
                <c:pt idx="952">
                  <c:v>448</c:v>
                </c:pt>
                <c:pt idx="953">
                  <c:v>447</c:v>
                </c:pt>
                <c:pt idx="954">
                  <c:v>446</c:v>
                </c:pt>
                <c:pt idx="955">
                  <c:v>445</c:v>
                </c:pt>
                <c:pt idx="956">
                  <c:v>444</c:v>
                </c:pt>
                <c:pt idx="957">
                  <c:v>443</c:v>
                </c:pt>
                <c:pt idx="958">
                  <c:v>442</c:v>
                </c:pt>
                <c:pt idx="959">
                  <c:v>441</c:v>
                </c:pt>
                <c:pt idx="960">
                  <c:v>440</c:v>
                </c:pt>
                <c:pt idx="961">
                  <c:v>439</c:v>
                </c:pt>
                <c:pt idx="962">
                  <c:v>438</c:v>
                </c:pt>
                <c:pt idx="963">
                  <c:v>437</c:v>
                </c:pt>
                <c:pt idx="964">
                  <c:v>436</c:v>
                </c:pt>
                <c:pt idx="965">
                  <c:v>435</c:v>
                </c:pt>
                <c:pt idx="966">
                  <c:v>434</c:v>
                </c:pt>
                <c:pt idx="967">
                  <c:v>433</c:v>
                </c:pt>
                <c:pt idx="968">
                  <c:v>432</c:v>
                </c:pt>
                <c:pt idx="969">
                  <c:v>431</c:v>
                </c:pt>
                <c:pt idx="970">
                  <c:v>430</c:v>
                </c:pt>
                <c:pt idx="971">
                  <c:v>429</c:v>
                </c:pt>
                <c:pt idx="972">
                  <c:v>428</c:v>
                </c:pt>
                <c:pt idx="973">
                  <c:v>427</c:v>
                </c:pt>
                <c:pt idx="974">
                  <c:v>426</c:v>
                </c:pt>
                <c:pt idx="975">
                  <c:v>425</c:v>
                </c:pt>
                <c:pt idx="976">
                  <c:v>424</c:v>
                </c:pt>
                <c:pt idx="977">
                  <c:v>423</c:v>
                </c:pt>
                <c:pt idx="978">
                  <c:v>422</c:v>
                </c:pt>
                <c:pt idx="979">
                  <c:v>421</c:v>
                </c:pt>
                <c:pt idx="980">
                  <c:v>420</c:v>
                </c:pt>
                <c:pt idx="981">
                  <c:v>419</c:v>
                </c:pt>
                <c:pt idx="982">
                  <c:v>418</c:v>
                </c:pt>
                <c:pt idx="983">
                  <c:v>417</c:v>
                </c:pt>
                <c:pt idx="984">
                  <c:v>416</c:v>
                </c:pt>
                <c:pt idx="985">
                  <c:v>415</c:v>
                </c:pt>
                <c:pt idx="986">
                  <c:v>414</c:v>
                </c:pt>
                <c:pt idx="987">
                  <c:v>413</c:v>
                </c:pt>
                <c:pt idx="988">
                  <c:v>412</c:v>
                </c:pt>
                <c:pt idx="989">
                  <c:v>411</c:v>
                </c:pt>
                <c:pt idx="990">
                  <c:v>410</c:v>
                </c:pt>
                <c:pt idx="991">
                  <c:v>409</c:v>
                </c:pt>
                <c:pt idx="992">
                  <c:v>408</c:v>
                </c:pt>
                <c:pt idx="993">
                  <c:v>407</c:v>
                </c:pt>
                <c:pt idx="994">
                  <c:v>406</c:v>
                </c:pt>
                <c:pt idx="995">
                  <c:v>405</c:v>
                </c:pt>
                <c:pt idx="996">
                  <c:v>404</c:v>
                </c:pt>
                <c:pt idx="997">
                  <c:v>403</c:v>
                </c:pt>
                <c:pt idx="998">
                  <c:v>402</c:v>
                </c:pt>
                <c:pt idx="999">
                  <c:v>401</c:v>
                </c:pt>
                <c:pt idx="1000">
                  <c:v>400</c:v>
                </c:pt>
                <c:pt idx="1001">
                  <c:v>399</c:v>
                </c:pt>
                <c:pt idx="1002">
                  <c:v>398</c:v>
                </c:pt>
                <c:pt idx="1003">
                  <c:v>397</c:v>
                </c:pt>
                <c:pt idx="1004">
                  <c:v>396</c:v>
                </c:pt>
                <c:pt idx="1005">
                  <c:v>395</c:v>
                </c:pt>
                <c:pt idx="1006">
                  <c:v>394</c:v>
                </c:pt>
                <c:pt idx="1007">
                  <c:v>393</c:v>
                </c:pt>
                <c:pt idx="1008">
                  <c:v>392</c:v>
                </c:pt>
                <c:pt idx="1009">
                  <c:v>391</c:v>
                </c:pt>
                <c:pt idx="1010">
                  <c:v>390</c:v>
                </c:pt>
                <c:pt idx="1011">
                  <c:v>389</c:v>
                </c:pt>
                <c:pt idx="1012">
                  <c:v>388</c:v>
                </c:pt>
                <c:pt idx="1013">
                  <c:v>387</c:v>
                </c:pt>
                <c:pt idx="1014">
                  <c:v>386</c:v>
                </c:pt>
                <c:pt idx="1015">
                  <c:v>385</c:v>
                </c:pt>
                <c:pt idx="1016">
                  <c:v>384</c:v>
                </c:pt>
                <c:pt idx="1017">
                  <c:v>383</c:v>
                </c:pt>
                <c:pt idx="1018">
                  <c:v>382</c:v>
                </c:pt>
                <c:pt idx="1019">
                  <c:v>381</c:v>
                </c:pt>
                <c:pt idx="1020">
                  <c:v>380</c:v>
                </c:pt>
                <c:pt idx="1021">
                  <c:v>379</c:v>
                </c:pt>
                <c:pt idx="1022">
                  <c:v>378</c:v>
                </c:pt>
                <c:pt idx="1023">
                  <c:v>377</c:v>
                </c:pt>
                <c:pt idx="1024">
                  <c:v>376</c:v>
                </c:pt>
                <c:pt idx="1025">
                  <c:v>375</c:v>
                </c:pt>
                <c:pt idx="1026">
                  <c:v>374</c:v>
                </c:pt>
                <c:pt idx="1027">
                  <c:v>373</c:v>
                </c:pt>
                <c:pt idx="1028">
                  <c:v>372</c:v>
                </c:pt>
                <c:pt idx="1029">
                  <c:v>371</c:v>
                </c:pt>
                <c:pt idx="1030">
                  <c:v>370</c:v>
                </c:pt>
                <c:pt idx="1031">
                  <c:v>369</c:v>
                </c:pt>
                <c:pt idx="1032">
                  <c:v>368</c:v>
                </c:pt>
                <c:pt idx="1033">
                  <c:v>367</c:v>
                </c:pt>
                <c:pt idx="1034">
                  <c:v>366</c:v>
                </c:pt>
                <c:pt idx="1035">
                  <c:v>365</c:v>
                </c:pt>
                <c:pt idx="1036">
                  <c:v>364</c:v>
                </c:pt>
                <c:pt idx="1037">
                  <c:v>363</c:v>
                </c:pt>
                <c:pt idx="1038">
                  <c:v>362</c:v>
                </c:pt>
                <c:pt idx="1039">
                  <c:v>361</c:v>
                </c:pt>
                <c:pt idx="1040">
                  <c:v>360</c:v>
                </c:pt>
                <c:pt idx="1041">
                  <c:v>359</c:v>
                </c:pt>
                <c:pt idx="1042">
                  <c:v>358</c:v>
                </c:pt>
                <c:pt idx="1043">
                  <c:v>357</c:v>
                </c:pt>
                <c:pt idx="1044">
                  <c:v>356</c:v>
                </c:pt>
                <c:pt idx="1045">
                  <c:v>355</c:v>
                </c:pt>
                <c:pt idx="1046">
                  <c:v>354</c:v>
                </c:pt>
                <c:pt idx="1047">
                  <c:v>353</c:v>
                </c:pt>
                <c:pt idx="1048">
                  <c:v>352</c:v>
                </c:pt>
                <c:pt idx="1049">
                  <c:v>351</c:v>
                </c:pt>
                <c:pt idx="1050">
                  <c:v>350</c:v>
                </c:pt>
                <c:pt idx="1051">
                  <c:v>349</c:v>
                </c:pt>
                <c:pt idx="1052">
                  <c:v>348</c:v>
                </c:pt>
                <c:pt idx="1053">
                  <c:v>347</c:v>
                </c:pt>
                <c:pt idx="1054">
                  <c:v>346</c:v>
                </c:pt>
                <c:pt idx="1055">
                  <c:v>345</c:v>
                </c:pt>
                <c:pt idx="1056">
                  <c:v>344</c:v>
                </c:pt>
                <c:pt idx="1057">
                  <c:v>343</c:v>
                </c:pt>
                <c:pt idx="1058">
                  <c:v>342</c:v>
                </c:pt>
                <c:pt idx="1059">
                  <c:v>341</c:v>
                </c:pt>
                <c:pt idx="1060">
                  <c:v>340</c:v>
                </c:pt>
                <c:pt idx="1061">
                  <c:v>339</c:v>
                </c:pt>
                <c:pt idx="1062">
                  <c:v>338</c:v>
                </c:pt>
                <c:pt idx="1063">
                  <c:v>337</c:v>
                </c:pt>
                <c:pt idx="1064">
                  <c:v>336</c:v>
                </c:pt>
                <c:pt idx="1065">
                  <c:v>335</c:v>
                </c:pt>
                <c:pt idx="1066">
                  <c:v>334</c:v>
                </c:pt>
                <c:pt idx="1067">
                  <c:v>333</c:v>
                </c:pt>
                <c:pt idx="1068">
                  <c:v>332</c:v>
                </c:pt>
                <c:pt idx="1069">
                  <c:v>331</c:v>
                </c:pt>
                <c:pt idx="1070">
                  <c:v>330</c:v>
                </c:pt>
                <c:pt idx="1071">
                  <c:v>329</c:v>
                </c:pt>
                <c:pt idx="1072">
                  <c:v>328</c:v>
                </c:pt>
                <c:pt idx="1073">
                  <c:v>327</c:v>
                </c:pt>
                <c:pt idx="1074">
                  <c:v>326</c:v>
                </c:pt>
                <c:pt idx="1075">
                  <c:v>325</c:v>
                </c:pt>
                <c:pt idx="1076">
                  <c:v>324</c:v>
                </c:pt>
                <c:pt idx="1077">
                  <c:v>323</c:v>
                </c:pt>
                <c:pt idx="1078">
                  <c:v>322</c:v>
                </c:pt>
                <c:pt idx="1079">
                  <c:v>321</c:v>
                </c:pt>
                <c:pt idx="1080">
                  <c:v>320</c:v>
                </c:pt>
                <c:pt idx="1081">
                  <c:v>319</c:v>
                </c:pt>
                <c:pt idx="1082">
                  <c:v>318</c:v>
                </c:pt>
                <c:pt idx="1083">
                  <c:v>317</c:v>
                </c:pt>
                <c:pt idx="1084">
                  <c:v>316</c:v>
                </c:pt>
                <c:pt idx="1085">
                  <c:v>315</c:v>
                </c:pt>
                <c:pt idx="1086">
                  <c:v>314</c:v>
                </c:pt>
                <c:pt idx="1087">
                  <c:v>313</c:v>
                </c:pt>
                <c:pt idx="1088">
                  <c:v>312</c:v>
                </c:pt>
                <c:pt idx="1089">
                  <c:v>311</c:v>
                </c:pt>
                <c:pt idx="1090">
                  <c:v>310</c:v>
                </c:pt>
                <c:pt idx="1091">
                  <c:v>309</c:v>
                </c:pt>
                <c:pt idx="1092">
                  <c:v>308</c:v>
                </c:pt>
                <c:pt idx="1093">
                  <c:v>307</c:v>
                </c:pt>
                <c:pt idx="1094">
                  <c:v>306</c:v>
                </c:pt>
                <c:pt idx="1095">
                  <c:v>305</c:v>
                </c:pt>
                <c:pt idx="1096">
                  <c:v>304</c:v>
                </c:pt>
                <c:pt idx="1097">
                  <c:v>303</c:v>
                </c:pt>
                <c:pt idx="1098">
                  <c:v>302</c:v>
                </c:pt>
                <c:pt idx="1099">
                  <c:v>301</c:v>
                </c:pt>
                <c:pt idx="1100">
                  <c:v>300</c:v>
                </c:pt>
                <c:pt idx="1101">
                  <c:v>299</c:v>
                </c:pt>
              </c:numCache>
            </c:numRef>
          </c:xVal>
          <c:yVal>
            <c:numRef>
              <c:f>'CG 20260703'!$K$2:$K$1103</c:f>
              <c:numCache>
                <c:formatCode>General</c:formatCode>
                <c:ptCount val="1102"/>
                <c:pt idx="0">
                  <c:v>-4.8653990029999997E-2</c:v>
                </c:pt>
                <c:pt idx="1">
                  <c:v>-4.4725798070000003E-2</c:v>
                </c:pt>
                <c:pt idx="2">
                  <c:v>-4.1199449450000002E-2</c:v>
                </c:pt>
                <c:pt idx="3">
                  <c:v>-4.1150711479999998E-2</c:v>
                </c:pt>
                <c:pt idx="4">
                  <c:v>-3.8486257199999999E-2</c:v>
                </c:pt>
                <c:pt idx="5">
                  <c:v>-3.8792848589999998E-2</c:v>
                </c:pt>
                <c:pt idx="6">
                  <c:v>-3.3615190539999999E-2</c:v>
                </c:pt>
                <c:pt idx="7">
                  <c:v>-2.2237749769999999E-2</c:v>
                </c:pt>
                <c:pt idx="8">
                  <c:v>-3.1561315059999998E-2</c:v>
                </c:pt>
                <c:pt idx="9">
                  <c:v>-3.184464201E-2</c:v>
                </c:pt>
                <c:pt idx="10">
                  <c:v>-2.0894868300000001E-2</c:v>
                </c:pt>
                <c:pt idx="11">
                  <c:v>-3.041274473E-2</c:v>
                </c:pt>
                <c:pt idx="12">
                  <c:v>-2.9028024520000001E-2</c:v>
                </c:pt>
                <c:pt idx="13">
                  <c:v>-2.8331846000000001E-2</c:v>
                </c:pt>
                <c:pt idx="14">
                  <c:v>-2.7909185739999998E-2</c:v>
                </c:pt>
                <c:pt idx="15">
                  <c:v>-2.6973891999999999E-2</c:v>
                </c:pt>
                <c:pt idx="16">
                  <c:v>-2.7239169930000001E-2</c:v>
                </c:pt>
                <c:pt idx="17">
                  <c:v>-2.6531009000000001E-2</c:v>
                </c:pt>
                <c:pt idx="18">
                  <c:v>-2.5699568910000001E-2</c:v>
                </c:pt>
                <c:pt idx="19">
                  <c:v>-2.497217618E-2</c:v>
                </c:pt>
                <c:pt idx="20">
                  <c:v>-2.4647301060000001E-2</c:v>
                </c:pt>
                <c:pt idx="21">
                  <c:v>-2.4157380690000001E-2</c:v>
                </c:pt>
                <c:pt idx="22">
                  <c:v>-2.3333154620000001E-2</c:v>
                </c:pt>
                <c:pt idx="23">
                  <c:v>-1.075400785E-2</c:v>
                </c:pt>
                <c:pt idx="24">
                  <c:v>-1.2587982229999999E-2</c:v>
                </c:pt>
                <c:pt idx="25">
                  <c:v>-1.876794733E-2</c:v>
                </c:pt>
                <c:pt idx="26">
                  <c:v>-2.1792177110000002E-2</c:v>
                </c:pt>
                <c:pt idx="27">
                  <c:v>-2.2034950550000001E-2</c:v>
                </c:pt>
                <c:pt idx="28">
                  <c:v>-2.1973237400000002E-2</c:v>
                </c:pt>
                <c:pt idx="29">
                  <c:v>-2.1165562789999998E-2</c:v>
                </c:pt>
                <c:pt idx="30">
                  <c:v>-2.0612847060000002E-2</c:v>
                </c:pt>
                <c:pt idx="31">
                  <c:v>-2.006966248E-2</c:v>
                </c:pt>
                <c:pt idx="32">
                  <c:v>-1.967584155E-2</c:v>
                </c:pt>
                <c:pt idx="33">
                  <c:v>-1.8885046240000002E-2</c:v>
                </c:pt>
                <c:pt idx="34">
                  <c:v>-1.8834333870000001E-2</c:v>
                </c:pt>
                <c:pt idx="35">
                  <c:v>-1.8140329050000001E-2</c:v>
                </c:pt>
                <c:pt idx="36">
                  <c:v>-1.839289442E-2</c:v>
                </c:pt>
                <c:pt idx="37">
                  <c:v>-1.7388910059999999E-2</c:v>
                </c:pt>
                <c:pt idx="38">
                  <c:v>-1.749628596E-2</c:v>
                </c:pt>
                <c:pt idx="39">
                  <c:v>-1.7071304839999999E-2</c:v>
                </c:pt>
                <c:pt idx="40">
                  <c:v>-1.7059059809999999E-2</c:v>
                </c:pt>
                <c:pt idx="41">
                  <c:v>-1.6579335559999998E-2</c:v>
                </c:pt>
                <c:pt idx="42">
                  <c:v>-1.635403186E-2</c:v>
                </c:pt>
                <c:pt idx="43">
                  <c:v>-1.6003983100000001E-2</c:v>
                </c:pt>
                <c:pt idx="44">
                  <c:v>-1.5762057159999999E-2</c:v>
                </c:pt>
                <c:pt idx="45">
                  <c:v>-1.5542672949999999E-2</c:v>
                </c:pt>
                <c:pt idx="46">
                  <c:v>-1.5505807470000001E-2</c:v>
                </c:pt>
                <c:pt idx="47">
                  <c:v>-1.5512201939999999E-2</c:v>
                </c:pt>
                <c:pt idx="48">
                  <c:v>-1.5080222860000001E-2</c:v>
                </c:pt>
                <c:pt idx="49">
                  <c:v>-1.493788511E-2</c:v>
                </c:pt>
                <c:pt idx="50">
                  <c:v>-1.4888861220000001E-2</c:v>
                </c:pt>
                <c:pt idx="51">
                  <c:v>-1.4307606969999999E-2</c:v>
                </c:pt>
                <c:pt idx="52">
                  <c:v>-1.4266829010000001E-2</c:v>
                </c:pt>
                <c:pt idx="53">
                  <c:v>-1.420795824E-2</c:v>
                </c:pt>
                <c:pt idx="54">
                  <c:v>-1.3889019379999999E-2</c:v>
                </c:pt>
                <c:pt idx="55">
                  <c:v>-1.3503152880000001E-2</c:v>
                </c:pt>
                <c:pt idx="56">
                  <c:v>-1.3302408159999999E-2</c:v>
                </c:pt>
                <c:pt idx="57">
                  <c:v>-1.272340026E-2</c:v>
                </c:pt>
                <c:pt idx="58">
                  <c:v>-1.2770908879999999E-2</c:v>
                </c:pt>
                <c:pt idx="59">
                  <c:v>-1.2628717350000001E-2</c:v>
                </c:pt>
                <c:pt idx="60">
                  <c:v>-1.227942668E-2</c:v>
                </c:pt>
                <c:pt idx="61">
                  <c:v>-1.2013660739999999E-2</c:v>
                </c:pt>
                <c:pt idx="62">
                  <c:v>-1.1663471349999999E-2</c:v>
                </c:pt>
                <c:pt idx="63">
                  <c:v>-1.1237079279999999E-2</c:v>
                </c:pt>
                <c:pt idx="64">
                  <c:v>-1.1260890399999999E-2</c:v>
                </c:pt>
                <c:pt idx="65">
                  <c:v>-1.084480807E-2</c:v>
                </c:pt>
                <c:pt idx="66">
                  <c:v>-1.0711682029999999E-2</c:v>
                </c:pt>
                <c:pt idx="67">
                  <c:v>-1.0406794029999999E-2</c:v>
                </c:pt>
                <c:pt idx="68">
                  <c:v>-1.018352527E-2</c:v>
                </c:pt>
                <c:pt idx="69">
                  <c:v>-9.8157105969999998E-3</c:v>
                </c:pt>
                <c:pt idx="70">
                  <c:v>-9.6672317009999995E-3</c:v>
                </c:pt>
                <c:pt idx="71">
                  <c:v>-9.4011286270000004E-3</c:v>
                </c:pt>
                <c:pt idx="72">
                  <c:v>-9.250936098E-3</c:v>
                </c:pt>
                <c:pt idx="73">
                  <c:v>-9.0161701660000006E-3</c:v>
                </c:pt>
                <c:pt idx="74">
                  <c:v>-8.5980314760000006E-3</c:v>
                </c:pt>
                <c:pt idx="75">
                  <c:v>-8.3182193339999995E-3</c:v>
                </c:pt>
                <c:pt idx="76">
                  <c:v>-7.951718755E-3</c:v>
                </c:pt>
                <c:pt idx="77">
                  <c:v>-7.7556124889999996E-3</c:v>
                </c:pt>
                <c:pt idx="78">
                  <c:v>-7.507773582E-3</c:v>
                </c:pt>
                <c:pt idx="79">
                  <c:v>-7.3403306309999996E-3</c:v>
                </c:pt>
                <c:pt idx="80">
                  <c:v>-7.1034594440000003E-3</c:v>
                </c:pt>
                <c:pt idx="81">
                  <c:v>-6.7184977229999996E-3</c:v>
                </c:pt>
                <c:pt idx="82">
                  <c:v>-6.5054115840000003E-3</c:v>
                </c:pt>
                <c:pt idx="83">
                  <c:v>-6.2309331259999996E-3</c:v>
                </c:pt>
                <c:pt idx="84">
                  <c:v>-5.9599066149999998E-3</c:v>
                </c:pt>
                <c:pt idx="85">
                  <c:v>-5.7382220400000001E-3</c:v>
                </c:pt>
                <c:pt idx="86">
                  <c:v>-5.5543016640000002E-3</c:v>
                </c:pt>
                <c:pt idx="87">
                  <c:v>-5.2484297189999999E-3</c:v>
                </c:pt>
                <c:pt idx="88">
                  <c:v>-5.1168519999999999E-3</c:v>
                </c:pt>
                <c:pt idx="89">
                  <c:v>-4.7580846589999996E-3</c:v>
                </c:pt>
                <c:pt idx="90">
                  <c:v>-4.5588407669999997E-3</c:v>
                </c:pt>
                <c:pt idx="91">
                  <c:v>-4.3499716560000002E-3</c:v>
                </c:pt>
                <c:pt idx="92">
                  <c:v>-4.2693894360000002E-3</c:v>
                </c:pt>
                <c:pt idx="93">
                  <c:v>-3.998008091E-3</c:v>
                </c:pt>
                <c:pt idx="94">
                  <c:v>-3.8352103439999998E-3</c:v>
                </c:pt>
                <c:pt idx="95">
                  <c:v>-3.7600249050000001E-3</c:v>
                </c:pt>
                <c:pt idx="96">
                  <c:v>-3.440559143E-3</c:v>
                </c:pt>
                <c:pt idx="97">
                  <c:v>-3.2887023410000001E-3</c:v>
                </c:pt>
                <c:pt idx="98">
                  <c:v>-3.1208070000000002E-3</c:v>
                </c:pt>
                <c:pt idx="99">
                  <c:v>-2.944053616E-3</c:v>
                </c:pt>
                <c:pt idx="100">
                  <c:v>-2.7539555450000002E-3</c:v>
                </c:pt>
                <c:pt idx="101">
                  <c:v>-2.593418583E-3</c:v>
                </c:pt>
                <c:pt idx="102">
                  <c:v>-2.4324103720000001E-3</c:v>
                </c:pt>
                <c:pt idx="103">
                  <c:v>-2.2620202509999999E-3</c:v>
                </c:pt>
                <c:pt idx="104">
                  <c:v>-2.2145321129999999E-3</c:v>
                </c:pt>
                <c:pt idx="105">
                  <c:v>-2.0138595720000001E-3</c:v>
                </c:pt>
                <c:pt idx="106">
                  <c:v>-1.9864435310000001E-3</c:v>
                </c:pt>
                <c:pt idx="107">
                  <c:v>-1.724872738E-3</c:v>
                </c:pt>
                <c:pt idx="108">
                  <c:v>-1.787882647E-3</c:v>
                </c:pt>
                <c:pt idx="109">
                  <c:v>-1.593615511E-3</c:v>
                </c:pt>
                <c:pt idx="110">
                  <c:v>-1.521807048E-3</c:v>
                </c:pt>
                <c:pt idx="111">
                  <c:v>-1.3125041730000001E-3</c:v>
                </c:pt>
                <c:pt idx="112">
                  <c:v>-1.31714961E-3</c:v>
                </c:pt>
                <c:pt idx="113">
                  <c:v>-1.075575012E-3</c:v>
                </c:pt>
                <c:pt idx="114">
                  <c:v>-1.1271642289999999E-3</c:v>
                </c:pt>
                <c:pt idx="115">
                  <c:v>-9.0873328739999996E-4</c:v>
                </c:pt>
                <c:pt idx="116">
                  <c:v>-8.8894565119999999E-4</c:v>
                </c:pt>
                <c:pt idx="117">
                  <c:v>-8.3867163630000003E-4</c:v>
                </c:pt>
                <c:pt idx="118">
                  <c:v>-7.7810778749999999E-4</c:v>
                </c:pt>
                <c:pt idx="119">
                  <c:v>-6.4470310460000005E-4</c:v>
                </c:pt>
                <c:pt idx="120">
                  <c:v>-6.0350011339999998E-4</c:v>
                </c:pt>
                <c:pt idx="121">
                  <c:v>-4.9377878900000005E-4</c:v>
                </c:pt>
                <c:pt idx="122">
                  <c:v>-4.6316353839999998E-4</c:v>
                </c:pt>
                <c:pt idx="123">
                  <c:v>-3.844434978E-4</c:v>
                </c:pt>
                <c:pt idx="124">
                  <c:v>-3.5480342919999997E-4</c:v>
                </c:pt>
                <c:pt idx="125">
                  <c:v>-3.1564230450000001E-4</c:v>
                </c:pt>
                <c:pt idx="126">
                  <c:v>-2.7870244229999999E-4</c:v>
                </c:pt>
                <c:pt idx="127">
                  <c:v>-2.086942986E-4</c:v>
                </c:pt>
                <c:pt idx="128">
                  <c:v>-1.7422938249999999E-4</c:v>
                </c:pt>
                <c:pt idx="129">
                  <c:v>-1.7764494989999999E-4</c:v>
                </c:pt>
                <c:pt idx="130">
                  <c:v>-1.387266384E-4</c:v>
                </c:pt>
                <c:pt idx="131">
                  <c:v>-7.1284106529999995E-5</c:v>
                </c:pt>
                <c:pt idx="132">
                  <c:v>-2.950900125E-5</c:v>
                </c:pt>
                <c:pt idx="133">
                  <c:v>-2.0915358620000001E-5</c:v>
                </c:pt>
                <c:pt idx="134">
                  <c:v>2.8190734160000001E-5</c:v>
                </c:pt>
                <c:pt idx="135">
                  <c:v>2.3919294110000002E-5</c:v>
                </c:pt>
                <c:pt idx="136">
                  <c:v>5.9464138760000003E-5</c:v>
                </c:pt>
                <c:pt idx="137">
                  <c:v>9.2008478529999999E-5</c:v>
                </c:pt>
                <c:pt idx="138">
                  <c:v>1.53090703E-4</c:v>
                </c:pt>
                <c:pt idx="139">
                  <c:v>1.350163075E-4</c:v>
                </c:pt>
                <c:pt idx="140">
                  <c:v>1.790901588E-4</c:v>
                </c:pt>
                <c:pt idx="141">
                  <c:v>2.227540972E-4</c:v>
                </c:pt>
                <c:pt idx="142">
                  <c:v>2.4018464319999999E-4</c:v>
                </c:pt>
                <c:pt idx="143">
                  <c:v>2.8774017120000001E-4</c:v>
                </c:pt>
                <c:pt idx="144">
                  <c:v>2.8369930809999999E-4</c:v>
                </c:pt>
                <c:pt idx="145">
                  <c:v>3.6009363249999999E-4</c:v>
                </c:pt>
                <c:pt idx="146">
                  <c:v>3.35896766E-4</c:v>
                </c:pt>
                <c:pt idx="147">
                  <c:v>3.8908503480000002E-4</c:v>
                </c:pt>
                <c:pt idx="148">
                  <c:v>4.0113294380000002E-4</c:v>
                </c:pt>
                <c:pt idx="149">
                  <c:v>5.0066423140000002E-4</c:v>
                </c:pt>
                <c:pt idx="150">
                  <c:v>4.9905746709999997E-4</c:v>
                </c:pt>
                <c:pt idx="151">
                  <c:v>4.7353122499999999E-4</c:v>
                </c:pt>
                <c:pt idx="152">
                  <c:v>5.7769293199999995E-4</c:v>
                </c:pt>
                <c:pt idx="153">
                  <c:v>7.2453101169999996E-4</c:v>
                </c:pt>
                <c:pt idx="154">
                  <c:v>6.8125734110000002E-4</c:v>
                </c:pt>
                <c:pt idx="155">
                  <c:v>7.7903759669999996E-4</c:v>
                </c:pt>
                <c:pt idx="156">
                  <c:v>8.1065041009999996E-4</c:v>
                </c:pt>
                <c:pt idx="157">
                  <c:v>9.2936807780000003E-4</c:v>
                </c:pt>
                <c:pt idx="158">
                  <c:v>9.6363801280000005E-4</c:v>
                </c:pt>
                <c:pt idx="159">
                  <c:v>1.1110738849999999E-3</c:v>
                </c:pt>
                <c:pt idx="160">
                  <c:v>1.1510940969999999E-3</c:v>
                </c:pt>
                <c:pt idx="161">
                  <c:v>1.2698789360000001E-3</c:v>
                </c:pt>
                <c:pt idx="162">
                  <c:v>1.421288354E-3</c:v>
                </c:pt>
                <c:pt idx="163">
                  <c:v>1.494973898E-3</c:v>
                </c:pt>
                <c:pt idx="164">
                  <c:v>1.6788914800000001E-3</c:v>
                </c:pt>
                <c:pt idx="165">
                  <c:v>1.8208514669999999E-3</c:v>
                </c:pt>
                <c:pt idx="166">
                  <c:v>1.9560710060000002E-3</c:v>
                </c:pt>
                <c:pt idx="167">
                  <c:v>2.1752261090000002E-3</c:v>
                </c:pt>
                <c:pt idx="168">
                  <c:v>2.3539664690000002E-3</c:v>
                </c:pt>
                <c:pt idx="169">
                  <c:v>2.6257697029999998E-3</c:v>
                </c:pt>
                <c:pt idx="170">
                  <c:v>2.8752025680000002E-3</c:v>
                </c:pt>
                <c:pt idx="171">
                  <c:v>3.1492619310000002E-3</c:v>
                </c:pt>
                <c:pt idx="172">
                  <c:v>3.4670683089999999E-3</c:v>
                </c:pt>
                <c:pt idx="173">
                  <c:v>3.871861845E-3</c:v>
                </c:pt>
                <c:pt idx="174">
                  <c:v>4.2104278689999997E-3</c:v>
                </c:pt>
                <c:pt idx="175">
                  <c:v>4.6578035690000002E-3</c:v>
                </c:pt>
                <c:pt idx="176">
                  <c:v>5.074840039E-3</c:v>
                </c:pt>
                <c:pt idx="177">
                  <c:v>5.5547263470000002E-3</c:v>
                </c:pt>
                <c:pt idx="178">
                  <c:v>6.0445670969999999E-3</c:v>
                </c:pt>
                <c:pt idx="179">
                  <c:v>6.5123359670000002E-3</c:v>
                </c:pt>
                <c:pt idx="180">
                  <c:v>7.0298817010000002E-3</c:v>
                </c:pt>
                <c:pt idx="181">
                  <c:v>7.4905226940000002E-3</c:v>
                </c:pt>
                <c:pt idx="182">
                  <c:v>7.9475669190000008E-3</c:v>
                </c:pt>
                <c:pt idx="183">
                  <c:v>8.3519155159999994E-3</c:v>
                </c:pt>
                <c:pt idx="184">
                  <c:v>8.7197171519999995E-3</c:v>
                </c:pt>
                <c:pt idx="185">
                  <c:v>8.9723318819999991E-3</c:v>
                </c:pt>
                <c:pt idx="186">
                  <c:v>9.2024346810000001E-3</c:v>
                </c:pt>
                <c:pt idx="187">
                  <c:v>9.3278856949999996E-3</c:v>
                </c:pt>
                <c:pt idx="188">
                  <c:v>9.4114160169999992E-3</c:v>
                </c:pt>
                <c:pt idx="189">
                  <c:v>9.4128446649999996E-3</c:v>
                </c:pt>
                <c:pt idx="190">
                  <c:v>9.3109589070000005E-3</c:v>
                </c:pt>
                <c:pt idx="191">
                  <c:v>9.2396643010000008E-3</c:v>
                </c:pt>
                <c:pt idx="192">
                  <c:v>9.0345442300000002E-3</c:v>
                </c:pt>
                <c:pt idx="193">
                  <c:v>8.8269589470000003E-3</c:v>
                </c:pt>
                <c:pt idx="194">
                  <c:v>8.616277948E-3</c:v>
                </c:pt>
                <c:pt idx="195">
                  <c:v>8.3154747259999995E-3</c:v>
                </c:pt>
                <c:pt idx="196">
                  <c:v>8.0347610639999994E-3</c:v>
                </c:pt>
                <c:pt idx="197">
                  <c:v>7.7309873889999997E-3</c:v>
                </c:pt>
                <c:pt idx="198">
                  <c:v>7.5229704380000003E-3</c:v>
                </c:pt>
                <c:pt idx="199">
                  <c:v>7.2120530529999997E-3</c:v>
                </c:pt>
                <c:pt idx="200">
                  <c:v>6.9413892919999998E-3</c:v>
                </c:pt>
                <c:pt idx="201">
                  <c:v>7.244795561E-3</c:v>
                </c:pt>
                <c:pt idx="202">
                  <c:v>7.0015750829999996E-3</c:v>
                </c:pt>
                <c:pt idx="203">
                  <c:v>6.8296683020000002E-3</c:v>
                </c:pt>
                <c:pt idx="204">
                  <c:v>6.7287287669999998E-3</c:v>
                </c:pt>
                <c:pt idx="205">
                  <c:v>6.626734976E-3</c:v>
                </c:pt>
                <c:pt idx="206">
                  <c:v>6.2864120119999999E-3</c:v>
                </c:pt>
                <c:pt idx="207">
                  <c:v>6.4000687559999997E-3</c:v>
                </c:pt>
                <c:pt idx="208">
                  <c:v>6.2939496710000004E-3</c:v>
                </c:pt>
                <c:pt idx="209">
                  <c:v>6.1834193769999997E-3</c:v>
                </c:pt>
                <c:pt idx="210">
                  <c:v>5.9673762879999996E-3</c:v>
                </c:pt>
                <c:pt idx="211">
                  <c:v>5.9145763519999998E-3</c:v>
                </c:pt>
                <c:pt idx="212">
                  <c:v>5.8073955589999999E-3</c:v>
                </c:pt>
                <c:pt idx="213">
                  <c:v>5.7349945419999998E-3</c:v>
                </c:pt>
                <c:pt idx="214">
                  <c:v>5.4514091460000002E-3</c:v>
                </c:pt>
                <c:pt idx="215">
                  <c:v>5.4984376769999996E-3</c:v>
                </c:pt>
                <c:pt idx="216">
                  <c:v>5.1863719710000004E-3</c:v>
                </c:pt>
                <c:pt idx="217">
                  <c:v>5.1050381729999999E-3</c:v>
                </c:pt>
                <c:pt idx="218">
                  <c:v>4.9941553729999999E-3</c:v>
                </c:pt>
                <c:pt idx="219">
                  <c:v>4.9052387479999997E-3</c:v>
                </c:pt>
                <c:pt idx="220">
                  <c:v>4.7693075610000003E-3</c:v>
                </c:pt>
                <c:pt idx="221">
                  <c:v>4.7626597809999997E-3</c:v>
                </c:pt>
                <c:pt idx="222">
                  <c:v>4.7035687600000004E-3</c:v>
                </c:pt>
                <c:pt idx="223">
                  <c:v>4.7158678059999997E-3</c:v>
                </c:pt>
                <c:pt idx="224">
                  <c:v>4.7412258570000004E-3</c:v>
                </c:pt>
                <c:pt idx="225">
                  <c:v>4.6691331080000002E-3</c:v>
                </c:pt>
                <c:pt idx="226">
                  <c:v>4.6780561100000003E-3</c:v>
                </c:pt>
                <c:pt idx="227">
                  <c:v>4.6582221980000001E-3</c:v>
                </c:pt>
                <c:pt idx="228">
                  <c:v>4.6702846880000001E-3</c:v>
                </c:pt>
                <c:pt idx="229">
                  <c:v>4.6802540310000003E-3</c:v>
                </c:pt>
                <c:pt idx="230">
                  <c:v>4.735233262E-3</c:v>
                </c:pt>
                <c:pt idx="231">
                  <c:v>4.7431103889999998E-3</c:v>
                </c:pt>
                <c:pt idx="232">
                  <c:v>4.7805616630000004E-3</c:v>
                </c:pt>
                <c:pt idx="233">
                  <c:v>4.8354486930000003E-3</c:v>
                </c:pt>
                <c:pt idx="234">
                  <c:v>4.9346922899999998E-3</c:v>
                </c:pt>
                <c:pt idx="235">
                  <c:v>4.9055009150000004E-3</c:v>
                </c:pt>
                <c:pt idx="236">
                  <c:v>4.9928985540000003E-3</c:v>
                </c:pt>
                <c:pt idx="237">
                  <c:v>5.1207016220000002E-3</c:v>
                </c:pt>
                <c:pt idx="238">
                  <c:v>5.0875423479999999E-3</c:v>
                </c:pt>
                <c:pt idx="239">
                  <c:v>5.1560895520000004E-3</c:v>
                </c:pt>
                <c:pt idx="240">
                  <c:v>5.1800590010000003E-3</c:v>
                </c:pt>
                <c:pt idx="241">
                  <c:v>5.2961511540000001E-3</c:v>
                </c:pt>
                <c:pt idx="242">
                  <c:v>5.262192804E-3</c:v>
                </c:pt>
                <c:pt idx="243">
                  <c:v>5.1842504179999997E-3</c:v>
                </c:pt>
                <c:pt idx="244">
                  <c:v>5.1967464389999999E-3</c:v>
                </c:pt>
                <c:pt idx="245">
                  <c:v>5.459823646E-3</c:v>
                </c:pt>
                <c:pt idx="246">
                  <c:v>5.4396134800000001E-3</c:v>
                </c:pt>
                <c:pt idx="247">
                  <c:v>5.508766975E-3</c:v>
                </c:pt>
                <c:pt idx="248">
                  <c:v>5.5122533809999997E-3</c:v>
                </c:pt>
                <c:pt idx="249">
                  <c:v>5.5832276119999998E-3</c:v>
                </c:pt>
                <c:pt idx="250">
                  <c:v>5.6868912649999997E-3</c:v>
                </c:pt>
                <c:pt idx="251">
                  <c:v>5.8783395220000003E-3</c:v>
                </c:pt>
                <c:pt idx="252">
                  <c:v>6.0365353709999998E-3</c:v>
                </c:pt>
                <c:pt idx="253">
                  <c:v>6.2322602610000001E-3</c:v>
                </c:pt>
                <c:pt idx="254">
                  <c:v>6.403089501E-3</c:v>
                </c:pt>
                <c:pt idx="255">
                  <c:v>6.8078958430000001E-3</c:v>
                </c:pt>
                <c:pt idx="256">
                  <c:v>6.9829500279999998E-3</c:v>
                </c:pt>
                <c:pt idx="257">
                  <c:v>7.3357718070000003E-3</c:v>
                </c:pt>
                <c:pt idx="258">
                  <c:v>7.5801545750000003E-3</c:v>
                </c:pt>
                <c:pt idx="259">
                  <c:v>7.6978653669999998E-3</c:v>
                </c:pt>
                <c:pt idx="260">
                  <c:v>7.8397244220000002E-3</c:v>
                </c:pt>
                <c:pt idx="261">
                  <c:v>8.2208635290000002E-3</c:v>
                </c:pt>
                <c:pt idx="262">
                  <c:v>8.2883760330000004E-3</c:v>
                </c:pt>
                <c:pt idx="263">
                  <c:v>8.6241196840000003E-3</c:v>
                </c:pt>
                <c:pt idx="264">
                  <c:v>8.9495005089999993E-3</c:v>
                </c:pt>
                <c:pt idx="265">
                  <c:v>9.1974111269999999E-3</c:v>
                </c:pt>
                <c:pt idx="266">
                  <c:v>8.5059199480000004E-3</c:v>
                </c:pt>
                <c:pt idx="267">
                  <c:v>8.5021713749999991E-3</c:v>
                </c:pt>
                <c:pt idx="268">
                  <c:v>9.0481825170000002E-3</c:v>
                </c:pt>
                <c:pt idx="269">
                  <c:v>9.2087537049999994E-3</c:v>
                </c:pt>
                <c:pt idx="270">
                  <c:v>9.3739861619999993E-3</c:v>
                </c:pt>
                <c:pt idx="271">
                  <c:v>9.3248169870000005E-3</c:v>
                </c:pt>
                <c:pt idx="272">
                  <c:v>9.2122964559999999E-3</c:v>
                </c:pt>
                <c:pt idx="273">
                  <c:v>9.1375811029999997E-3</c:v>
                </c:pt>
                <c:pt idx="274">
                  <c:v>9.4410711900000006E-3</c:v>
                </c:pt>
                <c:pt idx="275">
                  <c:v>9.2406952750000004E-3</c:v>
                </c:pt>
                <c:pt idx="276">
                  <c:v>9.2404047029999992E-3</c:v>
                </c:pt>
                <c:pt idx="277">
                  <c:v>9.2786680909999995E-3</c:v>
                </c:pt>
                <c:pt idx="278">
                  <c:v>9.3179410319999996E-3</c:v>
                </c:pt>
                <c:pt idx="279">
                  <c:v>9.1280378400000004E-3</c:v>
                </c:pt>
                <c:pt idx="280">
                  <c:v>9.2973923309999998E-3</c:v>
                </c:pt>
                <c:pt idx="281">
                  <c:v>9.3402629719999998E-3</c:v>
                </c:pt>
                <c:pt idx="282">
                  <c:v>9.240113199E-3</c:v>
                </c:pt>
                <c:pt idx="283">
                  <c:v>9.3142911789999994E-3</c:v>
                </c:pt>
                <c:pt idx="284">
                  <c:v>9.2696771029999996E-3</c:v>
                </c:pt>
                <c:pt idx="285">
                  <c:v>9.1787977140000004E-3</c:v>
                </c:pt>
                <c:pt idx="286">
                  <c:v>9.2031219969999998E-3</c:v>
                </c:pt>
                <c:pt idx="287">
                  <c:v>9.2564290389999995E-3</c:v>
                </c:pt>
                <c:pt idx="288">
                  <c:v>9.1732982550000002E-3</c:v>
                </c:pt>
                <c:pt idx="289">
                  <c:v>9.2421760780000001E-3</c:v>
                </c:pt>
                <c:pt idx="290">
                  <c:v>9.1963270680000004E-3</c:v>
                </c:pt>
                <c:pt idx="291">
                  <c:v>9.2290602620000006E-3</c:v>
                </c:pt>
                <c:pt idx="292">
                  <c:v>9.2933988199999998E-3</c:v>
                </c:pt>
                <c:pt idx="293">
                  <c:v>9.2955669389999992E-3</c:v>
                </c:pt>
                <c:pt idx="294">
                  <c:v>9.3015171589999994E-3</c:v>
                </c:pt>
                <c:pt idx="295">
                  <c:v>9.3606030570000005E-3</c:v>
                </c:pt>
                <c:pt idx="296">
                  <c:v>9.3326726929999996E-3</c:v>
                </c:pt>
                <c:pt idx="297">
                  <c:v>9.412051179E-3</c:v>
                </c:pt>
                <c:pt idx="298">
                  <c:v>9.4002261760000004E-3</c:v>
                </c:pt>
                <c:pt idx="299">
                  <c:v>9.4518642869999992E-3</c:v>
                </c:pt>
                <c:pt idx="300">
                  <c:v>9.4534521920000003E-3</c:v>
                </c:pt>
                <c:pt idx="301">
                  <c:v>9.5143839720000008E-3</c:v>
                </c:pt>
                <c:pt idx="302">
                  <c:v>9.4545362520000002E-3</c:v>
                </c:pt>
                <c:pt idx="303">
                  <c:v>9.5469560469999999E-3</c:v>
                </c:pt>
                <c:pt idx="304">
                  <c:v>9.4951214270000001E-3</c:v>
                </c:pt>
                <c:pt idx="305">
                  <c:v>9.5137488100000001E-3</c:v>
                </c:pt>
                <c:pt idx="306">
                  <c:v>9.5526985820000004E-3</c:v>
                </c:pt>
                <c:pt idx="307">
                  <c:v>9.5804575829999995E-3</c:v>
                </c:pt>
                <c:pt idx="308">
                  <c:v>9.6431532869999999E-3</c:v>
                </c:pt>
                <c:pt idx="309">
                  <c:v>9.6198897810000003E-3</c:v>
                </c:pt>
                <c:pt idx="310">
                  <c:v>9.6997180950000005E-3</c:v>
                </c:pt>
                <c:pt idx="311">
                  <c:v>9.6978386860000002E-3</c:v>
                </c:pt>
                <c:pt idx="312">
                  <c:v>9.7683882339999993E-3</c:v>
                </c:pt>
                <c:pt idx="313">
                  <c:v>9.7658196460000003E-3</c:v>
                </c:pt>
                <c:pt idx="314">
                  <c:v>9.8912753160000002E-3</c:v>
                </c:pt>
                <c:pt idx="315">
                  <c:v>9.8677063360000008E-3</c:v>
                </c:pt>
                <c:pt idx="316">
                  <c:v>9.9533805619999999E-3</c:v>
                </c:pt>
                <c:pt idx="317">
                  <c:v>9.9545195700000005E-3</c:v>
                </c:pt>
                <c:pt idx="318">
                  <c:v>1.0042620820000001E-2</c:v>
                </c:pt>
                <c:pt idx="319">
                  <c:v>1.004900597E-2</c:v>
                </c:pt>
                <c:pt idx="320">
                  <c:v>1.00606354E-2</c:v>
                </c:pt>
                <c:pt idx="321">
                  <c:v>1.009483915E-2</c:v>
                </c:pt>
                <c:pt idx="322">
                  <c:v>1.01247523E-2</c:v>
                </c:pt>
                <c:pt idx="323">
                  <c:v>1.0257626880000001E-2</c:v>
                </c:pt>
                <c:pt idx="324">
                  <c:v>1.0141048579999999E-2</c:v>
                </c:pt>
                <c:pt idx="325">
                  <c:v>1.019121148E-2</c:v>
                </c:pt>
                <c:pt idx="326">
                  <c:v>1.024649478E-2</c:v>
                </c:pt>
                <c:pt idx="327">
                  <c:v>1.0215327139999999E-2</c:v>
                </c:pt>
                <c:pt idx="328">
                  <c:v>1.01790214E-2</c:v>
                </c:pt>
                <c:pt idx="329">
                  <c:v>1.024066377E-2</c:v>
                </c:pt>
                <c:pt idx="330">
                  <c:v>1.0239497760000001E-2</c:v>
                </c:pt>
                <c:pt idx="331">
                  <c:v>1.0305735280000001E-2</c:v>
                </c:pt>
                <c:pt idx="332">
                  <c:v>1.0273715480000001E-2</c:v>
                </c:pt>
                <c:pt idx="333">
                  <c:v>1.0319201280000001E-2</c:v>
                </c:pt>
                <c:pt idx="334">
                  <c:v>1.036384422E-2</c:v>
                </c:pt>
                <c:pt idx="335">
                  <c:v>1.035530772E-2</c:v>
                </c:pt>
                <c:pt idx="336">
                  <c:v>1.0472579859999999E-2</c:v>
                </c:pt>
                <c:pt idx="337">
                  <c:v>1.049533207E-2</c:v>
                </c:pt>
                <c:pt idx="338">
                  <c:v>1.051819231E-2</c:v>
                </c:pt>
                <c:pt idx="339">
                  <c:v>1.048846357E-2</c:v>
                </c:pt>
                <c:pt idx="340">
                  <c:v>1.0509361510000001E-2</c:v>
                </c:pt>
                <c:pt idx="341">
                  <c:v>1.0568425060000001E-2</c:v>
                </c:pt>
                <c:pt idx="342">
                  <c:v>1.061449945E-2</c:v>
                </c:pt>
                <c:pt idx="343">
                  <c:v>1.0649144649999999E-2</c:v>
                </c:pt>
                <c:pt idx="344">
                  <c:v>1.0612270789999999E-2</c:v>
                </c:pt>
                <c:pt idx="345">
                  <c:v>1.061258931E-2</c:v>
                </c:pt>
                <c:pt idx="346">
                  <c:v>1.061235089E-2</c:v>
                </c:pt>
                <c:pt idx="347">
                  <c:v>1.0589034299999999E-2</c:v>
                </c:pt>
                <c:pt idx="348">
                  <c:v>1.062073279E-2</c:v>
                </c:pt>
                <c:pt idx="349">
                  <c:v>1.0658933779999999E-2</c:v>
                </c:pt>
                <c:pt idx="350">
                  <c:v>1.0663576419999999E-2</c:v>
                </c:pt>
                <c:pt idx="351">
                  <c:v>1.063330658E-2</c:v>
                </c:pt>
                <c:pt idx="352">
                  <c:v>1.064309571E-2</c:v>
                </c:pt>
                <c:pt idx="353">
                  <c:v>1.074009389E-2</c:v>
                </c:pt>
                <c:pt idx="354">
                  <c:v>1.069432497E-2</c:v>
                </c:pt>
                <c:pt idx="355">
                  <c:v>1.063627843E-2</c:v>
                </c:pt>
                <c:pt idx="356">
                  <c:v>1.064813603E-2</c:v>
                </c:pt>
                <c:pt idx="357">
                  <c:v>1.0681297629999999E-2</c:v>
                </c:pt>
                <c:pt idx="358">
                  <c:v>1.069445722E-2</c:v>
                </c:pt>
                <c:pt idx="359">
                  <c:v>1.0698888449999999E-2</c:v>
                </c:pt>
                <c:pt idx="360">
                  <c:v>1.068678964E-2</c:v>
                </c:pt>
                <c:pt idx="361">
                  <c:v>1.0619937439999999E-2</c:v>
                </c:pt>
                <c:pt idx="362">
                  <c:v>1.056961901E-2</c:v>
                </c:pt>
                <c:pt idx="363">
                  <c:v>1.054179668E-2</c:v>
                </c:pt>
                <c:pt idx="364">
                  <c:v>1.0512835349999999E-2</c:v>
                </c:pt>
                <c:pt idx="365">
                  <c:v>1.048491057E-2</c:v>
                </c:pt>
                <c:pt idx="366">
                  <c:v>1.0463855229999999E-2</c:v>
                </c:pt>
                <c:pt idx="367">
                  <c:v>1.043845247E-2</c:v>
                </c:pt>
                <c:pt idx="368">
                  <c:v>1.0354670700000001E-2</c:v>
                </c:pt>
                <c:pt idx="369">
                  <c:v>1.0296165939999999E-2</c:v>
                </c:pt>
                <c:pt idx="370">
                  <c:v>1.028476842E-2</c:v>
                </c:pt>
                <c:pt idx="371">
                  <c:v>1.022555679E-2</c:v>
                </c:pt>
                <c:pt idx="372">
                  <c:v>1.020411681E-2</c:v>
                </c:pt>
                <c:pt idx="373">
                  <c:v>1.015244238E-2</c:v>
                </c:pt>
                <c:pt idx="374">
                  <c:v>1.013937872E-2</c:v>
                </c:pt>
                <c:pt idx="375">
                  <c:v>1.006164216E-2</c:v>
                </c:pt>
                <c:pt idx="376">
                  <c:v>1.005756296E-2</c:v>
                </c:pt>
                <c:pt idx="377">
                  <c:v>1.007851865E-2</c:v>
                </c:pt>
                <c:pt idx="378">
                  <c:v>1.014613546E-2</c:v>
                </c:pt>
                <c:pt idx="379">
                  <c:v>1.014391053E-2</c:v>
                </c:pt>
                <c:pt idx="380">
                  <c:v>1.012825035E-2</c:v>
                </c:pt>
                <c:pt idx="381">
                  <c:v>1.003438234E-2</c:v>
                </c:pt>
                <c:pt idx="382">
                  <c:v>1.012737583E-2</c:v>
                </c:pt>
                <c:pt idx="383">
                  <c:v>1.007073E-2</c:v>
                </c:pt>
                <c:pt idx="384">
                  <c:v>1.004484668E-2</c:v>
                </c:pt>
                <c:pt idx="385">
                  <c:v>1.0043866E-2</c:v>
                </c:pt>
                <c:pt idx="386">
                  <c:v>1.001663413E-2</c:v>
                </c:pt>
                <c:pt idx="387">
                  <c:v>1.001469977E-2</c:v>
                </c:pt>
                <c:pt idx="388">
                  <c:v>1.001107134E-2</c:v>
                </c:pt>
                <c:pt idx="389">
                  <c:v>9.9888732660000003E-3</c:v>
                </c:pt>
                <c:pt idx="390">
                  <c:v>9.9426796659999993E-3</c:v>
                </c:pt>
                <c:pt idx="391">
                  <c:v>9.9183935670000001E-3</c:v>
                </c:pt>
                <c:pt idx="392">
                  <c:v>9.9099716169999998E-3</c:v>
                </c:pt>
                <c:pt idx="393">
                  <c:v>9.8526123909999999E-3</c:v>
                </c:pt>
                <c:pt idx="394">
                  <c:v>9.9317943679999993E-3</c:v>
                </c:pt>
                <c:pt idx="395">
                  <c:v>9.8413322120000004E-3</c:v>
                </c:pt>
                <c:pt idx="396">
                  <c:v>9.7973523659999999E-3</c:v>
                </c:pt>
                <c:pt idx="397">
                  <c:v>9.8049249500000001E-3</c:v>
                </c:pt>
                <c:pt idx="398">
                  <c:v>9.8473690450000002E-3</c:v>
                </c:pt>
                <c:pt idx="399">
                  <c:v>9.8412791270000004E-3</c:v>
                </c:pt>
                <c:pt idx="400">
                  <c:v>9.8037859419999995E-3</c:v>
                </c:pt>
                <c:pt idx="401">
                  <c:v>9.8460456360000004E-3</c:v>
                </c:pt>
                <c:pt idx="402">
                  <c:v>9.7171887760000002E-3</c:v>
                </c:pt>
                <c:pt idx="403">
                  <c:v>9.8593384030000002E-3</c:v>
                </c:pt>
                <c:pt idx="404">
                  <c:v>9.7983321169999998E-3</c:v>
                </c:pt>
                <c:pt idx="405">
                  <c:v>9.8418621350000006E-3</c:v>
                </c:pt>
                <c:pt idx="406">
                  <c:v>9.7884032879999999E-3</c:v>
                </c:pt>
                <c:pt idx="407">
                  <c:v>9.8526654770000003E-3</c:v>
                </c:pt>
                <c:pt idx="408">
                  <c:v>9.796372615E-3</c:v>
                </c:pt>
                <c:pt idx="409">
                  <c:v>9.8530892279999997E-3</c:v>
                </c:pt>
                <c:pt idx="410">
                  <c:v>9.8839923740000005E-3</c:v>
                </c:pt>
                <c:pt idx="411">
                  <c:v>9.8776370290000002E-3</c:v>
                </c:pt>
                <c:pt idx="412">
                  <c:v>9.8315346989999997E-3</c:v>
                </c:pt>
                <c:pt idx="413">
                  <c:v>9.9073760209999993E-3</c:v>
                </c:pt>
                <c:pt idx="414">
                  <c:v>9.8774516959999996E-3</c:v>
                </c:pt>
                <c:pt idx="415">
                  <c:v>9.8975514990000003E-3</c:v>
                </c:pt>
                <c:pt idx="416">
                  <c:v>9.9344169719999993E-3</c:v>
                </c:pt>
                <c:pt idx="417">
                  <c:v>9.9409054959999996E-3</c:v>
                </c:pt>
                <c:pt idx="418">
                  <c:v>9.8967300729999996E-3</c:v>
                </c:pt>
                <c:pt idx="419">
                  <c:v>9.9285375329999995E-3</c:v>
                </c:pt>
                <c:pt idx="420">
                  <c:v>1.0048767550000001E-2</c:v>
                </c:pt>
                <c:pt idx="421">
                  <c:v>1.0026250029999999E-2</c:v>
                </c:pt>
                <c:pt idx="422">
                  <c:v>1.0077326560000001E-2</c:v>
                </c:pt>
                <c:pt idx="423">
                  <c:v>1.0149448179999999E-2</c:v>
                </c:pt>
                <c:pt idx="424">
                  <c:v>1.0211246090000001E-2</c:v>
                </c:pt>
                <c:pt idx="425">
                  <c:v>1.023268607E-2</c:v>
                </c:pt>
                <c:pt idx="426">
                  <c:v>1.0362411849999999E-2</c:v>
                </c:pt>
                <c:pt idx="427">
                  <c:v>1.037635747E-2</c:v>
                </c:pt>
                <c:pt idx="428">
                  <c:v>1.041191071E-2</c:v>
                </c:pt>
                <c:pt idx="429">
                  <c:v>1.0489232839999999E-2</c:v>
                </c:pt>
                <c:pt idx="430">
                  <c:v>1.059728395E-2</c:v>
                </c:pt>
                <c:pt idx="431">
                  <c:v>1.0609008370000001E-2</c:v>
                </c:pt>
                <c:pt idx="432">
                  <c:v>1.0641716420000001E-2</c:v>
                </c:pt>
                <c:pt idx="433">
                  <c:v>1.071151718E-2</c:v>
                </c:pt>
                <c:pt idx="434">
                  <c:v>1.07782511E-2</c:v>
                </c:pt>
                <c:pt idx="435">
                  <c:v>1.0810573590000001E-2</c:v>
                </c:pt>
                <c:pt idx="436">
                  <c:v>1.084770262E-2</c:v>
                </c:pt>
                <c:pt idx="437">
                  <c:v>1.097293943E-2</c:v>
                </c:pt>
                <c:pt idx="438">
                  <c:v>1.1062284E-2</c:v>
                </c:pt>
                <c:pt idx="439">
                  <c:v>1.1151514019999999E-2</c:v>
                </c:pt>
                <c:pt idx="440">
                  <c:v>1.124371123E-2</c:v>
                </c:pt>
                <c:pt idx="441">
                  <c:v>1.137767173E-2</c:v>
                </c:pt>
                <c:pt idx="442">
                  <c:v>1.140081789E-2</c:v>
                </c:pt>
                <c:pt idx="443">
                  <c:v>1.153214183E-2</c:v>
                </c:pt>
                <c:pt idx="444">
                  <c:v>1.163319405E-2</c:v>
                </c:pt>
                <c:pt idx="445">
                  <c:v>1.1729296300000001E-2</c:v>
                </c:pt>
                <c:pt idx="446">
                  <c:v>1.195282862E-2</c:v>
                </c:pt>
                <c:pt idx="447">
                  <c:v>1.2094487439999999E-2</c:v>
                </c:pt>
                <c:pt idx="448">
                  <c:v>1.229586545E-2</c:v>
                </c:pt>
                <c:pt idx="449">
                  <c:v>1.2480072680000001E-2</c:v>
                </c:pt>
                <c:pt idx="450">
                  <c:v>1.268173568E-2</c:v>
                </c:pt>
                <c:pt idx="451">
                  <c:v>1.2829259040000001E-2</c:v>
                </c:pt>
                <c:pt idx="452">
                  <c:v>1.3081234880000001E-2</c:v>
                </c:pt>
                <c:pt idx="453">
                  <c:v>1.3260358010000001E-2</c:v>
                </c:pt>
                <c:pt idx="454">
                  <c:v>1.34723438E-2</c:v>
                </c:pt>
                <c:pt idx="455">
                  <c:v>1.3562951239999999E-2</c:v>
                </c:pt>
                <c:pt idx="456">
                  <c:v>1.376185846E-2</c:v>
                </c:pt>
                <c:pt idx="457">
                  <c:v>1.391501352E-2</c:v>
                </c:pt>
                <c:pt idx="458">
                  <c:v>1.3980156739999999E-2</c:v>
                </c:pt>
                <c:pt idx="459">
                  <c:v>1.413448621E-2</c:v>
                </c:pt>
                <c:pt idx="460">
                  <c:v>1.4296735640000001E-2</c:v>
                </c:pt>
                <c:pt idx="461">
                  <c:v>1.444871537E-2</c:v>
                </c:pt>
                <c:pt idx="462">
                  <c:v>1.457603928E-2</c:v>
                </c:pt>
                <c:pt idx="463">
                  <c:v>1.474166662E-2</c:v>
                </c:pt>
                <c:pt idx="464">
                  <c:v>1.487060357E-2</c:v>
                </c:pt>
                <c:pt idx="465">
                  <c:v>1.5055825930000001E-2</c:v>
                </c:pt>
                <c:pt idx="466">
                  <c:v>1.5172819610000001E-2</c:v>
                </c:pt>
                <c:pt idx="467">
                  <c:v>1.5299229879999999E-2</c:v>
                </c:pt>
                <c:pt idx="468">
                  <c:v>1.545102429E-2</c:v>
                </c:pt>
                <c:pt idx="469">
                  <c:v>1.559396368E-2</c:v>
                </c:pt>
                <c:pt idx="470">
                  <c:v>1.5659948810000001E-2</c:v>
                </c:pt>
                <c:pt idx="471">
                  <c:v>1.5784300859999999E-2</c:v>
                </c:pt>
                <c:pt idx="472">
                  <c:v>1.588801108E-2</c:v>
                </c:pt>
                <c:pt idx="473">
                  <c:v>1.5944480899999999E-2</c:v>
                </c:pt>
                <c:pt idx="474">
                  <c:v>1.6062064099999999E-2</c:v>
                </c:pt>
                <c:pt idx="475">
                  <c:v>1.6135884449999999E-2</c:v>
                </c:pt>
                <c:pt idx="476">
                  <c:v>1.6249004750000001E-2</c:v>
                </c:pt>
                <c:pt idx="477">
                  <c:v>1.6264377159999999E-2</c:v>
                </c:pt>
                <c:pt idx="478">
                  <c:v>1.629552431E-2</c:v>
                </c:pt>
                <c:pt idx="479">
                  <c:v>1.645024866E-2</c:v>
                </c:pt>
                <c:pt idx="480">
                  <c:v>1.6456997019999999E-2</c:v>
                </c:pt>
                <c:pt idx="481">
                  <c:v>1.655756123E-2</c:v>
                </c:pt>
                <c:pt idx="482">
                  <c:v>1.654831134E-2</c:v>
                </c:pt>
                <c:pt idx="483">
                  <c:v>1.661887951E-2</c:v>
                </c:pt>
                <c:pt idx="484">
                  <c:v>1.662743278E-2</c:v>
                </c:pt>
                <c:pt idx="485">
                  <c:v>1.6677381469999999E-2</c:v>
                </c:pt>
                <c:pt idx="486">
                  <c:v>1.6795782370000002E-2</c:v>
                </c:pt>
                <c:pt idx="487">
                  <c:v>1.682451926E-2</c:v>
                </c:pt>
                <c:pt idx="488">
                  <c:v>1.6880545770000002E-2</c:v>
                </c:pt>
                <c:pt idx="489">
                  <c:v>1.681547798E-2</c:v>
                </c:pt>
                <c:pt idx="490">
                  <c:v>1.6885254530000001E-2</c:v>
                </c:pt>
                <c:pt idx="491">
                  <c:v>1.704382338E-2</c:v>
                </c:pt>
                <c:pt idx="492">
                  <c:v>1.7155727369999998E-2</c:v>
                </c:pt>
                <c:pt idx="493">
                  <c:v>1.7194237559999999E-2</c:v>
                </c:pt>
                <c:pt idx="494">
                  <c:v>1.71537064E-2</c:v>
                </c:pt>
                <c:pt idx="495">
                  <c:v>1.7219094559999999E-2</c:v>
                </c:pt>
                <c:pt idx="496">
                  <c:v>1.7268249770000001E-2</c:v>
                </c:pt>
                <c:pt idx="497">
                  <c:v>1.738972217E-2</c:v>
                </c:pt>
                <c:pt idx="498">
                  <c:v>1.7435554410000002E-2</c:v>
                </c:pt>
                <c:pt idx="499">
                  <c:v>1.7599042509999999E-2</c:v>
                </c:pt>
                <c:pt idx="500">
                  <c:v>1.759974286E-2</c:v>
                </c:pt>
                <c:pt idx="501">
                  <c:v>1.771710068E-2</c:v>
                </c:pt>
                <c:pt idx="502">
                  <c:v>1.7765747379999999E-2</c:v>
                </c:pt>
                <c:pt idx="503">
                  <c:v>1.7814101650000001E-2</c:v>
                </c:pt>
                <c:pt idx="504">
                  <c:v>1.7855096609999999E-2</c:v>
                </c:pt>
                <c:pt idx="505">
                  <c:v>1.7995726319999999E-2</c:v>
                </c:pt>
                <c:pt idx="506">
                  <c:v>1.7981210720000002E-2</c:v>
                </c:pt>
                <c:pt idx="507">
                  <c:v>1.8139397729999999E-2</c:v>
                </c:pt>
                <c:pt idx="508">
                  <c:v>1.8223993479999999E-2</c:v>
                </c:pt>
                <c:pt idx="509">
                  <c:v>1.8279282380000001E-2</c:v>
                </c:pt>
                <c:pt idx="510">
                  <c:v>1.8301287669999999E-2</c:v>
                </c:pt>
                <c:pt idx="511">
                  <c:v>1.8359530719999999E-2</c:v>
                </c:pt>
                <c:pt idx="512">
                  <c:v>1.8485954030000001E-2</c:v>
                </c:pt>
                <c:pt idx="513">
                  <c:v>1.8556622790000001E-2</c:v>
                </c:pt>
                <c:pt idx="514">
                  <c:v>1.8771154809999999E-2</c:v>
                </c:pt>
                <c:pt idx="515">
                  <c:v>1.8872039390000001E-2</c:v>
                </c:pt>
                <c:pt idx="516">
                  <c:v>1.8898913640000001E-2</c:v>
                </c:pt>
                <c:pt idx="517">
                  <c:v>1.8895264710000002E-2</c:v>
                </c:pt>
                <c:pt idx="518">
                  <c:v>1.9031200559999999E-2</c:v>
                </c:pt>
                <c:pt idx="519">
                  <c:v>1.9114591180000001E-2</c:v>
                </c:pt>
                <c:pt idx="520">
                  <c:v>1.9270051270000001E-2</c:v>
                </c:pt>
                <c:pt idx="521">
                  <c:v>1.9369212909999999E-2</c:v>
                </c:pt>
                <c:pt idx="522">
                  <c:v>1.9578298550000001E-2</c:v>
                </c:pt>
                <c:pt idx="523">
                  <c:v>1.941062696E-2</c:v>
                </c:pt>
                <c:pt idx="524">
                  <c:v>1.9713716579999999E-2</c:v>
                </c:pt>
                <c:pt idx="525">
                  <c:v>1.964426972E-2</c:v>
                </c:pt>
                <c:pt idx="526">
                  <c:v>1.985806599E-2</c:v>
                </c:pt>
                <c:pt idx="527">
                  <c:v>1.9848121329999999E-2</c:v>
                </c:pt>
                <c:pt idx="528">
                  <c:v>1.9996743649999999E-2</c:v>
                </c:pt>
                <c:pt idx="529">
                  <c:v>2.0012060179999999E-2</c:v>
                </c:pt>
                <c:pt idx="530">
                  <c:v>2.018658072E-2</c:v>
                </c:pt>
                <c:pt idx="531">
                  <c:v>2.0209060979999999E-2</c:v>
                </c:pt>
                <c:pt idx="532">
                  <c:v>2.035712823E-2</c:v>
                </c:pt>
                <c:pt idx="533">
                  <c:v>2.0251857120000001E-2</c:v>
                </c:pt>
                <c:pt idx="534">
                  <c:v>2.044541389E-2</c:v>
                </c:pt>
                <c:pt idx="535">
                  <c:v>2.0576870069999999E-2</c:v>
                </c:pt>
                <c:pt idx="536">
                  <c:v>2.0576896149999999E-2</c:v>
                </c:pt>
                <c:pt idx="537">
                  <c:v>2.0780291409999999E-2</c:v>
                </c:pt>
                <c:pt idx="538">
                  <c:v>2.0920731129999998E-2</c:v>
                </c:pt>
                <c:pt idx="539">
                  <c:v>2.0903944970000001E-2</c:v>
                </c:pt>
                <c:pt idx="540">
                  <c:v>2.1218055860000001E-2</c:v>
                </c:pt>
                <c:pt idx="541">
                  <c:v>2.1173479039999998E-2</c:v>
                </c:pt>
                <c:pt idx="542">
                  <c:v>2.1294770760000001E-2</c:v>
                </c:pt>
                <c:pt idx="543">
                  <c:v>2.1513244139999999E-2</c:v>
                </c:pt>
                <c:pt idx="544">
                  <c:v>2.1541316059999999E-2</c:v>
                </c:pt>
                <c:pt idx="545">
                  <c:v>2.164110541E-2</c:v>
                </c:pt>
                <c:pt idx="546">
                  <c:v>2.1901352329999998E-2</c:v>
                </c:pt>
                <c:pt idx="547">
                  <c:v>2.1913520990000001E-2</c:v>
                </c:pt>
                <c:pt idx="548">
                  <c:v>2.211596444E-2</c:v>
                </c:pt>
                <c:pt idx="549">
                  <c:v>2.2235229610000001E-2</c:v>
                </c:pt>
                <c:pt idx="550">
                  <c:v>2.230157889E-2</c:v>
                </c:pt>
                <c:pt idx="551">
                  <c:v>2.2427028049999999E-2</c:v>
                </c:pt>
                <c:pt idx="552">
                  <c:v>2.2535772990000001E-2</c:v>
                </c:pt>
                <c:pt idx="553">
                  <c:v>2.2694701330000001E-2</c:v>
                </c:pt>
                <c:pt idx="554">
                  <c:v>2.2821901370000001E-2</c:v>
                </c:pt>
                <c:pt idx="555">
                  <c:v>2.2907467559999999E-2</c:v>
                </c:pt>
                <c:pt idx="556">
                  <c:v>2.3074476050000001E-2</c:v>
                </c:pt>
                <c:pt idx="557">
                  <c:v>2.3212382569999999E-2</c:v>
                </c:pt>
                <c:pt idx="558">
                  <c:v>2.336838841E-2</c:v>
                </c:pt>
                <c:pt idx="559">
                  <c:v>2.3415047679999999E-2</c:v>
                </c:pt>
                <c:pt idx="560">
                  <c:v>2.3590067400000001E-2</c:v>
                </c:pt>
                <c:pt idx="561">
                  <c:v>2.3778473960000001E-2</c:v>
                </c:pt>
                <c:pt idx="562">
                  <c:v>2.3974537850000002E-2</c:v>
                </c:pt>
                <c:pt idx="563">
                  <c:v>2.40265429E-2</c:v>
                </c:pt>
                <c:pt idx="564">
                  <c:v>2.418555319E-2</c:v>
                </c:pt>
                <c:pt idx="565">
                  <c:v>2.4376899E-2</c:v>
                </c:pt>
                <c:pt idx="566">
                  <c:v>2.4530475959999999E-2</c:v>
                </c:pt>
                <c:pt idx="567">
                  <c:v>2.464027144E-2</c:v>
                </c:pt>
                <c:pt idx="568">
                  <c:v>2.4780539800000001E-2</c:v>
                </c:pt>
                <c:pt idx="569">
                  <c:v>2.498407662E-2</c:v>
                </c:pt>
                <c:pt idx="570">
                  <c:v>2.5123221800000001E-2</c:v>
                </c:pt>
                <c:pt idx="571">
                  <c:v>2.5318961590000001E-2</c:v>
                </c:pt>
                <c:pt idx="572">
                  <c:v>2.5458432730000001E-2</c:v>
                </c:pt>
                <c:pt idx="573">
                  <c:v>2.553622983E-2</c:v>
                </c:pt>
                <c:pt idx="574">
                  <c:v>2.568148449E-2</c:v>
                </c:pt>
                <c:pt idx="575">
                  <c:v>2.5941332800000001E-2</c:v>
                </c:pt>
                <c:pt idx="576">
                  <c:v>2.6123285289999999E-2</c:v>
                </c:pt>
                <c:pt idx="577">
                  <c:v>2.6265874509999999E-2</c:v>
                </c:pt>
                <c:pt idx="578">
                  <c:v>2.6410961520000002E-2</c:v>
                </c:pt>
                <c:pt idx="579">
                  <c:v>2.646009438E-2</c:v>
                </c:pt>
                <c:pt idx="580">
                  <c:v>2.6692496610000001E-2</c:v>
                </c:pt>
                <c:pt idx="581">
                  <c:v>2.6895776390000001E-2</c:v>
                </c:pt>
                <c:pt idx="582">
                  <c:v>2.704897895E-2</c:v>
                </c:pt>
                <c:pt idx="583">
                  <c:v>2.7233488859999998E-2</c:v>
                </c:pt>
                <c:pt idx="584">
                  <c:v>2.746070921E-2</c:v>
                </c:pt>
                <c:pt idx="585">
                  <c:v>2.7606001120000001E-2</c:v>
                </c:pt>
                <c:pt idx="586">
                  <c:v>2.7758296580000001E-2</c:v>
                </c:pt>
                <c:pt idx="587">
                  <c:v>2.7973724530000001E-2</c:v>
                </c:pt>
                <c:pt idx="588">
                  <c:v>2.8173018250000001E-2</c:v>
                </c:pt>
                <c:pt idx="589">
                  <c:v>2.8378207240000002E-2</c:v>
                </c:pt>
                <c:pt idx="590">
                  <c:v>2.8541196139999999E-2</c:v>
                </c:pt>
                <c:pt idx="591">
                  <c:v>2.8739698229999999E-2</c:v>
                </c:pt>
                <c:pt idx="592">
                  <c:v>2.8860908000000001E-2</c:v>
                </c:pt>
                <c:pt idx="593">
                  <c:v>2.9110986740000001E-2</c:v>
                </c:pt>
                <c:pt idx="594">
                  <c:v>2.9299005869999999E-2</c:v>
                </c:pt>
                <c:pt idx="595">
                  <c:v>2.9402421790000001E-2</c:v>
                </c:pt>
                <c:pt idx="596">
                  <c:v>2.9700623830000002E-2</c:v>
                </c:pt>
                <c:pt idx="597">
                  <c:v>2.9875144360000001E-2</c:v>
                </c:pt>
                <c:pt idx="598">
                  <c:v>3.0042273920000001E-2</c:v>
                </c:pt>
                <c:pt idx="599">
                  <c:v>3.0152525749999999E-2</c:v>
                </c:pt>
                <c:pt idx="600">
                  <c:v>3.0405959109999998E-2</c:v>
                </c:pt>
                <c:pt idx="601">
                  <c:v>2.94750277E-2</c:v>
                </c:pt>
                <c:pt idx="602">
                  <c:v>2.9654752459999999E-2</c:v>
                </c:pt>
                <c:pt idx="603">
                  <c:v>3.0036615209999999E-2</c:v>
                </c:pt>
                <c:pt idx="604">
                  <c:v>3.0026767400000001E-2</c:v>
                </c:pt>
                <c:pt idx="605">
                  <c:v>3.044119105E-2</c:v>
                </c:pt>
                <c:pt idx="606">
                  <c:v>3.0618483200000001E-2</c:v>
                </c:pt>
                <c:pt idx="607">
                  <c:v>3.0808378010000002E-2</c:v>
                </c:pt>
                <c:pt idx="608">
                  <c:v>3.1109910460000001E-2</c:v>
                </c:pt>
                <c:pt idx="609">
                  <c:v>3.128588945E-2</c:v>
                </c:pt>
                <c:pt idx="610">
                  <c:v>3.1550116840000003E-2</c:v>
                </c:pt>
                <c:pt idx="611">
                  <c:v>3.179077432E-2</c:v>
                </c:pt>
                <c:pt idx="612">
                  <c:v>3.1915068630000001E-2</c:v>
                </c:pt>
                <c:pt idx="613">
                  <c:v>3.2213382419999999E-2</c:v>
                </c:pt>
                <c:pt idx="614">
                  <c:v>3.241318092E-2</c:v>
                </c:pt>
                <c:pt idx="615">
                  <c:v>3.260132298E-2</c:v>
                </c:pt>
                <c:pt idx="616">
                  <c:v>3.2877828929999998E-2</c:v>
                </c:pt>
                <c:pt idx="617">
                  <c:v>3.2999809829999997E-2</c:v>
                </c:pt>
                <c:pt idx="618">
                  <c:v>3.3295821400000002E-2</c:v>
                </c:pt>
                <c:pt idx="619">
                  <c:v>3.3359970900000001E-2</c:v>
                </c:pt>
                <c:pt idx="620">
                  <c:v>3.375408798E-2</c:v>
                </c:pt>
                <c:pt idx="621">
                  <c:v>3.4023907040000002E-2</c:v>
                </c:pt>
                <c:pt idx="622">
                  <c:v>3.4417197109999999E-2</c:v>
                </c:pt>
                <c:pt idx="623">
                  <c:v>3.44643034E-2</c:v>
                </c:pt>
                <c:pt idx="624">
                  <c:v>3.4693542870000003E-2</c:v>
                </c:pt>
                <c:pt idx="625">
                  <c:v>3.4873392429999997E-2</c:v>
                </c:pt>
                <c:pt idx="626">
                  <c:v>3.5262119020000003E-2</c:v>
                </c:pt>
                <c:pt idx="627">
                  <c:v>3.5668842489999998E-2</c:v>
                </c:pt>
                <c:pt idx="628">
                  <c:v>3.5858150569999997E-2</c:v>
                </c:pt>
                <c:pt idx="629">
                  <c:v>3.6099828780000003E-2</c:v>
                </c:pt>
                <c:pt idx="630">
                  <c:v>3.6405932160000001E-2</c:v>
                </c:pt>
                <c:pt idx="631">
                  <c:v>3.6797132339999997E-2</c:v>
                </c:pt>
                <c:pt idx="632">
                  <c:v>3.6962889130000003E-2</c:v>
                </c:pt>
                <c:pt idx="633">
                  <c:v>3.7352077660000003E-2</c:v>
                </c:pt>
                <c:pt idx="634">
                  <c:v>3.7720501419999997E-2</c:v>
                </c:pt>
                <c:pt idx="635">
                  <c:v>3.787627071E-2</c:v>
                </c:pt>
                <c:pt idx="636">
                  <c:v>3.8394846019999998E-2</c:v>
                </c:pt>
                <c:pt idx="637">
                  <c:v>3.858458251E-2</c:v>
                </c:pt>
                <c:pt idx="638">
                  <c:v>3.889900818E-2</c:v>
                </c:pt>
                <c:pt idx="639">
                  <c:v>3.9105989039999997E-2</c:v>
                </c:pt>
                <c:pt idx="640">
                  <c:v>3.9481740440000003E-2</c:v>
                </c:pt>
                <c:pt idx="641">
                  <c:v>3.9807114749999997E-2</c:v>
                </c:pt>
                <c:pt idx="642">
                  <c:v>4.0228597820000003E-2</c:v>
                </c:pt>
                <c:pt idx="643">
                  <c:v>4.0428541599999999E-2</c:v>
                </c:pt>
                <c:pt idx="644">
                  <c:v>4.0889136489999998E-2</c:v>
                </c:pt>
                <c:pt idx="645">
                  <c:v>4.1249725969999998E-2</c:v>
                </c:pt>
                <c:pt idx="646">
                  <c:v>4.1809827090000001E-2</c:v>
                </c:pt>
                <c:pt idx="647">
                  <c:v>4.1942607610000002E-2</c:v>
                </c:pt>
                <c:pt idx="648">
                  <c:v>4.2371477929999998E-2</c:v>
                </c:pt>
                <c:pt idx="649">
                  <c:v>4.2829565700000002E-2</c:v>
                </c:pt>
                <c:pt idx="650">
                  <c:v>4.3188653889999998E-2</c:v>
                </c:pt>
                <c:pt idx="651">
                  <c:v>4.3603532020000002E-2</c:v>
                </c:pt>
                <c:pt idx="652">
                  <c:v>4.3927285820000002E-2</c:v>
                </c:pt>
                <c:pt idx="653">
                  <c:v>4.4344302269999997E-2</c:v>
                </c:pt>
                <c:pt idx="654">
                  <c:v>4.4840667399999999E-2</c:v>
                </c:pt>
                <c:pt idx="655">
                  <c:v>4.5184075830000003E-2</c:v>
                </c:pt>
                <c:pt idx="656">
                  <c:v>4.5620702210000003E-2</c:v>
                </c:pt>
                <c:pt idx="657">
                  <c:v>4.6191710980000002E-2</c:v>
                </c:pt>
                <c:pt idx="658">
                  <c:v>4.6644166110000003E-2</c:v>
                </c:pt>
                <c:pt idx="659">
                  <c:v>4.7056991610000001E-2</c:v>
                </c:pt>
                <c:pt idx="660">
                  <c:v>4.7583334150000003E-2</c:v>
                </c:pt>
                <c:pt idx="661">
                  <c:v>4.7981180249999998E-2</c:v>
                </c:pt>
                <c:pt idx="662">
                  <c:v>4.8503026370000001E-2</c:v>
                </c:pt>
                <c:pt idx="663">
                  <c:v>4.8847258089999998E-2</c:v>
                </c:pt>
                <c:pt idx="664">
                  <c:v>4.9415364859999998E-2</c:v>
                </c:pt>
                <c:pt idx="665">
                  <c:v>4.9997515979999997E-2</c:v>
                </c:pt>
                <c:pt idx="666">
                  <c:v>5.045151338E-2</c:v>
                </c:pt>
                <c:pt idx="667">
                  <c:v>5.1020238549999999E-2</c:v>
                </c:pt>
                <c:pt idx="668">
                  <c:v>5.1619037989999998E-2</c:v>
                </c:pt>
                <c:pt idx="669">
                  <c:v>5.2146267150000002E-2</c:v>
                </c:pt>
                <c:pt idx="670">
                  <c:v>5.2739664909999998E-2</c:v>
                </c:pt>
                <c:pt idx="671">
                  <c:v>5.3411357100000001E-2</c:v>
                </c:pt>
                <c:pt idx="672">
                  <c:v>5.3958766159999998E-2</c:v>
                </c:pt>
                <c:pt idx="673">
                  <c:v>5.4606512189999998E-2</c:v>
                </c:pt>
                <c:pt idx="674">
                  <c:v>5.5114518850000002E-2</c:v>
                </c:pt>
                <c:pt idx="675">
                  <c:v>5.5937267839999999E-2</c:v>
                </c:pt>
                <c:pt idx="676">
                  <c:v>5.6420333679999997E-2</c:v>
                </c:pt>
                <c:pt idx="677">
                  <c:v>5.7077966629999997E-2</c:v>
                </c:pt>
                <c:pt idx="678">
                  <c:v>5.7739373300000001E-2</c:v>
                </c:pt>
                <c:pt idx="679">
                  <c:v>5.852845684E-2</c:v>
                </c:pt>
                <c:pt idx="680">
                  <c:v>5.9258565309999997E-2</c:v>
                </c:pt>
                <c:pt idx="681">
                  <c:v>5.9979531910000002E-2</c:v>
                </c:pt>
                <c:pt idx="682">
                  <c:v>6.0625821349999998E-2</c:v>
                </c:pt>
                <c:pt idx="683">
                  <c:v>6.1443697659999998E-2</c:v>
                </c:pt>
                <c:pt idx="684">
                  <c:v>6.2129683790000001E-2</c:v>
                </c:pt>
                <c:pt idx="685">
                  <c:v>6.2953934069999995E-2</c:v>
                </c:pt>
                <c:pt idx="686">
                  <c:v>6.3779123130000004E-2</c:v>
                </c:pt>
                <c:pt idx="687">
                  <c:v>6.454797089E-2</c:v>
                </c:pt>
                <c:pt idx="688">
                  <c:v>6.5421029929999999E-2</c:v>
                </c:pt>
                <c:pt idx="689">
                  <c:v>6.6396579149999996E-2</c:v>
                </c:pt>
                <c:pt idx="690">
                  <c:v>6.7059449849999994E-2</c:v>
                </c:pt>
                <c:pt idx="691">
                  <c:v>6.8134583530000001E-2</c:v>
                </c:pt>
                <c:pt idx="692">
                  <c:v>6.8949356680000004E-2</c:v>
                </c:pt>
                <c:pt idx="693">
                  <c:v>6.9851748650000003E-2</c:v>
                </c:pt>
                <c:pt idx="694">
                  <c:v>7.0902928709999993E-2</c:v>
                </c:pt>
                <c:pt idx="695">
                  <c:v>7.1727253500000004E-2</c:v>
                </c:pt>
                <c:pt idx="696">
                  <c:v>7.2789594530000001E-2</c:v>
                </c:pt>
                <c:pt idx="697">
                  <c:v>7.3933780190000006E-2</c:v>
                </c:pt>
                <c:pt idx="698">
                  <c:v>7.4871450660000005E-2</c:v>
                </c:pt>
                <c:pt idx="699">
                  <c:v>7.5944758949999996E-2</c:v>
                </c:pt>
                <c:pt idx="700">
                  <c:v>7.6986171310000004E-2</c:v>
                </c:pt>
                <c:pt idx="701">
                  <c:v>7.8174829479999999E-2</c:v>
                </c:pt>
                <c:pt idx="702">
                  <c:v>7.9304873940000006E-2</c:v>
                </c:pt>
                <c:pt idx="703">
                  <c:v>8.0378152430000002E-2</c:v>
                </c:pt>
                <c:pt idx="704">
                  <c:v>8.1647545099999996E-2</c:v>
                </c:pt>
                <c:pt idx="705">
                  <c:v>8.2783766090000002E-2</c:v>
                </c:pt>
                <c:pt idx="706">
                  <c:v>8.3888828750000005E-2</c:v>
                </c:pt>
                <c:pt idx="707">
                  <c:v>8.5254244509999993E-2</c:v>
                </c:pt>
                <c:pt idx="708">
                  <c:v>8.6473613980000003E-2</c:v>
                </c:pt>
                <c:pt idx="709">
                  <c:v>8.7707564230000007E-2</c:v>
                </c:pt>
                <c:pt idx="710">
                  <c:v>8.9020520450000001E-2</c:v>
                </c:pt>
                <c:pt idx="711">
                  <c:v>9.0343609450000001E-2</c:v>
                </c:pt>
                <c:pt idx="712">
                  <c:v>9.1641552749999994E-2</c:v>
                </c:pt>
                <c:pt idx="713">
                  <c:v>9.3130007390000005E-2</c:v>
                </c:pt>
                <c:pt idx="714">
                  <c:v>9.4486087560000001E-2</c:v>
                </c:pt>
                <c:pt idx="715">
                  <c:v>9.5836482939999995E-2</c:v>
                </c:pt>
                <c:pt idx="716">
                  <c:v>9.7268350419999997E-2</c:v>
                </c:pt>
                <c:pt idx="717">
                  <c:v>9.8718762400000007E-2</c:v>
                </c:pt>
                <c:pt idx="718">
                  <c:v>0.1000771523</c:v>
                </c:pt>
                <c:pt idx="719">
                  <c:v>0.1017189696</c:v>
                </c:pt>
                <c:pt idx="720">
                  <c:v>0.10330103340000001</c:v>
                </c:pt>
                <c:pt idx="721">
                  <c:v>0.10493212189999999</c:v>
                </c:pt>
                <c:pt idx="722">
                  <c:v>0.1063472852</c:v>
                </c:pt>
                <c:pt idx="723">
                  <c:v>0.1079795286</c:v>
                </c:pt>
                <c:pt idx="724">
                  <c:v>0.10959073900000001</c:v>
                </c:pt>
                <c:pt idx="725">
                  <c:v>0.11139555280000001</c:v>
                </c:pt>
                <c:pt idx="726">
                  <c:v>0.1130560488</c:v>
                </c:pt>
                <c:pt idx="727">
                  <c:v>0.114862673</c:v>
                </c:pt>
                <c:pt idx="728">
                  <c:v>0.116569072</c:v>
                </c:pt>
                <c:pt idx="729">
                  <c:v>0.11831669509999999</c:v>
                </c:pt>
                <c:pt idx="730">
                  <c:v>0.1200711802</c:v>
                </c:pt>
                <c:pt idx="731">
                  <c:v>0.1221576333</c:v>
                </c:pt>
                <c:pt idx="732">
                  <c:v>0.1239187494</c:v>
                </c:pt>
                <c:pt idx="733">
                  <c:v>0.12589348850000001</c:v>
                </c:pt>
                <c:pt idx="734">
                  <c:v>0.12799371779999999</c:v>
                </c:pt>
                <c:pt idx="735">
                  <c:v>0.13009896870000001</c:v>
                </c:pt>
                <c:pt idx="736">
                  <c:v>0.13221031429999999</c:v>
                </c:pt>
                <c:pt idx="737">
                  <c:v>0.13432155549999999</c:v>
                </c:pt>
                <c:pt idx="738">
                  <c:v>0.1364915371</c:v>
                </c:pt>
                <c:pt idx="739">
                  <c:v>0.1387909353</c:v>
                </c:pt>
                <c:pt idx="740">
                  <c:v>0.1411057711</c:v>
                </c:pt>
                <c:pt idx="741">
                  <c:v>0.1434948295</c:v>
                </c:pt>
                <c:pt idx="742">
                  <c:v>0.14597192410000001</c:v>
                </c:pt>
                <c:pt idx="743">
                  <c:v>0.1485651284</c:v>
                </c:pt>
                <c:pt idx="744">
                  <c:v>0.15120565890000001</c:v>
                </c:pt>
                <c:pt idx="745">
                  <c:v>0.1538437456</c:v>
                </c:pt>
                <c:pt idx="746">
                  <c:v>0.1565456539</c:v>
                </c:pt>
                <c:pt idx="747">
                  <c:v>0.15950520339999999</c:v>
                </c:pt>
                <c:pt idx="748">
                  <c:v>0.1623945087</c:v>
                </c:pt>
                <c:pt idx="749">
                  <c:v>0.16540807490000001</c:v>
                </c:pt>
                <c:pt idx="750">
                  <c:v>0.16861324010000001</c:v>
                </c:pt>
                <c:pt idx="751">
                  <c:v>0.17176683249999999</c:v>
                </c:pt>
                <c:pt idx="752">
                  <c:v>0.17517933250000001</c:v>
                </c:pt>
                <c:pt idx="753">
                  <c:v>0.17859616880000001</c:v>
                </c:pt>
                <c:pt idx="754">
                  <c:v>0.18216229980000001</c:v>
                </c:pt>
                <c:pt idx="755">
                  <c:v>0.1857964694</c:v>
                </c:pt>
                <c:pt idx="756">
                  <c:v>0.1896647662</c:v>
                </c:pt>
                <c:pt idx="757">
                  <c:v>0.19360458850000001</c:v>
                </c:pt>
                <c:pt idx="758">
                  <c:v>0.1974947155</c:v>
                </c:pt>
                <c:pt idx="759">
                  <c:v>0.201684311</c:v>
                </c:pt>
                <c:pt idx="760">
                  <c:v>0.2060640752</c:v>
                </c:pt>
                <c:pt idx="761">
                  <c:v>0.21049816909999999</c:v>
                </c:pt>
                <c:pt idx="762">
                  <c:v>0.2152569741</c:v>
                </c:pt>
                <c:pt idx="763">
                  <c:v>0.21996968980000001</c:v>
                </c:pt>
                <c:pt idx="764">
                  <c:v>0.2250055373</c:v>
                </c:pt>
                <c:pt idx="765">
                  <c:v>0.2300567627</c:v>
                </c:pt>
                <c:pt idx="766">
                  <c:v>0.23539660870000001</c:v>
                </c:pt>
                <c:pt idx="767">
                  <c:v>0.24092519279999999</c:v>
                </c:pt>
                <c:pt idx="768">
                  <c:v>0.24656632540000001</c:v>
                </c:pt>
                <c:pt idx="769">
                  <c:v>0.25248831510000003</c:v>
                </c:pt>
                <c:pt idx="770">
                  <c:v>0.25863376259999998</c:v>
                </c:pt>
                <c:pt idx="771">
                  <c:v>0.26491725440000002</c:v>
                </c:pt>
                <c:pt idx="772">
                  <c:v>0.2716369629</c:v>
                </c:pt>
                <c:pt idx="773">
                  <c:v>0.27843648199999999</c:v>
                </c:pt>
                <c:pt idx="774">
                  <c:v>0.2855266333</c:v>
                </c:pt>
                <c:pt idx="775">
                  <c:v>0.2930392027</c:v>
                </c:pt>
                <c:pt idx="776">
                  <c:v>0.3006917536</c:v>
                </c:pt>
                <c:pt idx="777">
                  <c:v>0.3085850477</c:v>
                </c:pt>
                <c:pt idx="778">
                  <c:v>0.31678014989999997</c:v>
                </c:pt>
                <c:pt idx="779">
                  <c:v>0.3254292607</c:v>
                </c:pt>
                <c:pt idx="780">
                  <c:v>0.33430367709999997</c:v>
                </c:pt>
                <c:pt idx="781">
                  <c:v>0.34353861209999997</c:v>
                </c:pt>
                <c:pt idx="782">
                  <c:v>0.35312789680000001</c:v>
                </c:pt>
                <c:pt idx="783">
                  <c:v>0.36307120320000003</c:v>
                </c:pt>
                <c:pt idx="784">
                  <c:v>0.3735018671</c:v>
                </c:pt>
                <c:pt idx="785">
                  <c:v>0.38419649</c:v>
                </c:pt>
                <c:pt idx="786">
                  <c:v>0.39542132619999998</c:v>
                </c:pt>
                <c:pt idx="787">
                  <c:v>0.40685120219999998</c:v>
                </c:pt>
                <c:pt idx="788">
                  <c:v>0.4190241992</c:v>
                </c:pt>
                <c:pt idx="789">
                  <c:v>0.43131911750000002</c:v>
                </c:pt>
                <c:pt idx="790">
                  <c:v>0.44432008270000001</c:v>
                </c:pt>
                <c:pt idx="791">
                  <c:v>0.45790565010000001</c:v>
                </c:pt>
                <c:pt idx="792">
                  <c:v>0.4718153477</c:v>
                </c:pt>
                <c:pt idx="793">
                  <c:v>0.48649677629999999</c:v>
                </c:pt>
                <c:pt idx="794">
                  <c:v>0.5016050339</c:v>
                </c:pt>
                <c:pt idx="795">
                  <c:v>0.51721608640000005</c:v>
                </c:pt>
                <c:pt idx="796">
                  <c:v>0.53351628780000004</c:v>
                </c:pt>
                <c:pt idx="797">
                  <c:v>0.55043375490000002</c:v>
                </c:pt>
                <c:pt idx="798">
                  <c:v>0.56821364159999999</c:v>
                </c:pt>
                <c:pt idx="799">
                  <c:v>0.58653944729999996</c:v>
                </c:pt>
                <c:pt idx="800">
                  <c:v>0.60530316829999997</c:v>
                </c:pt>
                <c:pt idx="801">
                  <c:v>0.62511205670000003</c:v>
                </c:pt>
                <c:pt idx="802">
                  <c:v>0.64557260270000005</c:v>
                </c:pt>
                <c:pt idx="803">
                  <c:v>0.66681098940000005</c:v>
                </c:pt>
                <c:pt idx="804">
                  <c:v>0.68866962190000003</c:v>
                </c:pt>
                <c:pt idx="805">
                  <c:v>0.71113479140000002</c:v>
                </c:pt>
                <c:pt idx="806">
                  <c:v>0.73439931869999997</c:v>
                </c:pt>
                <c:pt idx="807">
                  <c:v>0.75863510369999998</c:v>
                </c:pt>
                <c:pt idx="808">
                  <c:v>0.78335362669999997</c:v>
                </c:pt>
                <c:pt idx="809">
                  <c:v>0.80873477459999998</c:v>
                </c:pt>
                <c:pt idx="810">
                  <c:v>0.83501791950000004</c:v>
                </c:pt>
                <c:pt idx="811">
                  <c:v>0.86194127799999998</c:v>
                </c:pt>
                <c:pt idx="812">
                  <c:v>0.88956922289999996</c:v>
                </c:pt>
                <c:pt idx="813">
                  <c:v>0.91722750659999996</c:v>
                </c:pt>
                <c:pt idx="814">
                  <c:v>0.94607442620000004</c:v>
                </c:pt>
                <c:pt idx="815">
                  <c:v>0.97514396910000001</c:v>
                </c:pt>
                <c:pt idx="816">
                  <c:v>1.0046966079999999</c:v>
                </c:pt>
                <c:pt idx="817">
                  <c:v>1.0342860220000001</c:v>
                </c:pt>
                <c:pt idx="818">
                  <c:v>1.0640186069999999</c:v>
                </c:pt>
                <c:pt idx="819">
                  <c:v>1.094347835</c:v>
                </c:pt>
                <c:pt idx="820">
                  <c:v>1.1245954039999999</c:v>
                </c:pt>
                <c:pt idx="821">
                  <c:v>1.1547031400000001</c:v>
                </c:pt>
                <c:pt idx="822">
                  <c:v>1.184168696</c:v>
                </c:pt>
                <c:pt idx="823">
                  <c:v>1.2132569550000001</c:v>
                </c:pt>
                <c:pt idx="824">
                  <c:v>1.242151856</c:v>
                </c:pt>
                <c:pt idx="825">
                  <c:v>1.269874334</c:v>
                </c:pt>
                <c:pt idx="826">
                  <c:v>1.296386957</c:v>
                </c:pt>
                <c:pt idx="827">
                  <c:v>1.322132707</c:v>
                </c:pt>
                <c:pt idx="828">
                  <c:v>1.346809506</c:v>
                </c:pt>
                <c:pt idx="829">
                  <c:v>1.36973393</c:v>
                </c:pt>
                <c:pt idx="830">
                  <c:v>1.3909333939999999</c:v>
                </c:pt>
                <c:pt idx="831">
                  <c:v>1.4100416899999999</c:v>
                </c:pt>
                <c:pt idx="832">
                  <c:v>1.42850554</c:v>
                </c:pt>
                <c:pt idx="833">
                  <c:v>1.444241643</c:v>
                </c:pt>
                <c:pt idx="834">
                  <c:v>1.4584460260000001</c:v>
                </c:pt>
                <c:pt idx="835">
                  <c:v>1.4703404899999999</c:v>
                </c:pt>
                <c:pt idx="836">
                  <c:v>1.4804048540000001</c:v>
                </c:pt>
                <c:pt idx="837">
                  <c:v>1.4883929490000001</c:v>
                </c:pt>
                <c:pt idx="838">
                  <c:v>1.49433744</c:v>
                </c:pt>
                <c:pt idx="839">
                  <c:v>1.4983509779999999</c:v>
                </c:pt>
                <c:pt idx="840">
                  <c:v>1.500424623</c:v>
                </c:pt>
                <c:pt idx="841">
                  <c:v>1.500574946</c:v>
                </c:pt>
                <c:pt idx="842">
                  <c:v>1.4993860720000001</c:v>
                </c:pt>
                <c:pt idx="843">
                  <c:v>1.4960944650000001</c:v>
                </c:pt>
                <c:pt idx="844">
                  <c:v>1.491357684</c:v>
                </c:pt>
                <c:pt idx="845">
                  <c:v>1.4853683710000001</c:v>
                </c:pt>
                <c:pt idx="846">
                  <c:v>1.4781192540000001</c:v>
                </c:pt>
                <c:pt idx="847">
                  <c:v>1.469639063</c:v>
                </c:pt>
                <c:pt idx="848">
                  <c:v>1.459927559</c:v>
                </c:pt>
                <c:pt idx="849">
                  <c:v>1.449449539</c:v>
                </c:pt>
                <c:pt idx="850">
                  <c:v>1.4380042550000001</c:v>
                </c:pt>
                <c:pt idx="851">
                  <c:v>1.4257267709999999</c:v>
                </c:pt>
                <c:pt idx="852">
                  <c:v>1.413042068</c:v>
                </c:pt>
                <c:pt idx="853">
                  <c:v>1.399579525</c:v>
                </c:pt>
                <c:pt idx="854">
                  <c:v>1.38547051</c:v>
                </c:pt>
                <c:pt idx="855">
                  <c:v>1.370965481</c:v>
                </c:pt>
                <c:pt idx="856">
                  <c:v>1.355902553</c:v>
                </c:pt>
                <c:pt idx="857">
                  <c:v>1.340769053</c:v>
                </c:pt>
                <c:pt idx="858">
                  <c:v>1.3252105709999999</c:v>
                </c:pt>
                <c:pt idx="859">
                  <c:v>1.3094547990000001</c:v>
                </c:pt>
                <c:pt idx="860">
                  <c:v>1.2931448219999999</c:v>
                </c:pt>
                <c:pt idx="861">
                  <c:v>1.276611924</c:v>
                </c:pt>
                <c:pt idx="862">
                  <c:v>1.2604016069999999</c:v>
                </c:pt>
                <c:pt idx="863">
                  <c:v>1.2434486149999999</c:v>
                </c:pt>
                <c:pt idx="864">
                  <c:v>1.226578355</c:v>
                </c:pt>
                <c:pt idx="865">
                  <c:v>1.209576845</c:v>
                </c:pt>
                <c:pt idx="866">
                  <c:v>1.192520976</c:v>
                </c:pt>
                <c:pt idx="867">
                  <c:v>1.1754355430000001</c:v>
                </c:pt>
                <c:pt idx="868">
                  <c:v>1.1578919889999999</c:v>
                </c:pt>
                <c:pt idx="869">
                  <c:v>1.1409085990000001</c:v>
                </c:pt>
                <c:pt idx="870">
                  <c:v>1.1237812039999999</c:v>
                </c:pt>
                <c:pt idx="871">
                  <c:v>1.1064451930000001</c:v>
                </c:pt>
                <c:pt idx="872">
                  <c:v>1.089494228</c:v>
                </c:pt>
                <c:pt idx="873">
                  <c:v>1.0721057650000001</c:v>
                </c:pt>
                <c:pt idx="874">
                  <c:v>1.0553698540000001</c:v>
                </c:pt>
                <c:pt idx="875">
                  <c:v>1.0386049749999999</c:v>
                </c:pt>
                <c:pt idx="876">
                  <c:v>1.021453977</c:v>
                </c:pt>
                <c:pt idx="877">
                  <c:v>1.004853368</c:v>
                </c:pt>
                <c:pt idx="878">
                  <c:v>0.98834151029999995</c:v>
                </c:pt>
                <c:pt idx="879">
                  <c:v>0.97169661519999995</c:v>
                </c:pt>
                <c:pt idx="880">
                  <c:v>0.95554780959999996</c:v>
                </c:pt>
                <c:pt idx="881">
                  <c:v>0.93943744900000004</c:v>
                </c:pt>
                <c:pt idx="882">
                  <c:v>0.92331171040000004</c:v>
                </c:pt>
                <c:pt idx="883">
                  <c:v>0.90748387580000001</c:v>
                </c:pt>
                <c:pt idx="884">
                  <c:v>0.89189058539999999</c:v>
                </c:pt>
                <c:pt idx="885">
                  <c:v>0.87645626070000004</c:v>
                </c:pt>
                <c:pt idx="886">
                  <c:v>0.86132407190000004</c:v>
                </c:pt>
                <c:pt idx="887">
                  <c:v>0.8462905288</c:v>
                </c:pt>
                <c:pt idx="888">
                  <c:v>0.83164089919999995</c:v>
                </c:pt>
                <c:pt idx="889">
                  <c:v>0.81718599800000002</c:v>
                </c:pt>
                <c:pt idx="890">
                  <c:v>0.80288028720000004</c:v>
                </c:pt>
                <c:pt idx="891">
                  <c:v>0.78904867170000004</c:v>
                </c:pt>
                <c:pt idx="892">
                  <c:v>0.77550530429999998</c:v>
                </c:pt>
                <c:pt idx="893">
                  <c:v>0.7625743747</c:v>
                </c:pt>
                <c:pt idx="894">
                  <c:v>0.74968767169999995</c:v>
                </c:pt>
                <c:pt idx="895">
                  <c:v>0.73719978330000002</c:v>
                </c:pt>
                <c:pt idx="896">
                  <c:v>0.72544085979999995</c:v>
                </c:pt>
                <c:pt idx="897">
                  <c:v>0.71364372970000001</c:v>
                </c:pt>
                <c:pt idx="898">
                  <c:v>0.702557981</c:v>
                </c:pt>
                <c:pt idx="899">
                  <c:v>0.69166439769999999</c:v>
                </c:pt>
                <c:pt idx="900">
                  <c:v>0.68143469099999998</c:v>
                </c:pt>
                <c:pt idx="901">
                  <c:v>0.67168933149999999</c:v>
                </c:pt>
                <c:pt idx="902">
                  <c:v>0.66229212280000005</c:v>
                </c:pt>
                <c:pt idx="903">
                  <c:v>0.65333616729999999</c:v>
                </c:pt>
                <c:pt idx="904">
                  <c:v>0.64505022759999997</c:v>
                </c:pt>
                <c:pt idx="905">
                  <c:v>0.63717889790000004</c:v>
                </c:pt>
                <c:pt idx="906">
                  <c:v>0.62977850440000005</c:v>
                </c:pt>
                <c:pt idx="907">
                  <c:v>0.62277531620000004</c:v>
                </c:pt>
                <c:pt idx="908">
                  <c:v>0.61658966540000004</c:v>
                </c:pt>
                <c:pt idx="909">
                  <c:v>0.61057525869999996</c:v>
                </c:pt>
                <c:pt idx="910">
                  <c:v>0.60505890849999999</c:v>
                </c:pt>
                <c:pt idx="911">
                  <c:v>0.60019814969999996</c:v>
                </c:pt>
                <c:pt idx="912">
                  <c:v>0.59542381759999996</c:v>
                </c:pt>
                <c:pt idx="913">
                  <c:v>0.59127944710000002</c:v>
                </c:pt>
                <c:pt idx="914">
                  <c:v>0.58753979209999996</c:v>
                </c:pt>
                <c:pt idx="915">
                  <c:v>0.58401101830000002</c:v>
                </c:pt>
                <c:pt idx="916">
                  <c:v>0.58092856410000004</c:v>
                </c:pt>
                <c:pt idx="917">
                  <c:v>0.5781570077</c:v>
                </c:pt>
                <c:pt idx="918">
                  <c:v>0.57573801280000003</c:v>
                </c:pt>
                <c:pt idx="919">
                  <c:v>0.57341819999999999</c:v>
                </c:pt>
                <c:pt idx="920">
                  <c:v>0.57151156660000002</c:v>
                </c:pt>
                <c:pt idx="921">
                  <c:v>0.56971120829999999</c:v>
                </c:pt>
                <c:pt idx="922">
                  <c:v>0.56825751069999997</c:v>
                </c:pt>
                <c:pt idx="923">
                  <c:v>0.56712049249999996</c:v>
                </c:pt>
                <c:pt idx="924">
                  <c:v>0.56598132850000005</c:v>
                </c:pt>
                <c:pt idx="925">
                  <c:v>0.56506067510000002</c:v>
                </c:pt>
                <c:pt idx="926">
                  <c:v>0.56427395339999997</c:v>
                </c:pt>
                <c:pt idx="927">
                  <c:v>0.56358015539999995</c:v>
                </c:pt>
                <c:pt idx="928">
                  <c:v>0.56315535309999998</c:v>
                </c:pt>
                <c:pt idx="929">
                  <c:v>0.56270623210000004</c:v>
                </c:pt>
                <c:pt idx="930">
                  <c:v>0.56253755090000002</c:v>
                </c:pt>
                <c:pt idx="931">
                  <c:v>0.56242245440000005</c:v>
                </c:pt>
                <c:pt idx="932">
                  <c:v>0.56224989889999999</c:v>
                </c:pt>
                <c:pt idx="933">
                  <c:v>0.56242614980000005</c:v>
                </c:pt>
                <c:pt idx="934">
                  <c:v>0.56253403430000004</c:v>
                </c:pt>
                <c:pt idx="935">
                  <c:v>0.56281036139999996</c:v>
                </c:pt>
                <c:pt idx="936">
                  <c:v>0.56302243470000002</c:v>
                </c:pt>
                <c:pt idx="937">
                  <c:v>0.56344288590000002</c:v>
                </c:pt>
                <c:pt idx="938">
                  <c:v>0.56380569930000002</c:v>
                </c:pt>
                <c:pt idx="939">
                  <c:v>0.56429427860000003</c:v>
                </c:pt>
                <c:pt idx="940">
                  <c:v>0.564817071</c:v>
                </c:pt>
                <c:pt idx="941">
                  <c:v>0.56546121839999997</c:v>
                </c:pt>
                <c:pt idx="942">
                  <c:v>0.56601184609999999</c:v>
                </c:pt>
                <c:pt idx="943">
                  <c:v>0.56671077010000004</c:v>
                </c:pt>
                <c:pt idx="944">
                  <c:v>0.56753599639999996</c:v>
                </c:pt>
                <c:pt idx="945">
                  <c:v>0.56817978619999998</c:v>
                </c:pt>
                <c:pt idx="946">
                  <c:v>0.56899809840000004</c:v>
                </c:pt>
                <c:pt idx="947">
                  <c:v>0.56979429719999997</c:v>
                </c:pt>
                <c:pt idx="948">
                  <c:v>0.57049244639999996</c:v>
                </c:pt>
                <c:pt idx="949">
                  <c:v>0.57164680960000003</c:v>
                </c:pt>
                <c:pt idx="950">
                  <c:v>0.57249057290000005</c:v>
                </c:pt>
                <c:pt idx="951">
                  <c:v>0.57346713540000005</c:v>
                </c:pt>
                <c:pt idx="952">
                  <c:v>0.57448154689999997</c:v>
                </c:pt>
                <c:pt idx="953">
                  <c:v>0.57545584439999997</c:v>
                </c:pt>
                <c:pt idx="954">
                  <c:v>0.57638144489999998</c:v>
                </c:pt>
                <c:pt idx="955">
                  <c:v>0.57756203409999995</c:v>
                </c:pt>
                <c:pt idx="956">
                  <c:v>0.57838761809999995</c:v>
                </c:pt>
                <c:pt idx="957">
                  <c:v>0.57950520520000004</c:v>
                </c:pt>
                <c:pt idx="958">
                  <c:v>0.58054435250000003</c:v>
                </c:pt>
                <c:pt idx="959">
                  <c:v>0.58161449430000001</c:v>
                </c:pt>
                <c:pt idx="960">
                  <c:v>0.58282572030000002</c:v>
                </c:pt>
                <c:pt idx="961">
                  <c:v>0.58378702400000004</c:v>
                </c:pt>
                <c:pt idx="962">
                  <c:v>0.58485668899999999</c:v>
                </c:pt>
                <c:pt idx="963">
                  <c:v>0.58588182929999999</c:v>
                </c:pt>
                <c:pt idx="964">
                  <c:v>0.58699452880000003</c:v>
                </c:pt>
                <c:pt idx="965">
                  <c:v>0.58822929859999995</c:v>
                </c:pt>
                <c:pt idx="966">
                  <c:v>0.58937060829999999</c:v>
                </c:pt>
                <c:pt idx="967">
                  <c:v>0.59038335080000004</c:v>
                </c:pt>
                <c:pt idx="968">
                  <c:v>0.59133797880000005</c:v>
                </c:pt>
                <c:pt idx="969">
                  <c:v>0.59255665540000002</c:v>
                </c:pt>
                <c:pt idx="970">
                  <c:v>0.59357523919999999</c:v>
                </c:pt>
                <c:pt idx="971">
                  <c:v>0.59482359890000003</c:v>
                </c:pt>
                <c:pt idx="972">
                  <c:v>0.59576183559999996</c:v>
                </c:pt>
                <c:pt idx="973">
                  <c:v>0.59705328940000002</c:v>
                </c:pt>
                <c:pt idx="974">
                  <c:v>0.59833115339999998</c:v>
                </c:pt>
                <c:pt idx="975">
                  <c:v>0.59927576780000003</c:v>
                </c:pt>
                <c:pt idx="976">
                  <c:v>0.60041892529999996</c:v>
                </c:pt>
                <c:pt idx="977">
                  <c:v>0.60171550510000005</c:v>
                </c:pt>
                <c:pt idx="978">
                  <c:v>0.60289788249999998</c:v>
                </c:pt>
                <c:pt idx="979">
                  <c:v>0.60404741760000003</c:v>
                </c:pt>
                <c:pt idx="980">
                  <c:v>0.60540693999999995</c:v>
                </c:pt>
                <c:pt idx="981">
                  <c:v>0.60634636880000004</c:v>
                </c:pt>
                <c:pt idx="982">
                  <c:v>0.60764896869999996</c:v>
                </c:pt>
                <c:pt idx="983">
                  <c:v>0.60907816889999999</c:v>
                </c:pt>
                <c:pt idx="984">
                  <c:v>0.61018931870000004</c:v>
                </c:pt>
                <c:pt idx="985">
                  <c:v>0.61163932089999995</c:v>
                </c:pt>
                <c:pt idx="986">
                  <c:v>0.61298936609999999</c:v>
                </c:pt>
                <c:pt idx="987">
                  <c:v>0.61430943010000005</c:v>
                </c:pt>
                <c:pt idx="988">
                  <c:v>0.61560571190000002</c:v>
                </c:pt>
                <c:pt idx="989">
                  <c:v>0.61689758299999997</c:v>
                </c:pt>
                <c:pt idx="990">
                  <c:v>0.61809450389999998</c:v>
                </c:pt>
                <c:pt idx="991">
                  <c:v>0.61965477469999997</c:v>
                </c:pt>
                <c:pt idx="992">
                  <c:v>0.62097883220000005</c:v>
                </c:pt>
                <c:pt idx="993">
                  <c:v>0.62224018569999995</c:v>
                </c:pt>
                <c:pt idx="994">
                  <c:v>0.62383979560000002</c:v>
                </c:pt>
                <c:pt idx="995">
                  <c:v>0.62517195940000003</c:v>
                </c:pt>
                <c:pt idx="996">
                  <c:v>0.62653988599999999</c:v>
                </c:pt>
                <c:pt idx="997">
                  <c:v>0.62780994180000005</c:v>
                </c:pt>
                <c:pt idx="998">
                  <c:v>0.62915623190000003</c:v>
                </c:pt>
                <c:pt idx="999">
                  <c:v>0.6301691532</c:v>
                </c:pt>
                <c:pt idx="1000">
                  <c:v>0.63172370200000005</c:v>
                </c:pt>
                <c:pt idx="1001">
                  <c:v>0.63306045529999999</c:v>
                </c:pt>
                <c:pt idx="1002">
                  <c:v>0.6343515515</c:v>
                </c:pt>
                <c:pt idx="1003">
                  <c:v>0.63547688719999995</c:v>
                </c:pt>
                <c:pt idx="1004">
                  <c:v>0.63691246509999999</c:v>
                </c:pt>
                <c:pt idx="1005">
                  <c:v>0.63824540380000006</c:v>
                </c:pt>
                <c:pt idx="1006">
                  <c:v>0.63953989739999995</c:v>
                </c:pt>
                <c:pt idx="1007">
                  <c:v>0.64074844119999996</c:v>
                </c:pt>
                <c:pt idx="1008">
                  <c:v>0.64199733729999997</c:v>
                </c:pt>
                <c:pt idx="1009">
                  <c:v>0.64307975770000003</c:v>
                </c:pt>
                <c:pt idx="1010">
                  <c:v>0.64438021180000005</c:v>
                </c:pt>
                <c:pt idx="1011">
                  <c:v>0.64533263439999999</c:v>
                </c:pt>
                <c:pt idx="1012">
                  <c:v>0.64647454019999995</c:v>
                </c:pt>
                <c:pt idx="1013">
                  <c:v>0.64764189719999998</c:v>
                </c:pt>
                <c:pt idx="1014">
                  <c:v>0.64836663009999995</c:v>
                </c:pt>
                <c:pt idx="1015">
                  <c:v>0.64981609579999999</c:v>
                </c:pt>
                <c:pt idx="1016">
                  <c:v>0.6505737305</c:v>
                </c:pt>
                <c:pt idx="1017">
                  <c:v>0.65143626929999998</c:v>
                </c:pt>
                <c:pt idx="1018">
                  <c:v>0.65241026879999997</c:v>
                </c:pt>
                <c:pt idx="1019">
                  <c:v>0.65337407589999996</c:v>
                </c:pt>
                <c:pt idx="1020">
                  <c:v>0.65401381250000001</c:v>
                </c:pt>
                <c:pt idx="1021">
                  <c:v>0.65490847829999999</c:v>
                </c:pt>
                <c:pt idx="1022">
                  <c:v>0.65538227559999995</c:v>
                </c:pt>
                <c:pt idx="1023">
                  <c:v>0.65624523160000003</c:v>
                </c:pt>
                <c:pt idx="1024">
                  <c:v>0.65704488750000001</c:v>
                </c:pt>
                <c:pt idx="1025">
                  <c:v>0.65745007990000004</c:v>
                </c:pt>
                <c:pt idx="1026">
                  <c:v>0.65795290470000001</c:v>
                </c:pt>
                <c:pt idx="1027">
                  <c:v>0.65841609239999999</c:v>
                </c:pt>
                <c:pt idx="1028">
                  <c:v>0.65884202719999996</c:v>
                </c:pt>
                <c:pt idx="1029">
                  <c:v>0.65956974030000004</c:v>
                </c:pt>
                <c:pt idx="1030">
                  <c:v>0.65990006919999999</c:v>
                </c:pt>
                <c:pt idx="1031">
                  <c:v>0.66024446489999999</c:v>
                </c:pt>
                <c:pt idx="1032">
                  <c:v>0.66053265329999999</c:v>
                </c:pt>
                <c:pt idx="1033">
                  <c:v>0.66103488210000005</c:v>
                </c:pt>
                <c:pt idx="1034">
                  <c:v>0.6610872149</c:v>
                </c:pt>
                <c:pt idx="1035">
                  <c:v>0.66106235980000005</c:v>
                </c:pt>
                <c:pt idx="1036">
                  <c:v>0.66154515739999997</c:v>
                </c:pt>
                <c:pt idx="1037">
                  <c:v>0.66152822970000003</c:v>
                </c:pt>
                <c:pt idx="1038">
                  <c:v>0.66175627709999996</c:v>
                </c:pt>
                <c:pt idx="1039">
                  <c:v>0.66174674030000002</c:v>
                </c:pt>
                <c:pt idx="1040">
                  <c:v>0.66191279889999999</c:v>
                </c:pt>
                <c:pt idx="1041">
                  <c:v>0.66179579499999996</c:v>
                </c:pt>
                <c:pt idx="1042">
                  <c:v>0.66221976279999994</c:v>
                </c:pt>
                <c:pt idx="1043">
                  <c:v>0.66248542070000005</c:v>
                </c:pt>
                <c:pt idx="1044">
                  <c:v>0.66260319950000002</c:v>
                </c:pt>
                <c:pt idx="1045">
                  <c:v>0.6629325747</c:v>
                </c:pt>
                <c:pt idx="1046">
                  <c:v>0.66355615850000005</c:v>
                </c:pt>
                <c:pt idx="1047">
                  <c:v>0.66412514450000004</c:v>
                </c:pt>
                <c:pt idx="1048">
                  <c:v>0.66498333220000005</c:v>
                </c:pt>
                <c:pt idx="1049">
                  <c:v>0.66570520399999999</c:v>
                </c:pt>
                <c:pt idx="1050">
                  <c:v>0.66696327919999998</c:v>
                </c:pt>
                <c:pt idx="1051">
                  <c:v>0.66903364659999998</c:v>
                </c:pt>
                <c:pt idx="1052">
                  <c:v>0.67022174599999995</c:v>
                </c:pt>
                <c:pt idx="1053">
                  <c:v>0.67141449450000001</c:v>
                </c:pt>
                <c:pt idx="1054">
                  <c:v>0.67262887950000005</c:v>
                </c:pt>
                <c:pt idx="1055">
                  <c:v>0.67423409219999997</c:v>
                </c:pt>
                <c:pt idx="1056">
                  <c:v>0.67603367569999995</c:v>
                </c:pt>
                <c:pt idx="1057">
                  <c:v>0.67904824019999999</c:v>
                </c:pt>
                <c:pt idx="1058">
                  <c:v>0.68138223890000005</c:v>
                </c:pt>
                <c:pt idx="1059">
                  <c:v>0.6843291521</c:v>
                </c:pt>
                <c:pt idx="1060">
                  <c:v>0.68715929990000002</c:v>
                </c:pt>
                <c:pt idx="1061">
                  <c:v>0.69062656160000002</c:v>
                </c:pt>
                <c:pt idx="1062">
                  <c:v>0.6936807036</c:v>
                </c:pt>
                <c:pt idx="1063">
                  <c:v>0.69671964649999996</c:v>
                </c:pt>
                <c:pt idx="1064">
                  <c:v>0.69946593050000005</c:v>
                </c:pt>
                <c:pt idx="1065">
                  <c:v>0.70218151809999996</c:v>
                </c:pt>
                <c:pt idx="1066">
                  <c:v>0.70573693510000002</c:v>
                </c:pt>
                <c:pt idx="1067">
                  <c:v>0.70888763669999999</c:v>
                </c:pt>
                <c:pt idx="1068">
                  <c:v>0.71267992260000002</c:v>
                </c:pt>
                <c:pt idx="1069">
                  <c:v>0.71540981530000003</c:v>
                </c:pt>
                <c:pt idx="1070">
                  <c:v>0.71904522179999997</c:v>
                </c:pt>
                <c:pt idx="1071">
                  <c:v>0.72262609</c:v>
                </c:pt>
                <c:pt idx="1072">
                  <c:v>0.72550505399999998</c:v>
                </c:pt>
                <c:pt idx="1073">
                  <c:v>0.7289651036</c:v>
                </c:pt>
                <c:pt idx="1074">
                  <c:v>0.73199266200000002</c:v>
                </c:pt>
                <c:pt idx="1075">
                  <c:v>0.73509109019999996</c:v>
                </c:pt>
                <c:pt idx="1076">
                  <c:v>0.73855072259999999</c:v>
                </c:pt>
                <c:pt idx="1077">
                  <c:v>0.74084216359999999</c:v>
                </c:pt>
                <c:pt idx="1078">
                  <c:v>0.74416577819999996</c:v>
                </c:pt>
                <c:pt idx="1079">
                  <c:v>0.74678796530000002</c:v>
                </c:pt>
                <c:pt idx="1080">
                  <c:v>0.74946767089999999</c:v>
                </c:pt>
                <c:pt idx="1081">
                  <c:v>0.75269514319999997</c:v>
                </c:pt>
                <c:pt idx="1082">
                  <c:v>0.75493794680000004</c:v>
                </c:pt>
                <c:pt idx="1083">
                  <c:v>0.75802385809999995</c:v>
                </c:pt>
                <c:pt idx="1084">
                  <c:v>0.76101893190000003</c:v>
                </c:pt>
                <c:pt idx="1085">
                  <c:v>0.76361274720000005</c:v>
                </c:pt>
                <c:pt idx="1086">
                  <c:v>0.76672506330000001</c:v>
                </c:pt>
                <c:pt idx="1087">
                  <c:v>0.76912915709999996</c:v>
                </c:pt>
                <c:pt idx="1088">
                  <c:v>0.77197992800000004</c:v>
                </c:pt>
                <c:pt idx="1089">
                  <c:v>0.77497649189999995</c:v>
                </c:pt>
                <c:pt idx="1090">
                  <c:v>0.7764018774</c:v>
                </c:pt>
                <c:pt idx="1091">
                  <c:v>0.77915358540000001</c:v>
                </c:pt>
                <c:pt idx="1092">
                  <c:v>0.78166735170000001</c:v>
                </c:pt>
                <c:pt idx="1093">
                  <c:v>0.78371977810000004</c:v>
                </c:pt>
                <c:pt idx="1094">
                  <c:v>0.78624403480000005</c:v>
                </c:pt>
                <c:pt idx="1095">
                  <c:v>0.78826528789999994</c:v>
                </c:pt>
                <c:pt idx="1096">
                  <c:v>0.79129338260000004</c:v>
                </c:pt>
                <c:pt idx="1097">
                  <c:v>0.79301238060000001</c:v>
                </c:pt>
                <c:pt idx="1098">
                  <c:v>0.79544579979999996</c:v>
                </c:pt>
                <c:pt idx="1099">
                  <c:v>0.79793500900000003</c:v>
                </c:pt>
                <c:pt idx="1100">
                  <c:v>0.7993853688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A79E-4B09-8A7E-A08E846353F8}"/>
            </c:ext>
          </c:extLst>
        </c:ser>
        <c:ser>
          <c:idx val="3"/>
          <c:order val="3"/>
          <c:tx>
            <c:strRef>
              <c:f>'CG 20260703'!$L$1</c:f>
              <c:strCache>
                <c:ptCount val="1"/>
                <c:pt idx="0">
                  <c:v>CGCH-158-DHs-2500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xVal>
            <c:numRef>
              <c:f>'CG 20260703'!$A$2:$A$1103</c:f>
              <c:numCache>
                <c:formatCode>General</c:formatCode>
                <c:ptCount val="1102"/>
                <c:pt idx="0">
                  <c:v>1400</c:v>
                </c:pt>
                <c:pt idx="1">
                  <c:v>1399</c:v>
                </c:pt>
                <c:pt idx="2">
                  <c:v>1398</c:v>
                </c:pt>
                <c:pt idx="3">
                  <c:v>1397</c:v>
                </c:pt>
                <c:pt idx="4">
                  <c:v>1396</c:v>
                </c:pt>
                <c:pt idx="5">
                  <c:v>1395</c:v>
                </c:pt>
                <c:pt idx="6">
                  <c:v>1394</c:v>
                </c:pt>
                <c:pt idx="7">
                  <c:v>1393</c:v>
                </c:pt>
                <c:pt idx="8">
                  <c:v>1392</c:v>
                </c:pt>
                <c:pt idx="9">
                  <c:v>1391</c:v>
                </c:pt>
                <c:pt idx="10">
                  <c:v>1390</c:v>
                </c:pt>
                <c:pt idx="11">
                  <c:v>1389</c:v>
                </c:pt>
                <c:pt idx="12">
                  <c:v>1388</c:v>
                </c:pt>
                <c:pt idx="13">
                  <c:v>1387</c:v>
                </c:pt>
                <c:pt idx="14">
                  <c:v>1386</c:v>
                </c:pt>
                <c:pt idx="15">
                  <c:v>1385</c:v>
                </c:pt>
                <c:pt idx="16">
                  <c:v>1384</c:v>
                </c:pt>
                <c:pt idx="17">
                  <c:v>1383</c:v>
                </c:pt>
                <c:pt idx="18">
                  <c:v>1382</c:v>
                </c:pt>
                <c:pt idx="19">
                  <c:v>1381</c:v>
                </c:pt>
                <c:pt idx="20">
                  <c:v>1380</c:v>
                </c:pt>
                <c:pt idx="21">
                  <c:v>1379</c:v>
                </c:pt>
                <c:pt idx="22">
                  <c:v>1378</c:v>
                </c:pt>
                <c:pt idx="23">
                  <c:v>1377</c:v>
                </c:pt>
                <c:pt idx="24">
                  <c:v>1376</c:v>
                </c:pt>
                <c:pt idx="25">
                  <c:v>1375</c:v>
                </c:pt>
                <c:pt idx="26">
                  <c:v>1374</c:v>
                </c:pt>
                <c:pt idx="27">
                  <c:v>1373</c:v>
                </c:pt>
                <c:pt idx="28">
                  <c:v>1372</c:v>
                </c:pt>
                <c:pt idx="29">
                  <c:v>1371</c:v>
                </c:pt>
                <c:pt idx="30">
                  <c:v>1370</c:v>
                </c:pt>
                <c:pt idx="31">
                  <c:v>1369</c:v>
                </c:pt>
                <c:pt idx="32">
                  <c:v>1368</c:v>
                </c:pt>
                <c:pt idx="33">
                  <c:v>1367</c:v>
                </c:pt>
                <c:pt idx="34">
                  <c:v>1366</c:v>
                </c:pt>
                <c:pt idx="35">
                  <c:v>1365</c:v>
                </c:pt>
                <c:pt idx="36">
                  <c:v>1364</c:v>
                </c:pt>
                <c:pt idx="37">
                  <c:v>1363</c:v>
                </c:pt>
                <c:pt idx="38">
                  <c:v>1362</c:v>
                </c:pt>
                <c:pt idx="39">
                  <c:v>1361</c:v>
                </c:pt>
                <c:pt idx="40">
                  <c:v>1360</c:v>
                </c:pt>
                <c:pt idx="41">
                  <c:v>1359</c:v>
                </c:pt>
                <c:pt idx="42">
                  <c:v>1358</c:v>
                </c:pt>
                <c:pt idx="43">
                  <c:v>1357</c:v>
                </c:pt>
                <c:pt idx="44">
                  <c:v>1356</c:v>
                </c:pt>
                <c:pt idx="45">
                  <c:v>1355</c:v>
                </c:pt>
                <c:pt idx="46">
                  <c:v>1354</c:v>
                </c:pt>
                <c:pt idx="47">
                  <c:v>1353</c:v>
                </c:pt>
                <c:pt idx="48">
                  <c:v>1352</c:v>
                </c:pt>
                <c:pt idx="49">
                  <c:v>1351</c:v>
                </c:pt>
                <c:pt idx="50">
                  <c:v>1350</c:v>
                </c:pt>
                <c:pt idx="51">
                  <c:v>1349</c:v>
                </c:pt>
                <c:pt idx="52">
                  <c:v>1348</c:v>
                </c:pt>
                <c:pt idx="53">
                  <c:v>1347</c:v>
                </c:pt>
                <c:pt idx="54">
                  <c:v>1346</c:v>
                </c:pt>
                <c:pt idx="55">
                  <c:v>1345</c:v>
                </c:pt>
                <c:pt idx="56">
                  <c:v>1344</c:v>
                </c:pt>
                <c:pt idx="57">
                  <c:v>1343</c:v>
                </c:pt>
                <c:pt idx="58">
                  <c:v>1342</c:v>
                </c:pt>
                <c:pt idx="59">
                  <c:v>1341</c:v>
                </c:pt>
                <c:pt idx="60">
                  <c:v>1340</c:v>
                </c:pt>
                <c:pt idx="61">
                  <c:v>1339</c:v>
                </c:pt>
                <c:pt idx="62">
                  <c:v>1338</c:v>
                </c:pt>
                <c:pt idx="63">
                  <c:v>1337</c:v>
                </c:pt>
                <c:pt idx="64">
                  <c:v>1336</c:v>
                </c:pt>
                <c:pt idx="65">
                  <c:v>1335</c:v>
                </c:pt>
                <c:pt idx="66">
                  <c:v>1334</c:v>
                </c:pt>
                <c:pt idx="67">
                  <c:v>1333</c:v>
                </c:pt>
                <c:pt idx="68">
                  <c:v>1332</c:v>
                </c:pt>
                <c:pt idx="69">
                  <c:v>1331</c:v>
                </c:pt>
                <c:pt idx="70">
                  <c:v>1330</c:v>
                </c:pt>
                <c:pt idx="71">
                  <c:v>1329</c:v>
                </c:pt>
                <c:pt idx="72">
                  <c:v>1328</c:v>
                </c:pt>
                <c:pt idx="73">
                  <c:v>1327</c:v>
                </c:pt>
                <c:pt idx="74">
                  <c:v>1326</c:v>
                </c:pt>
                <c:pt idx="75">
                  <c:v>1325</c:v>
                </c:pt>
                <c:pt idx="76">
                  <c:v>1324</c:v>
                </c:pt>
                <c:pt idx="77">
                  <c:v>1323</c:v>
                </c:pt>
                <c:pt idx="78">
                  <c:v>1322</c:v>
                </c:pt>
                <c:pt idx="79">
                  <c:v>1321</c:v>
                </c:pt>
                <c:pt idx="80">
                  <c:v>1320</c:v>
                </c:pt>
                <c:pt idx="81">
                  <c:v>1319</c:v>
                </c:pt>
                <c:pt idx="82">
                  <c:v>1318</c:v>
                </c:pt>
                <c:pt idx="83">
                  <c:v>1317</c:v>
                </c:pt>
                <c:pt idx="84">
                  <c:v>1316</c:v>
                </c:pt>
                <c:pt idx="85">
                  <c:v>1315</c:v>
                </c:pt>
                <c:pt idx="86">
                  <c:v>1314</c:v>
                </c:pt>
                <c:pt idx="87">
                  <c:v>1313</c:v>
                </c:pt>
                <c:pt idx="88">
                  <c:v>1312</c:v>
                </c:pt>
                <c:pt idx="89">
                  <c:v>1311</c:v>
                </c:pt>
                <c:pt idx="90">
                  <c:v>1310</c:v>
                </c:pt>
                <c:pt idx="91">
                  <c:v>1309</c:v>
                </c:pt>
                <c:pt idx="92">
                  <c:v>1308</c:v>
                </c:pt>
                <c:pt idx="93">
                  <c:v>1307</c:v>
                </c:pt>
                <c:pt idx="94">
                  <c:v>1306</c:v>
                </c:pt>
                <c:pt idx="95">
                  <c:v>1305</c:v>
                </c:pt>
                <c:pt idx="96">
                  <c:v>1304</c:v>
                </c:pt>
                <c:pt idx="97">
                  <c:v>1303</c:v>
                </c:pt>
                <c:pt idx="98">
                  <c:v>1302</c:v>
                </c:pt>
                <c:pt idx="99">
                  <c:v>1301</c:v>
                </c:pt>
                <c:pt idx="100">
                  <c:v>1300</c:v>
                </c:pt>
                <c:pt idx="101">
                  <c:v>1299</c:v>
                </c:pt>
                <c:pt idx="102">
                  <c:v>1298</c:v>
                </c:pt>
                <c:pt idx="103">
                  <c:v>1297</c:v>
                </c:pt>
                <c:pt idx="104">
                  <c:v>1296</c:v>
                </c:pt>
                <c:pt idx="105">
                  <c:v>1295</c:v>
                </c:pt>
                <c:pt idx="106">
                  <c:v>1294</c:v>
                </c:pt>
                <c:pt idx="107">
                  <c:v>1293</c:v>
                </c:pt>
                <c:pt idx="108">
                  <c:v>1292</c:v>
                </c:pt>
                <c:pt idx="109">
                  <c:v>1291</c:v>
                </c:pt>
                <c:pt idx="110">
                  <c:v>1290</c:v>
                </c:pt>
                <c:pt idx="111">
                  <c:v>1289</c:v>
                </c:pt>
                <c:pt idx="112">
                  <c:v>1288</c:v>
                </c:pt>
                <c:pt idx="113">
                  <c:v>1287</c:v>
                </c:pt>
                <c:pt idx="114">
                  <c:v>1286</c:v>
                </c:pt>
                <c:pt idx="115">
                  <c:v>1285</c:v>
                </c:pt>
                <c:pt idx="116">
                  <c:v>1284</c:v>
                </c:pt>
                <c:pt idx="117">
                  <c:v>1283</c:v>
                </c:pt>
                <c:pt idx="118">
                  <c:v>1282</c:v>
                </c:pt>
                <c:pt idx="119">
                  <c:v>1281</c:v>
                </c:pt>
                <c:pt idx="120">
                  <c:v>1280</c:v>
                </c:pt>
                <c:pt idx="121">
                  <c:v>1279</c:v>
                </c:pt>
                <c:pt idx="122">
                  <c:v>1278</c:v>
                </c:pt>
                <c:pt idx="123">
                  <c:v>1277</c:v>
                </c:pt>
                <c:pt idx="124">
                  <c:v>1276</c:v>
                </c:pt>
                <c:pt idx="125">
                  <c:v>1275</c:v>
                </c:pt>
                <c:pt idx="126">
                  <c:v>1274</c:v>
                </c:pt>
                <c:pt idx="127">
                  <c:v>1273</c:v>
                </c:pt>
                <c:pt idx="128">
                  <c:v>1272</c:v>
                </c:pt>
                <c:pt idx="129">
                  <c:v>1271</c:v>
                </c:pt>
                <c:pt idx="130">
                  <c:v>1270</c:v>
                </c:pt>
                <c:pt idx="131">
                  <c:v>1269</c:v>
                </c:pt>
                <c:pt idx="132">
                  <c:v>1268</c:v>
                </c:pt>
                <c:pt idx="133">
                  <c:v>1267</c:v>
                </c:pt>
                <c:pt idx="134">
                  <c:v>1266</c:v>
                </c:pt>
                <c:pt idx="135">
                  <c:v>1265</c:v>
                </c:pt>
                <c:pt idx="136">
                  <c:v>1264</c:v>
                </c:pt>
                <c:pt idx="137">
                  <c:v>1263</c:v>
                </c:pt>
                <c:pt idx="138">
                  <c:v>1262</c:v>
                </c:pt>
                <c:pt idx="139">
                  <c:v>1261</c:v>
                </c:pt>
                <c:pt idx="140">
                  <c:v>1260</c:v>
                </c:pt>
                <c:pt idx="141">
                  <c:v>1259</c:v>
                </c:pt>
                <c:pt idx="142">
                  <c:v>1258</c:v>
                </c:pt>
                <c:pt idx="143">
                  <c:v>1257</c:v>
                </c:pt>
                <c:pt idx="144">
                  <c:v>1256</c:v>
                </c:pt>
                <c:pt idx="145">
                  <c:v>1255</c:v>
                </c:pt>
                <c:pt idx="146">
                  <c:v>1254</c:v>
                </c:pt>
                <c:pt idx="147">
                  <c:v>1253</c:v>
                </c:pt>
                <c:pt idx="148">
                  <c:v>1252</c:v>
                </c:pt>
                <c:pt idx="149">
                  <c:v>1251</c:v>
                </c:pt>
                <c:pt idx="150">
                  <c:v>1250</c:v>
                </c:pt>
                <c:pt idx="151">
                  <c:v>1249</c:v>
                </c:pt>
                <c:pt idx="152">
                  <c:v>1248</c:v>
                </c:pt>
                <c:pt idx="153">
                  <c:v>1247</c:v>
                </c:pt>
                <c:pt idx="154">
                  <c:v>1246</c:v>
                </c:pt>
                <c:pt idx="155">
                  <c:v>1245</c:v>
                </c:pt>
                <c:pt idx="156">
                  <c:v>1244</c:v>
                </c:pt>
                <c:pt idx="157">
                  <c:v>1243</c:v>
                </c:pt>
                <c:pt idx="158">
                  <c:v>1242</c:v>
                </c:pt>
                <c:pt idx="159">
                  <c:v>1241</c:v>
                </c:pt>
                <c:pt idx="160">
                  <c:v>1240</c:v>
                </c:pt>
                <c:pt idx="161">
                  <c:v>1239</c:v>
                </c:pt>
                <c:pt idx="162">
                  <c:v>1238</c:v>
                </c:pt>
                <c:pt idx="163">
                  <c:v>1237</c:v>
                </c:pt>
                <c:pt idx="164">
                  <c:v>1236</c:v>
                </c:pt>
                <c:pt idx="165">
                  <c:v>1235</c:v>
                </c:pt>
                <c:pt idx="166">
                  <c:v>1234</c:v>
                </c:pt>
                <c:pt idx="167">
                  <c:v>1233</c:v>
                </c:pt>
                <c:pt idx="168">
                  <c:v>1232</c:v>
                </c:pt>
                <c:pt idx="169">
                  <c:v>1231</c:v>
                </c:pt>
                <c:pt idx="170">
                  <c:v>1230</c:v>
                </c:pt>
                <c:pt idx="171">
                  <c:v>1229</c:v>
                </c:pt>
                <c:pt idx="172">
                  <c:v>1228</c:v>
                </c:pt>
                <c:pt idx="173">
                  <c:v>1227</c:v>
                </c:pt>
                <c:pt idx="174">
                  <c:v>1226</c:v>
                </c:pt>
                <c:pt idx="175">
                  <c:v>1225</c:v>
                </c:pt>
                <c:pt idx="176">
                  <c:v>1224</c:v>
                </c:pt>
                <c:pt idx="177">
                  <c:v>1223</c:v>
                </c:pt>
                <c:pt idx="178">
                  <c:v>1222</c:v>
                </c:pt>
                <c:pt idx="179">
                  <c:v>1221</c:v>
                </c:pt>
                <c:pt idx="180">
                  <c:v>1220</c:v>
                </c:pt>
                <c:pt idx="181">
                  <c:v>1219</c:v>
                </c:pt>
                <c:pt idx="182">
                  <c:v>1218</c:v>
                </c:pt>
                <c:pt idx="183">
                  <c:v>1217</c:v>
                </c:pt>
                <c:pt idx="184">
                  <c:v>1216</c:v>
                </c:pt>
                <c:pt idx="185">
                  <c:v>1215</c:v>
                </c:pt>
                <c:pt idx="186">
                  <c:v>1214</c:v>
                </c:pt>
                <c:pt idx="187">
                  <c:v>1213</c:v>
                </c:pt>
                <c:pt idx="188">
                  <c:v>1212</c:v>
                </c:pt>
                <c:pt idx="189">
                  <c:v>1211</c:v>
                </c:pt>
                <c:pt idx="190">
                  <c:v>1210</c:v>
                </c:pt>
                <c:pt idx="191">
                  <c:v>1209</c:v>
                </c:pt>
                <c:pt idx="192">
                  <c:v>1208</c:v>
                </c:pt>
                <c:pt idx="193">
                  <c:v>1207</c:v>
                </c:pt>
                <c:pt idx="194">
                  <c:v>1206</c:v>
                </c:pt>
                <c:pt idx="195">
                  <c:v>1205</c:v>
                </c:pt>
                <c:pt idx="196">
                  <c:v>1204</c:v>
                </c:pt>
                <c:pt idx="197">
                  <c:v>1203</c:v>
                </c:pt>
                <c:pt idx="198">
                  <c:v>1202</c:v>
                </c:pt>
                <c:pt idx="199">
                  <c:v>1201</c:v>
                </c:pt>
                <c:pt idx="200">
                  <c:v>1200</c:v>
                </c:pt>
                <c:pt idx="201">
                  <c:v>1199</c:v>
                </c:pt>
                <c:pt idx="202">
                  <c:v>1198</c:v>
                </c:pt>
                <c:pt idx="203">
                  <c:v>1197</c:v>
                </c:pt>
                <c:pt idx="204">
                  <c:v>1196</c:v>
                </c:pt>
                <c:pt idx="205">
                  <c:v>1195</c:v>
                </c:pt>
                <c:pt idx="206">
                  <c:v>1194</c:v>
                </c:pt>
                <c:pt idx="207">
                  <c:v>1193</c:v>
                </c:pt>
                <c:pt idx="208">
                  <c:v>1192</c:v>
                </c:pt>
                <c:pt idx="209">
                  <c:v>1191</c:v>
                </c:pt>
                <c:pt idx="210">
                  <c:v>1190</c:v>
                </c:pt>
                <c:pt idx="211">
                  <c:v>1189</c:v>
                </c:pt>
                <c:pt idx="212">
                  <c:v>1188</c:v>
                </c:pt>
                <c:pt idx="213">
                  <c:v>1187</c:v>
                </c:pt>
                <c:pt idx="214">
                  <c:v>1186</c:v>
                </c:pt>
                <c:pt idx="215">
                  <c:v>1185</c:v>
                </c:pt>
                <c:pt idx="216">
                  <c:v>1184</c:v>
                </c:pt>
                <c:pt idx="217">
                  <c:v>1183</c:v>
                </c:pt>
                <c:pt idx="218">
                  <c:v>1182</c:v>
                </c:pt>
                <c:pt idx="219">
                  <c:v>1181</c:v>
                </c:pt>
                <c:pt idx="220">
                  <c:v>1180</c:v>
                </c:pt>
                <c:pt idx="221">
                  <c:v>1179</c:v>
                </c:pt>
                <c:pt idx="222">
                  <c:v>1178</c:v>
                </c:pt>
                <c:pt idx="223">
                  <c:v>1177</c:v>
                </c:pt>
                <c:pt idx="224">
                  <c:v>1176</c:v>
                </c:pt>
                <c:pt idx="225">
                  <c:v>1175</c:v>
                </c:pt>
                <c:pt idx="226">
                  <c:v>1174</c:v>
                </c:pt>
                <c:pt idx="227">
                  <c:v>1173</c:v>
                </c:pt>
                <c:pt idx="228">
                  <c:v>1172</c:v>
                </c:pt>
                <c:pt idx="229">
                  <c:v>1171</c:v>
                </c:pt>
                <c:pt idx="230">
                  <c:v>1170</c:v>
                </c:pt>
                <c:pt idx="231">
                  <c:v>1169</c:v>
                </c:pt>
                <c:pt idx="232">
                  <c:v>1168</c:v>
                </c:pt>
                <c:pt idx="233">
                  <c:v>1167</c:v>
                </c:pt>
                <c:pt idx="234">
                  <c:v>1166</c:v>
                </c:pt>
                <c:pt idx="235">
                  <c:v>1165</c:v>
                </c:pt>
                <c:pt idx="236">
                  <c:v>1164</c:v>
                </c:pt>
                <c:pt idx="237">
                  <c:v>1163</c:v>
                </c:pt>
                <c:pt idx="238">
                  <c:v>1162</c:v>
                </c:pt>
                <c:pt idx="239">
                  <c:v>1161</c:v>
                </c:pt>
                <c:pt idx="240">
                  <c:v>1160</c:v>
                </c:pt>
                <c:pt idx="241">
                  <c:v>1159</c:v>
                </c:pt>
                <c:pt idx="242">
                  <c:v>1158</c:v>
                </c:pt>
                <c:pt idx="243">
                  <c:v>1157</c:v>
                </c:pt>
                <c:pt idx="244">
                  <c:v>1156</c:v>
                </c:pt>
                <c:pt idx="245">
                  <c:v>1155</c:v>
                </c:pt>
                <c:pt idx="246">
                  <c:v>1154</c:v>
                </c:pt>
                <c:pt idx="247">
                  <c:v>1153</c:v>
                </c:pt>
                <c:pt idx="248">
                  <c:v>1152</c:v>
                </c:pt>
                <c:pt idx="249">
                  <c:v>1151</c:v>
                </c:pt>
                <c:pt idx="250">
                  <c:v>1150</c:v>
                </c:pt>
                <c:pt idx="251">
                  <c:v>1149</c:v>
                </c:pt>
                <c:pt idx="252">
                  <c:v>1148</c:v>
                </c:pt>
                <c:pt idx="253">
                  <c:v>1147</c:v>
                </c:pt>
                <c:pt idx="254">
                  <c:v>1146</c:v>
                </c:pt>
                <c:pt idx="255">
                  <c:v>1145</c:v>
                </c:pt>
                <c:pt idx="256">
                  <c:v>1144</c:v>
                </c:pt>
                <c:pt idx="257">
                  <c:v>1143</c:v>
                </c:pt>
                <c:pt idx="258">
                  <c:v>1142</c:v>
                </c:pt>
                <c:pt idx="259">
                  <c:v>1141</c:v>
                </c:pt>
                <c:pt idx="260">
                  <c:v>1140</c:v>
                </c:pt>
                <c:pt idx="261">
                  <c:v>1139</c:v>
                </c:pt>
                <c:pt idx="262">
                  <c:v>1138</c:v>
                </c:pt>
                <c:pt idx="263">
                  <c:v>1137</c:v>
                </c:pt>
                <c:pt idx="264">
                  <c:v>1136</c:v>
                </c:pt>
                <c:pt idx="265">
                  <c:v>1135</c:v>
                </c:pt>
                <c:pt idx="266">
                  <c:v>1134</c:v>
                </c:pt>
                <c:pt idx="267">
                  <c:v>1133</c:v>
                </c:pt>
                <c:pt idx="268">
                  <c:v>1132</c:v>
                </c:pt>
                <c:pt idx="269">
                  <c:v>1131</c:v>
                </c:pt>
                <c:pt idx="270">
                  <c:v>1130</c:v>
                </c:pt>
                <c:pt idx="271">
                  <c:v>1129</c:v>
                </c:pt>
                <c:pt idx="272">
                  <c:v>1128</c:v>
                </c:pt>
                <c:pt idx="273">
                  <c:v>1127</c:v>
                </c:pt>
                <c:pt idx="274">
                  <c:v>1126</c:v>
                </c:pt>
                <c:pt idx="275">
                  <c:v>1125</c:v>
                </c:pt>
                <c:pt idx="276">
                  <c:v>1124</c:v>
                </c:pt>
                <c:pt idx="277">
                  <c:v>1123</c:v>
                </c:pt>
                <c:pt idx="278">
                  <c:v>1122</c:v>
                </c:pt>
                <c:pt idx="279">
                  <c:v>1121</c:v>
                </c:pt>
                <c:pt idx="280">
                  <c:v>1120</c:v>
                </c:pt>
                <c:pt idx="281">
                  <c:v>1119</c:v>
                </c:pt>
                <c:pt idx="282">
                  <c:v>1118</c:v>
                </c:pt>
                <c:pt idx="283">
                  <c:v>1117</c:v>
                </c:pt>
                <c:pt idx="284">
                  <c:v>1116</c:v>
                </c:pt>
                <c:pt idx="285">
                  <c:v>1115</c:v>
                </c:pt>
                <c:pt idx="286">
                  <c:v>1114</c:v>
                </c:pt>
                <c:pt idx="287">
                  <c:v>1113</c:v>
                </c:pt>
                <c:pt idx="288">
                  <c:v>1112</c:v>
                </c:pt>
                <c:pt idx="289">
                  <c:v>1111</c:v>
                </c:pt>
                <c:pt idx="290">
                  <c:v>1110</c:v>
                </c:pt>
                <c:pt idx="291">
                  <c:v>1109</c:v>
                </c:pt>
                <c:pt idx="292">
                  <c:v>1108</c:v>
                </c:pt>
                <c:pt idx="293">
                  <c:v>1107</c:v>
                </c:pt>
                <c:pt idx="294">
                  <c:v>1106</c:v>
                </c:pt>
                <c:pt idx="295">
                  <c:v>1105</c:v>
                </c:pt>
                <c:pt idx="296">
                  <c:v>1104</c:v>
                </c:pt>
                <c:pt idx="297">
                  <c:v>1103</c:v>
                </c:pt>
                <c:pt idx="298">
                  <c:v>1102</c:v>
                </c:pt>
                <c:pt idx="299">
                  <c:v>1101</c:v>
                </c:pt>
                <c:pt idx="300">
                  <c:v>1100</c:v>
                </c:pt>
                <c:pt idx="301">
                  <c:v>1099</c:v>
                </c:pt>
                <c:pt idx="302">
                  <c:v>1098</c:v>
                </c:pt>
                <c:pt idx="303">
                  <c:v>1097</c:v>
                </c:pt>
                <c:pt idx="304">
                  <c:v>1096</c:v>
                </c:pt>
                <c:pt idx="305">
                  <c:v>1095</c:v>
                </c:pt>
                <c:pt idx="306">
                  <c:v>1094</c:v>
                </c:pt>
                <c:pt idx="307">
                  <c:v>1093</c:v>
                </c:pt>
                <c:pt idx="308">
                  <c:v>1092</c:v>
                </c:pt>
                <c:pt idx="309">
                  <c:v>1091</c:v>
                </c:pt>
                <c:pt idx="310">
                  <c:v>1090</c:v>
                </c:pt>
                <c:pt idx="311">
                  <c:v>1089</c:v>
                </c:pt>
                <c:pt idx="312">
                  <c:v>1088</c:v>
                </c:pt>
                <c:pt idx="313">
                  <c:v>1087</c:v>
                </c:pt>
                <c:pt idx="314">
                  <c:v>1086</c:v>
                </c:pt>
                <c:pt idx="315">
                  <c:v>1085</c:v>
                </c:pt>
                <c:pt idx="316">
                  <c:v>1084</c:v>
                </c:pt>
                <c:pt idx="317">
                  <c:v>1083</c:v>
                </c:pt>
                <c:pt idx="318">
                  <c:v>1082</c:v>
                </c:pt>
                <c:pt idx="319">
                  <c:v>1081</c:v>
                </c:pt>
                <c:pt idx="320">
                  <c:v>1080</c:v>
                </c:pt>
                <c:pt idx="321">
                  <c:v>1079</c:v>
                </c:pt>
                <c:pt idx="322">
                  <c:v>1078</c:v>
                </c:pt>
                <c:pt idx="323">
                  <c:v>1077</c:v>
                </c:pt>
                <c:pt idx="324">
                  <c:v>1076</c:v>
                </c:pt>
                <c:pt idx="325">
                  <c:v>1075</c:v>
                </c:pt>
                <c:pt idx="326">
                  <c:v>1074</c:v>
                </c:pt>
                <c:pt idx="327">
                  <c:v>1073</c:v>
                </c:pt>
                <c:pt idx="328">
                  <c:v>1072</c:v>
                </c:pt>
                <c:pt idx="329">
                  <c:v>1071</c:v>
                </c:pt>
                <c:pt idx="330">
                  <c:v>1070</c:v>
                </c:pt>
                <c:pt idx="331">
                  <c:v>1069</c:v>
                </c:pt>
                <c:pt idx="332">
                  <c:v>1068</c:v>
                </c:pt>
                <c:pt idx="333">
                  <c:v>1067</c:v>
                </c:pt>
                <c:pt idx="334">
                  <c:v>1066</c:v>
                </c:pt>
                <c:pt idx="335">
                  <c:v>1065</c:v>
                </c:pt>
                <c:pt idx="336">
                  <c:v>1064</c:v>
                </c:pt>
                <c:pt idx="337">
                  <c:v>1063</c:v>
                </c:pt>
                <c:pt idx="338">
                  <c:v>1062</c:v>
                </c:pt>
                <c:pt idx="339">
                  <c:v>1061</c:v>
                </c:pt>
                <c:pt idx="340">
                  <c:v>1060</c:v>
                </c:pt>
                <c:pt idx="341">
                  <c:v>1059</c:v>
                </c:pt>
                <c:pt idx="342">
                  <c:v>1058</c:v>
                </c:pt>
                <c:pt idx="343">
                  <c:v>1057</c:v>
                </c:pt>
                <c:pt idx="344">
                  <c:v>1056</c:v>
                </c:pt>
                <c:pt idx="345">
                  <c:v>1055</c:v>
                </c:pt>
                <c:pt idx="346">
                  <c:v>1054</c:v>
                </c:pt>
                <c:pt idx="347">
                  <c:v>1053</c:v>
                </c:pt>
                <c:pt idx="348">
                  <c:v>1052</c:v>
                </c:pt>
                <c:pt idx="349">
                  <c:v>1051</c:v>
                </c:pt>
                <c:pt idx="350">
                  <c:v>1050</c:v>
                </c:pt>
                <c:pt idx="351">
                  <c:v>1049</c:v>
                </c:pt>
                <c:pt idx="352">
                  <c:v>1048</c:v>
                </c:pt>
                <c:pt idx="353">
                  <c:v>1047</c:v>
                </c:pt>
                <c:pt idx="354">
                  <c:v>1046</c:v>
                </c:pt>
                <c:pt idx="355">
                  <c:v>1045</c:v>
                </c:pt>
                <c:pt idx="356">
                  <c:v>1044</c:v>
                </c:pt>
                <c:pt idx="357">
                  <c:v>1043</c:v>
                </c:pt>
                <c:pt idx="358">
                  <c:v>1042</c:v>
                </c:pt>
                <c:pt idx="359">
                  <c:v>1041</c:v>
                </c:pt>
                <c:pt idx="360">
                  <c:v>1040</c:v>
                </c:pt>
                <c:pt idx="361">
                  <c:v>1039</c:v>
                </c:pt>
                <c:pt idx="362">
                  <c:v>1038</c:v>
                </c:pt>
                <c:pt idx="363">
                  <c:v>1037</c:v>
                </c:pt>
                <c:pt idx="364">
                  <c:v>1036</c:v>
                </c:pt>
                <c:pt idx="365">
                  <c:v>1035</c:v>
                </c:pt>
                <c:pt idx="366">
                  <c:v>1034</c:v>
                </c:pt>
                <c:pt idx="367">
                  <c:v>1033</c:v>
                </c:pt>
                <c:pt idx="368">
                  <c:v>1032</c:v>
                </c:pt>
                <c:pt idx="369">
                  <c:v>1031</c:v>
                </c:pt>
                <c:pt idx="370">
                  <c:v>1030</c:v>
                </c:pt>
                <c:pt idx="371">
                  <c:v>1029</c:v>
                </c:pt>
                <c:pt idx="372">
                  <c:v>1028</c:v>
                </c:pt>
                <c:pt idx="373">
                  <c:v>1027</c:v>
                </c:pt>
                <c:pt idx="374">
                  <c:v>1026</c:v>
                </c:pt>
                <c:pt idx="375">
                  <c:v>1025</c:v>
                </c:pt>
                <c:pt idx="376">
                  <c:v>1024</c:v>
                </c:pt>
                <c:pt idx="377">
                  <c:v>1023</c:v>
                </c:pt>
                <c:pt idx="378">
                  <c:v>1022</c:v>
                </c:pt>
                <c:pt idx="379">
                  <c:v>1021</c:v>
                </c:pt>
                <c:pt idx="380">
                  <c:v>1020</c:v>
                </c:pt>
                <c:pt idx="381">
                  <c:v>1019</c:v>
                </c:pt>
                <c:pt idx="382">
                  <c:v>1018</c:v>
                </c:pt>
                <c:pt idx="383">
                  <c:v>1017</c:v>
                </c:pt>
                <c:pt idx="384">
                  <c:v>1016</c:v>
                </c:pt>
                <c:pt idx="385">
                  <c:v>1015</c:v>
                </c:pt>
                <c:pt idx="386">
                  <c:v>1014</c:v>
                </c:pt>
                <c:pt idx="387">
                  <c:v>1013</c:v>
                </c:pt>
                <c:pt idx="388">
                  <c:v>1012</c:v>
                </c:pt>
                <c:pt idx="389">
                  <c:v>1011</c:v>
                </c:pt>
                <c:pt idx="390">
                  <c:v>1010</c:v>
                </c:pt>
                <c:pt idx="391">
                  <c:v>1009</c:v>
                </c:pt>
                <c:pt idx="392">
                  <c:v>1008</c:v>
                </c:pt>
                <c:pt idx="393">
                  <c:v>1007</c:v>
                </c:pt>
                <c:pt idx="394">
                  <c:v>1006</c:v>
                </c:pt>
                <c:pt idx="395">
                  <c:v>1005</c:v>
                </c:pt>
                <c:pt idx="396">
                  <c:v>1004</c:v>
                </c:pt>
                <c:pt idx="397">
                  <c:v>1003</c:v>
                </c:pt>
                <c:pt idx="398">
                  <c:v>1002</c:v>
                </c:pt>
                <c:pt idx="399">
                  <c:v>1001</c:v>
                </c:pt>
                <c:pt idx="400">
                  <c:v>1000</c:v>
                </c:pt>
                <c:pt idx="401">
                  <c:v>999</c:v>
                </c:pt>
                <c:pt idx="402">
                  <c:v>998</c:v>
                </c:pt>
                <c:pt idx="403">
                  <c:v>997</c:v>
                </c:pt>
                <c:pt idx="404">
                  <c:v>996</c:v>
                </c:pt>
                <c:pt idx="405">
                  <c:v>995</c:v>
                </c:pt>
                <c:pt idx="406">
                  <c:v>994</c:v>
                </c:pt>
                <c:pt idx="407">
                  <c:v>993</c:v>
                </c:pt>
                <c:pt idx="408">
                  <c:v>992</c:v>
                </c:pt>
                <c:pt idx="409">
                  <c:v>991</c:v>
                </c:pt>
                <c:pt idx="410">
                  <c:v>990</c:v>
                </c:pt>
                <c:pt idx="411">
                  <c:v>989</c:v>
                </c:pt>
                <c:pt idx="412">
                  <c:v>988</c:v>
                </c:pt>
                <c:pt idx="413">
                  <c:v>987</c:v>
                </c:pt>
                <c:pt idx="414">
                  <c:v>986</c:v>
                </c:pt>
                <c:pt idx="415">
                  <c:v>985</c:v>
                </c:pt>
                <c:pt idx="416">
                  <c:v>984</c:v>
                </c:pt>
                <c:pt idx="417">
                  <c:v>983</c:v>
                </c:pt>
                <c:pt idx="418">
                  <c:v>982</c:v>
                </c:pt>
                <c:pt idx="419">
                  <c:v>981</c:v>
                </c:pt>
                <c:pt idx="420">
                  <c:v>980</c:v>
                </c:pt>
                <c:pt idx="421">
                  <c:v>979</c:v>
                </c:pt>
                <c:pt idx="422">
                  <c:v>978</c:v>
                </c:pt>
                <c:pt idx="423">
                  <c:v>977</c:v>
                </c:pt>
                <c:pt idx="424">
                  <c:v>976</c:v>
                </c:pt>
                <c:pt idx="425">
                  <c:v>975</c:v>
                </c:pt>
                <c:pt idx="426">
                  <c:v>974</c:v>
                </c:pt>
                <c:pt idx="427">
                  <c:v>973</c:v>
                </c:pt>
                <c:pt idx="428">
                  <c:v>972</c:v>
                </c:pt>
                <c:pt idx="429">
                  <c:v>971</c:v>
                </c:pt>
                <c:pt idx="430">
                  <c:v>970</c:v>
                </c:pt>
                <c:pt idx="431">
                  <c:v>969</c:v>
                </c:pt>
                <c:pt idx="432">
                  <c:v>968</c:v>
                </c:pt>
                <c:pt idx="433">
                  <c:v>967</c:v>
                </c:pt>
                <c:pt idx="434">
                  <c:v>966</c:v>
                </c:pt>
                <c:pt idx="435">
                  <c:v>965</c:v>
                </c:pt>
                <c:pt idx="436">
                  <c:v>964</c:v>
                </c:pt>
                <c:pt idx="437">
                  <c:v>963</c:v>
                </c:pt>
                <c:pt idx="438">
                  <c:v>962</c:v>
                </c:pt>
                <c:pt idx="439">
                  <c:v>961</c:v>
                </c:pt>
                <c:pt idx="440">
                  <c:v>960</c:v>
                </c:pt>
                <c:pt idx="441">
                  <c:v>959</c:v>
                </c:pt>
                <c:pt idx="442">
                  <c:v>958</c:v>
                </c:pt>
                <c:pt idx="443">
                  <c:v>957</c:v>
                </c:pt>
                <c:pt idx="444">
                  <c:v>956</c:v>
                </c:pt>
                <c:pt idx="445">
                  <c:v>955</c:v>
                </c:pt>
                <c:pt idx="446">
                  <c:v>954</c:v>
                </c:pt>
                <c:pt idx="447">
                  <c:v>953</c:v>
                </c:pt>
                <c:pt idx="448">
                  <c:v>952</c:v>
                </c:pt>
                <c:pt idx="449">
                  <c:v>951</c:v>
                </c:pt>
                <c:pt idx="450">
                  <c:v>950</c:v>
                </c:pt>
                <c:pt idx="451">
                  <c:v>949</c:v>
                </c:pt>
                <c:pt idx="452">
                  <c:v>948</c:v>
                </c:pt>
                <c:pt idx="453">
                  <c:v>947</c:v>
                </c:pt>
                <c:pt idx="454">
                  <c:v>946</c:v>
                </c:pt>
                <c:pt idx="455">
                  <c:v>945</c:v>
                </c:pt>
                <c:pt idx="456">
                  <c:v>944</c:v>
                </c:pt>
                <c:pt idx="457">
                  <c:v>943</c:v>
                </c:pt>
                <c:pt idx="458">
                  <c:v>942</c:v>
                </c:pt>
                <c:pt idx="459">
                  <c:v>941</c:v>
                </c:pt>
                <c:pt idx="460">
                  <c:v>940</c:v>
                </c:pt>
                <c:pt idx="461">
                  <c:v>939</c:v>
                </c:pt>
                <c:pt idx="462">
                  <c:v>938</c:v>
                </c:pt>
                <c:pt idx="463">
                  <c:v>937</c:v>
                </c:pt>
                <c:pt idx="464">
                  <c:v>936</c:v>
                </c:pt>
                <c:pt idx="465">
                  <c:v>935</c:v>
                </c:pt>
                <c:pt idx="466">
                  <c:v>934</c:v>
                </c:pt>
                <c:pt idx="467">
                  <c:v>933</c:v>
                </c:pt>
                <c:pt idx="468">
                  <c:v>932</c:v>
                </c:pt>
                <c:pt idx="469">
                  <c:v>931</c:v>
                </c:pt>
                <c:pt idx="470">
                  <c:v>930</c:v>
                </c:pt>
                <c:pt idx="471">
                  <c:v>929</c:v>
                </c:pt>
                <c:pt idx="472">
                  <c:v>928</c:v>
                </c:pt>
                <c:pt idx="473">
                  <c:v>927</c:v>
                </c:pt>
                <c:pt idx="474">
                  <c:v>926</c:v>
                </c:pt>
                <c:pt idx="475">
                  <c:v>925</c:v>
                </c:pt>
                <c:pt idx="476">
                  <c:v>924</c:v>
                </c:pt>
                <c:pt idx="477">
                  <c:v>923</c:v>
                </c:pt>
                <c:pt idx="478">
                  <c:v>922</c:v>
                </c:pt>
                <c:pt idx="479">
                  <c:v>921</c:v>
                </c:pt>
                <c:pt idx="480">
                  <c:v>920</c:v>
                </c:pt>
                <c:pt idx="481">
                  <c:v>919</c:v>
                </c:pt>
                <c:pt idx="482">
                  <c:v>918</c:v>
                </c:pt>
                <c:pt idx="483">
                  <c:v>917</c:v>
                </c:pt>
                <c:pt idx="484">
                  <c:v>916</c:v>
                </c:pt>
                <c:pt idx="485">
                  <c:v>915</c:v>
                </c:pt>
                <c:pt idx="486">
                  <c:v>914</c:v>
                </c:pt>
                <c:pt idx="487">
                  <c:v>913</c:v>
                </c:pt>
                <c:pt idx="488">
                  <c:v>912</c:v>
                </c:pt>
                <c:pt idx="489">
                  <c:v>911</c:v>
                </c:pt>
                <c:pt idx="490">
                  <c:v>910</c:v>
                </c:pt>
                <c:pt idx="491">
                  <c:v>909</c:v>
                </c:pt>
                <c:pt idx="492">
                  <c:v>908</c:v>
                </c:pt>
                <c:pt idx="493">
                  <c:v>907</c:v>
                </c:pt>
                <c:pt idx="494">
                  <c:v>906</c:v>
                </c:pt>
                <c:pt idx="495">
                  <c:v>905</c:v>
                </c:pt>
                <c:pt idx="496">
                  <c:v>904</c:v>
                </c:pt>
                <c:pt idx="497">
                  <c:v>903</c:v>
                </c:pt>
                <c:pt idx="498">
                  <c:v>902</c:v>
                </c:pt>
                <c:pt idx="499">
                  <c:v>901</c:v>
                </c:pt>
                <c:pt idx="500">
                  <c:v>900</c:v>
                </c:pt>
                <c:pt idx="501">
                  <c:v>899</c:v>
                </c:pt>
                <c:pt idx="502">
                  <c:v>898</c:v>
                </c:pt>
                <c:pt idx="503">
                  <c:v>897</c:v>
                </c:pt>
                <c:pt idx="504">
                  <c:v>896</c:v>
                </c:pt>
                <c:pt idx="505">
                  <c:v>895</c:v>
                </c:pt>
                <c:pt idx="506">
                  <c:v>894</c:v>
                </c:pt>
                <c:pt idx="507">
                  <c:v>893</c:v>
                </c:pt>
                <c:pt idx="508">
                  <c:v>892</c:v>
                </c:pt>
                <c:pt idx="509">
                  <c:v>891</c:v>
                </c:pt>
                <c:pt idx="510">
                  <c:v>890</c:v>
                </c:pt>
                <c:pt idx="511">
                  <c:v>889</c:v>
                </c:pt>
                <c:pt idx="512">
                  <c:v>888</c:v>
                </c:pt>
                <c:pt idx="513">
                  <c:v>887</c:v>
                </c:pt>
                <c:pt idx="514">
                  <c:v>886</c:v>
                </c:pt>
                <c:pt idx="515">
                  <c:v>885</c:v>
                </c:pt>
                <c:pt idx="516">
                  <c:v>884</c:v>
                </c:pt>
                <c:pt idx="517">
                  <c:v>883</c:v>
                </c:pt>
                <c:pt idx="518">
                  <c:v>882</c:v>
                </c:pt>
                <c:pt idx="519">
                  <c:v>881</c:v>
                </c:pt>
                <c:pt idx="520">
                  <c:v>880</c:v>
                </c:pt>
                <c:pt idx="521">
                  <c:v>879</c:v>
                </c:pt>
                <c:pt idx="522">
                  <c:v>878</c:v>
                </c:pt>
                <c:pt idx="523">
                  <c:v>877</c:v>
                </c:pt>
                <c:pt idx="524">
                  <c:v>876</c:v>
                </c:pt>
                <c:pt idx="525">
                  <c:v>875</c:v>
                </c:pt>
                <c:pt idx="526">
                  <c:v>874</c:v>
                </c:pt>
                <c:pt idx="527">
                  <c:v>873</c:v>
                </c:pt>
                <c:pt idx="528">
                  <c:v>872</c:v>
                </c:pt>
                <c:pt idx="529">
                  <c:v>871</c:v>
                </c:pt>
                <c:pt idx="530">
                  <c:v>870</c:v>
                </c:pt>
                <c:pt idx="531">
                  <c:v>869</c:v>
                </c:pt>
                <c:pt idx="532">
                  <c:v>868</c:v>
                </c:pt>
                <c:pt idx="533">
                  <c:v>867</c:v>
                </c:pt>
                <c:pt idx="534">
                  <c:v>866</c:v>
                </c:pt>
                <c:pt idx="535">
                  <c:v>865</c:v>
                </c:pt>
                <c:pt idx="536">
                  <c:v>864</c:v>
                </c:pt>
                <c:pt idx="537">
                  <c:v>863</c:v>
                </c:pt>
                <c:pt idx="538">
                  <c:v>862</c:v>
                </c:pt>
                <c:pt idx="539">
                  <c:v>861</c:v>
                </c:pt>
                <c:pt idx="540">
                  <c:v>860</c:v>
                </c:pt>
                <c:pt idx="541">
                  <c:v>859</c:v>
                </c:pt>
                <c:pt idx="542">
                  <c:v>858</c:v>
                </c:pt>
                <c:pt idx="543">
                  <c:v>857</c:v>
                </c:pt>
                <c:pt idx="544">
                  <c:v>856</c:v>
                </c:pt>
                <c:pt idx="545">
                  <c:v>855</c:v>
                </c:pt>
                <c:pt idx="546">
                  <c:v>854</c:v>
                </c:pt>
                <c:pt idx="547">
                  <c:v>853</c:v>
                </c:pt>
                <c:pt idx="548">
                  <c:v>852</c:v>
                </c:pt>
                <c:pt idx="549">
                  <c:v>851</c:v>
                </c:pt>
                <c:pt idx="550">
                  <c:v>850</c:v>
                </c:pt>
                <c:pt idx="551">
                  <c:v>849</c:v>
                </c:pt>
                <c:pt idx="552">
                  <c:v>848</c:v>
                </c:pt>
                <c:pt idx="553">
                  <c:v>847</c:v>
                </c:pt>
                <c:pt idx="554">
                  <c:v>846</c:v>
                </c:pt>
                <c:pt idx="555">
                  <c:v>845</c:v>
                </c:pt>
                <c:pt idx="556">
                  <c:v>844</c:v>
                </c:pt>
                <c:pt idx="557">
                  <c:v>843</c:v>
                </c:pt>
                <c:pt idx="558">
                  <c:v>842</c:v>
                </c:pt>
                <c:pt idx="559">
                  <c:v>841</c:v>
                </c:pt>
                <c:pt idx="560">
                  <c:v>840</c:v>
                </c:pt>
                <c:pt idx="561">
                  <c:v>839</c:v>
                </c:pt>
                <c:pt idx="562">
                  <c:v>838</c:v>
                </c:pt>
                <c:pt idx="563">
                  <c:v>837</c:v>
                </c:pt>
                <c:pt idx="564">
                  <c:v>836</c:v>
                </c:pt>
                <c:pt idx="565">
                  <c:v>835</c:v>
                </c:pt>
                <c:pt idx="566">
                  <c:v>834</c:v>
                </c:pt>
                <c:pt idx="567">
                  <c:v>833</c:v>
                </c:pt>
                <c:pt idx="568">
                  <c:v>832</c:v>
                </c:pt>
                <c:pt idx="569">
                  <c:v>831</c:v>
                </c:pt>
                <c:pt idx="570">
                  <c:v>830</c:v>
                </c:pt>
                <c:pt idx="571">
                  <c:v>829</c:v>
                </c:pt>
                <c:pt idx="572">
                  <c:v>828</c:v>
                </c:pt>
                <c:pt idx="573">
                  <c:v>827</c:v>
                </c:pt>
                <c:pt idx="574">
                  <c:v>826</c:v>
                </c:pt>
                <c:pt idx="575">
                  <c:v>825</c:v>
                </c:pt>
                <c:pt idx="576">
                  <c:v>824</c:v>
                </c:pt>
                <c:pt idx="577">
                  <c:v>823</c:v>
                </c:pt>
                <c:pt idx="578">
                  <c:v>822</c:v>
                </c:pt>
                <c:pt idx="579">
                  <c:v>821</c:v>
                </c:pt>
                <c:pt idx="580">
                  <c:v>820</c:v>
                </c:pt>
                <c:pt idx="581">
                  <c:v>819</c:v>
                </c:pt>
                <c:pt idx="582">
                  <c:v>818</c:v>
                </c:pt>
                <c:pt idx="583">
                  <c:v>817</c:v>
                </c:pt>
                <c:pt idx="584">
                  <c:v>816</c:v>
                </c:pt>
                <c:pt idx="585">
                  <c:v>815</c:v>
                </c:pt>
                <c:pt idx="586">
                  <c:v>814</c:v>
                </c:pt>
                <c:pt idx="587">
                  <c:v>813</c:v>
                </c:pt>
                <c:pt idx="588">
                  <c:v>812</c:v>
                </c:pt>
                <c:pt idx="589">
                  <c:v>811</c:v>
                </c:pt>
                <c:pt idx="590">
                  <c:v>810</c:v>
                </c:pt>
                <c:pt idx="591">
                  <c:v>809</c:v>
                </c:pt>
                <c:pt idx="592">
                  <c:v>808</c:v>
                </c:pt>
                <c:pt idx="593">
                  <c:v>807</c:v>
                </c:pt>
                <c:pt idx="594">
                  <c:v>806</c:v>
                </c:pt>
                <c:pt idx="595">
                  <c:v>805</c:v>
                </c:pt>
                <c:pt idx="596">
                  <c:v>804</c:v>
                </c:pt>
                <c:pt idx="597">
                  <c:v>803</c:v>
                </c:pt>
                <c:pt idx="598">
                  <c:v>802</c:v>
                </c:pt>
                <c:pt idx="599">
                  <c:v>801</c:v>
                </c:pt>
                <c:pt idx="600">
                  <c:v>800</c:v>
                </c:pt>
                <c:pt idx="601">
                  <c:v>799</c:v>
                </c:pt>
                <c:pt idx="602">
                  <c:v>798</c:v>
                </c:pt>
                <c:pt idx="603">
                  <c:v>797</c:v>
                </c:pt>
                <c:pt idx="604">
                  <c:v>796</c:v>
                </c:pt>
                <c:pt idx="605">
                  <c:v>795</c:v>
                </c:pt>
                <c:pt idx="606">
                  <c:v>794</c:v>
                </c:pt>
                <c:pt idx="607">
                  <c:v>793</c:v>
                </c:pt>
                <c:pt idx="608">
                  <c:v>792</c:v>
                </c:pt>
                <c:pt idx="609">
                  <c:v>791</c:v>
                </c:pt>
                <c:pt idx="610">
                  <c:v>790</c:v>
                </c:pt>
                <c:pt idx="611">
                  <c:v>789</c:v>
                </c:pt>
                <c:pt idx="612">
                  <c:v>788</c:v>
                </c:pt>
                <c:pt idx="613">
                  <c:v>787</c:v>
                </c:pt>
                <c:pt idx="614">
                  <c:v>786</c:v>
                </c:pt>
                <c:pt idx="615">
                  <c:v>785</c:v>
                </c:pt>
                <c:pt idx="616">
                  <c:v>784</c:v>
                </c:pt>
                <c:pt idx="617">
                  <c:v>783</c:v>
                </c:pt>
                <c:pt idx="618">
                  <c:v>782</c:v>
                </c:pt>
                <c:pt idx="619">
                  <c:v>781</c:v>
                </c:pt>
                <c:pt idx="620">
                  <c:v>780</c:v>
                </c:pt>
                <c:pt idx="621">
                  <c:v>779</c:v>
                </c:pt>
                <c:pt idx="622">
                  <c:v>778</c:v>
                </c:pt>
                <c:pt idx="623">
                  <c:v>777</c:v>
                </c:pt>
                <c:pt idx="624">
                  <c:v>776</c:v>
                </c:pt>
                <c:pt idx="625">
                  <c:v>775</c:v>
                </c:pt>
                <c:pt idx="626">
                  <c:v>774</c:v>
                </c:pt>
                <c:pt idx="627">
                  <c:v>773</c:v>
                </c:pt>
                <c:pt idx="628">
                  <c:v>772</c:v>
                </c:pt>
                <c:pt idx="629">
                  <c:v>771</c:v>
                </c:pt>
                <c:pt idx="630">
                  <c:v>770</c:v>
                </c:pt>
                <c:pt idx="631">
                  <c:v>769</c:v>
                </c:pt>
                <c:pt idx="632">
                  <c:v>768</c:v>
                </c:pt>
                <c:pt idx="633">
                  <c:v>767</c:v>
                </c:pt>
                <c:pt idx="634">
                  <c:v>766</c:v>
                </c:pt>
                <c:pt idx="635">
                  <c:v>765</c:v>
                </c:pt>
                <c:pt idx="636">
                  <c:v>764</c:v>
                </c:pt>
                <c:pt idx="637">
                  <c:v>763</c:v>
                </c:pt>
                <c:pt idx="638">
                  <c:v>762</c:v>
                </c:pt>
                <c:pt idx="639">
                  <c:v>761</c:v>
                </c:pt>
                <c:pt idx="640">
                  <c:v>760</c:v>
                </c:pt>
                <c:pt idx="641">
                  <c:v>759</c:v>
                </c:pt>
                <c:pt idx="642">
                  <c:v>758</c:v>
                </c:pt>
                <c:pt idx="643">
                  <c:v>757</c:v>
                </c:pt>
                <c:pt idx="644">
                  <c:v>756</c:v>
                </c:pt>
                <c:pt idx="645">
                  <c:v>755</c:v>
                </c:pt>
                <c:pt idx="646">
                  <c:v>754</c:v>
                </c:pt>
                <c:pt idx="647">
                  <c:v>753</c:v>
                </c:pt>
                <c:pt idx="648">
                  <c:v>752</c:v>
                </c:pt>
                <c:pt idx="649">
                  <c:v>751</c:v>
                </c:pt>
                <c:pt idx="650">
                  <c:v>750</c:v>
                </c:pt>
                <c:pt idx="651">
                  <c:v>749</c:v>
                </c:pt>
                <c:pt idx="652">
                  <c:v>748</c:v>
                </c:pt>
                <c:pt idx="653">
                  <c:v>747</c:v>
                </c:pt>
                <c:pt idx="654">
                  <c:v>746</c:v>
                </c:pt>
                <c:pt idx="655">
                  <c:v>745</c:v>
                </c:pt>
                <c:pt idx="656">
                  <c:v>744</c:v>
                </c:pt>
                <c:pt idx="657">
                  <c:v>743</c:v>
                </c:pt>
                <c:pt idx="658">
                  <c:v>742</c:v>
                </c:pt>
                <c:pt idx="659">
                  <c:v>741</c:v>
                </c:pt>
                <c:pt idx="660">
                  <c:v>740</c:v>
                </c:pt>
                <c:pt idx="661">
                  <c:v>739</c:v>
                </c:pt>
                <c:pt idx="662">
                  <c:v>738</c:v>
                </c:pt>
                <c:pt idx="663">
                  <c:v>737</c:v>
                </c:pt>
                <c:pt idx="664">
                  <c:v>736</c:v>
                </c:pt>
                <c:pt idx="665">
                  <c:v>735</c:v>
                </c:pt>
                <c:pt idx="666">
                  <c:v>734</c:v>
                </c:pt>
                <c:pt idx="667">
                  <c:v>733</c:v>
                </c:pt>
                <c:pt idx="668">
                  <c:v>732</c:v>
                </c:pt>
                <c:pt idx="669">
                  <c:v>731</c:v>
                </c:pt>
                <c:pt idx="670">
                  <c:v>730</c:v>
                </c:pt>
                <c:pt idx="671">
                  <c:v>729</c:v>
                </c:pt>
                <c:pt idx="672">
                  <c:v>728</c:v>
                </c:pt>
                <c:pt idx="673">
                  <c:v>727</c:v>
                </c:pt>
                <c:pt idx="674">
                  <c:v>726</c:v>
                </c:pt>
                <c:pt idx="675">
                  <c:v>725</c:v>
                </c:pt>
                <c:pt idx="676">
                  <c:v>724</c:v>
                </c:pt>
                <c:pt idx="677">
                  <c:v>723</c:v>
                </c:pt>
                <c:pt idx="678">
                  <c:v>722</c:v>
                </c:pt>
                <c:pt idx="679">
                  <c:v>721</c:v>
                </c:pt>
                <c:pt idx="680">
                  <c:v>720</c:v>
                </c:pt>
                <c:pt idx="681">
                  <c:v>719</c:v>
                </c:pt>
                <c:pt idx="682">
                  <c:v>718</c:v>
                </c:pt>
                <c:pt idx="683">
                  <c:v>717</c:v>
                </c:pt>
                <c:pt idx="684">
                  <c:v>716</c:v>
                </c:pt>
                <c:pt idx="685">
                  <c:v>715</c:v>
                </c:pt>
                <c:pt idx="686">
                  <c:v>714</c:v>
                </c:pt>
                <c:pt idx="687">
                  <c:v>713</c:v>
                </c:pt>
                <c:pt idx="688">
                  <c:v>712</c:v>
                </c:pt>
                <c:pt idx="689">
                  <c:v>711</c:v>
                </c:pt>
                <c:pt idx="690">
                  <c:v>710</c:v>
                </c:pt>
                <c:pt idx="691">
                  <c:v>709</c:v>
                </c:pt>
                <c:pt idx="692">
                  <c:v>708</c:v>
                </c:pt>
                <c:pt idx="693">
                  <c:v>707</c:v>
                </c:pt>
                <c:pt idx="694">
                  <c:v>706</c:v>
                </c:pt>
                <c:pt idx="695">
                  <c:v>705</c:v>
                </c:pt>
                <c:pt idx="696">
                  <c:v>704</c:v>
                </c:pt>
                <c:pt idx="697">
                  <c:v>703</c:v>
                </c:pt>
                <c:pt idx="698">
                  <c:v>702</c:v>
                </c:pt>
                <c:pt idx="699">
                  <c:v>701</c:v>
                </c:pt>
                <c:pt idx="700">
                  <c:v>700</c:v>
                </c:pt>
                <c:pt idx="701">
                  <c:v>699</c:v>
                </c:pt>
                <c:pt idx="702">
                  <c:v>698</c:v>
                </c:pt>
                <c:pt idx="703">
                  <c:v>697</c:v>
                </c:pt>
                <c:pt idx="704">
                  <c:v>696</c:v>
                </c:pt>
                <c:pt idx="705">
                  <c:v>695</c:v>
                </c:pt>
                <c:pt idx="706">
                  <c:v>694</c:v>
                </c:pt>
                <c:pt idx="707">
                  <c:v>693</c:v>
                </c:pt>
                <c:pt idx="708">
                  <c:v>692</c:v>
                </c:pt>
                <c:pt idx="709">
                  <c:v>691</c:v>
                </c:pt>
                <c:pt idx="710">
                  <c:v>690</c:v>
                </c:pt>
                <c:pt idx="711">
                  <c:v>689</c:v>
                </c:pt>
                <c:pt idx="712">
                  <c:v>688</c:v>
                </c:pt>
                <c:pt idx="713">
                  <c:v>687</c:v>
                </c:pt>
                <c:pt idx="714">
                  <c:v>686</c:v>
                </c:pt>
                <c:pt idx="715">
                  <c:v>685</c:v>
                </c:pt>
                <c:pt idx="716">
                  <c:v>684</c:v>
                </c:pt>
                <c:pt idx="717">
                  <c:v>683</c:v>
                </c:pt>
                <c:pt idx="718">
                  <c:v>682</c:v>
                </c:pt>
                <c:pt idx="719">
                  <c:v>681</c:v>
                </c:pt>
                <c:pt idx="720">
                  <c:v>680</c:v>
                </c:pt>
                <c:pt idx="721">
                  <c:v>679</c:v>
                </c:pt>
                <c:pt idx="722">
                  <c:v>678</c:v>
                </c:pt>
                <c:pt idx="723">
                  <c:v>677</c:v>
                </c:pt>
                <c:pt idx="724">
                  <c:v>676</c:v>
                </c:pt>
                <c:pt idx="725">
                  <c:v>675</c:v>
                </c:pt>
                <c:pt idx="726">
                  <c:v>674</c:v>
                </c:pt>
                <c:pt idx="727">
                  <c:v>673</c:v>
                </c:pt>
                <c:pt idx="728">
                  <c:v>672</c:v>
                </c:pt>
                <c:pt idx="729">
                  <c:v>671</c:v>
                </c:pt>
                <c:pt idx="730">
                  <c:v>670</c:v>
                </c:pt>
                <c:pt idx="731">
                  <c:v>669</c:v>
                </c:pt>
                <c:pt idx="732">
                  <c:v>668</c:v>
                </c:pt>
                <c:pt idx="733">
                  <c:v>667</c:v>
                </c:pt>
                <c:pt idx="734">
                  <c:v>666</c:v>
                </c:pt>
                <c:pt idx="735">
                  <c:v>665</c:v>
                </c:pt>
                <c:pt idx="736">
                  <c:v>664</c:v>
                </c:pt>
                <c:pt idx="737">
                  <c:v>663</c:v>
                </c:pt>
                <c:pt idx="738">
                  <c:v>662</c:v>
                </c:pt>
                <c:pt idx="739">
                  <c:v>661</c:v>
                </c:pt>
                <c:pt idx="740">
                  <c:v>660</c:v>
                </c:pt>
                <c:pt idx="741">
                  <c:v>659</c:v>
                </c:pt>
                <c:pt idx="742">
                  <c:v>658</c:v>
                </c:pt>
                <c:pt idx="743">
                  <c:v>657</c:v>
                </c:pt>
                <c:pt idx="744">
                  <c:v>656</c:v>
                </c:pt>
                <c:pt idx="745">
                  <c:v>655</c:v>
                </c:pt>
                <c:pt idx="746">
                  <c:v>654</c:v>
                </c:pt>
                <c:pt idx="747">
                  <c:v>653</c:v>
                </c:pt>
                <c:pt idx="748">
                  <c:v>652</c:v>
                </c:pt>
                <c:pt idx="749">
                  <c:v>651</c:v>
                </c:pt>
                <c:pt idx="750">
                  <c:v>650</c:v>
                </c:pt>
                <c:pt idx="751">
                  <c:v>649</c:v>
                </c:pt>
                <c:pt idx="752">
                  <c:v>648</c:v>
                </c:pt>
                <c:pt idx="753">
                  <c:v>647</c:v>
                </c:pt>
                <c:pt idx="754">
                  <c:v>646</c:v>
                </c:pt>
                <c:pt idx="755">
                  <c:v>645</c:v>
                </c:pt>
                <c:pt idx="756">
                  <c:v>644</c:v>
                </c:pt>
                <c:pt idx="757">
                  <c:v>643</c:v>
                </c:pt>
                <c:pt idx="758">
                  <c:v>642</c:v>
                </c:pt>
                <c:pt idx="759">
                  <c:v>641</c:v>
                </c:pt>
                <c:pt idx="760">
                  <c:v>640</c:v>
                </c:pt>
                <c:pt idx="761">
                  <c:v>639</c:v>
                </c:pt>
                <c:pt idx="762">
                  <c:v>638</c:v>
                </c:pt>
                <c:pt idx="763">
                  <c:v>637</c:v>
                </c:pt>
                <c:pt idx="764">
                  <c:v>636</c:v>
                </c:pt>
                <c:pt idx="765">
                  <c:v>635</c:v>
                </c:pt>
                <c:pt idx="766">
                  <c:v>634</c:v>
                </c:pt>
                <c:pt idx="767">
                  <c:v>633</c:v>
                </c:pt>
                <c:pt idx="768">
                  <c:v>632</c:v>
                </c:pt>
                <c:pt idx="769">
                  <c:v>631</c:v>
                </c:pt>
                <c:pt idx="770">
                  <c:v>630</c:v>
                </c:pt>
                <c:pt idx="771">
                  <c:v>629</c:v>
                </c:pt>
                <c:pt idx="772">
                  <c:v>628</c:v>
                </c:pt>
                <c:pt idx="773">
                  <c:v>627</c:v>
                </c:pt>
                <c:pt idx="774">
                  <c:v>626</c:v>
                </c:pt>
                <c:pt idx="775">
                  <c:v>625</c:v>
                </c:pt>
                <c:pt idx="776">
                  <c:v>624</c:v>
                </c:pt>
                <c:pt idx="777">
                  <c:v>623</c:v>
                </c:pt>
                <c:pt idx="778">
                  <c:v>622</c:v>
                </c:pt>
                <c:pt idx="779">
                  <c:v>621</c:v>
                </c:pt>
                <c:pt idx="780">
                  <c:v>620</c:v>
                </c:pt>
                <c:pt idx="781">
                  <c:v>619</c:v>
                </c:pt>
                <c:pt idx="782">
                  <c:v>618</c:v>
                </c:pt>
                <c:pt idx="783">
                  <c:v>617</c:v>
                </c:pt>
                <c:pt idx="784">
                  <c:v>616</c:v>
                </c:pt>
                <c:pt idx="785">
                  <c:v>615</c:v>
                </c:pt>
                <c:pt idx="786">
                  <c:v>614</c:v>
                </c:pt>
                <c:pt idx="787">
                  <c:v>613</c:v>
                </c:pt>
                <c:pt idx="788">
                  <c:v>612</c:v>
                </c:pt>
                <c:pt idx="789">
                  <c:v>611</c:v>
                </c:pt>
                <c:pt idx="790">
                  <c:v>610</c:v>
                </c:pt>
                <c:pt idx="791">
                  <c:v>609</c:v>
                </c:pt>
                <c:pt idx="792">
                  <c:v>608</c:v>
                </c:pt>
                <c:pt idx="793">
                  <c:v>607</c:v>
                </c:pt>
                <c:pt idx="794">
                  <c:v>606</c:v>
                </c:pt>
                <c:pt idx="795">
                  <c:v>605</c:v>
                </c:pt>
                <c:pt idx="796">
                  <c:v>604</c:v>
                </c:pt>
                <c:pt idx="797">
                  <c:v>603</c:v>
                </c:pt>
                <c:pt idx="798">
                  <c:v>602</c:v>
                </c:pt>
                <c:pt idx="799">
                  <c:v>601</c:v>
                </c:pt>
                <c:pt idx="800">
                  <c:v>600</c:v>
                </c:pt>
                <c:pt idx="801">
                  <c:v>599</c:v>
                </c:pt>
                <c:pt idx="802">
                  <c:v>598</c:v>
                </c:pt>
                <c:pt idx="803">
                  <c:v>597</c:v>
                </c:pt>
                <c:pt idx="804">
                  <c:v>596</c:v>
                </c:pt>
                <c:pt idx="805">
                  <c:v>595</c:v>
                </c:pt>
                <c:pt idx="806">
                  <c:v>594</c:v>
                </c:pt>
                <c:pt idx="807">
                  <c:v>593</c:v>
                </c:pt>
                <c:pt idx="808">
                  <c:v>592</c:v>
                </c:pt>
                <c:pt idx="809">
                  <c:v>591</c:v>
                </c:pt>
                <c:pt idx="810">
                  <c:v>590</c:v>
                </c:pt>
                <c:pt idx="811">
                  <c:v>589</c:v>
                </c:pt>
                <c:pt idx="812">
                  <c:v>588</c:v>
                </c:pt>
                <c:pt idx="813">
                  <c:v>587</c:v>
                </c:pt>
                <c:pt idx="814">
                  <c:v>586</c:v>
                </c:pt>
                <c:pt idx="815">
                  <c:v>585</c:v>
                </c:pt>
                <c:pt idx="816">
                  <c:v>584</c:v>
                </c:pt>
                <c:pt idx="817">
                  <c:v>583</c:v>
                </c:pt>
                <c:pt idx="818">
                  <c:v>582</c:v>
                </c:pt>
                <c:pt idx="819">
                  <c:v>581</c:v>
                </c:pt>
                <c:pt idx="820">
                  <c:v>580</c:v>
                </c:pt>
                <c:pt idx="821">
                  <c:v>579</c:v>
                </c:pt>
                <c:pt idx="822">
                  <c:v>578</c:v>
                </c:pt>
                <c:pt idx="823">
                  <c:v>577</c:v>
                </c:pt>
                <c:pt idx="824">
                  <c:v>576</c:v>
                </c:pt>
                <c:pt idx="825">
                  <c:v>575</c:v>
                </c:pt>
                <c:pt idx="826">
                  <c:v>574</c:v>
                </c:pt>
                <c:pt idx="827">
                  <c:v>573</c:v>
                </c:pt>
                <c:pt idx="828">
                  <c:v>572</c:v>
                </c:pt>
                <c:pt idx="829">
                  <c:v>571</c:v>
                </c:pt>
                <c:pt idx="830">
                  <c:v>570</c:v>
                </c:pt>
                <c:pt idx="831">
                  <c:v>569</c:v>
                </c:pt>
                <c:pt idx="832">
                  <c:v>568</c:v>
                </c:pt>
                <c:pt idx="833">
                  <c:v>567</c:v>
                </c:pt>
                <c:pt idx="834">
                  <c:v>566</c:v>
                </c:pt>
                <c:pt idx="835">
                  <c:v>565</c:v>
                </c:pt>
                <c:pt idx="836">
                  <c:v>564</c:v>
                </c:pt>
                <c:pt idx="837">
                  <c:v>563</c:v>
                </c:pt>
                <c:pt idx="838">
                  <c:v>562</c:v>
                </c:pt>
                <c:pt idx="839">
                  <c:v>561</c:v>
                </c:pt>
                <c:pt idx="840">
                  <c:v>560</c:v>
                </c:pt>
                <c:pt idx="841">
                  <c:v>559</c:v>
                </c:pt>
                <c:pt idx="842">
                  <c:v>558</c:v>
                </c:pt>
                <c:pt idx="843">
                  <c:v>557</c:v>
                </c:pt>
                <c:pt idx="844">
                  <c:v>556</c:v>
                </c:pt>
                <c:pt idx="845">
                  <c:v>555</c:v>
                </c:pt>
                <c:pt idx="846">
                  <c:v>554</c:v>
                </c:pt>
                <c:pt idx="847">
                  <c:v>553</c:v>
                </c:pt>
                <c:pt idx="848">
                  <c:v>552</c:v>
                </c:pt>
                <c:pt idx="849">
                  <c:v>551</c:v>
                </c:pt>
                <c:pt idx="850">
                  <c:v>550</c:v>
                </c:pt>
                <c:pt idx="851">
                  <c:v>549</c:v>
                </c:pt>
                <c:pt idx="852">
                  <c:v>548</c:v>
                </c:pt>
                <c:pt idx="853">
                  <c:v>547</c:v>
                </c:pt>
                <c:pt idx="854">
                  <c:v>546</c:v>
                </c:pt>
                <c:pt idx="855">
                  <c:v>545</c:v>
                </c:pt>
                <c:pt idx="856">
                  <c:v>544</c:v>
                </c:pt>
                <c:pt idx="857">
                  <c:v>543</c:v>
                </c:pt>
                <c:pt idx="858">
                  <c:v>542</c:v>
                </c:pt>
                <c:pt idx="859">
                  <c:v>541</c:v>
                </c:pt>
                <c:pt idx="860">
                  <c:v>540</c:v>
                </c:pt>
                <c:pt idx="861">
                  <c:v>539</c:v>
                </c:pt>
                <c:pt idx="862">
                  <c:v>538</c:v>
                </c:pt>
                <c:pt idx="863">
                  <c:v>537</c:v>
                </c:pt>
                <c:pt idx="864">
                  <c:v>536</c:v>
                </c:pt>
                <c:pt idx="865">
                  <c:v>535</c:v>
                </c:pt>
                <c:pt idx="866">
                  <c:v>534</c:v>
                </c:pt>
                <c:pt idx="867">
                  <c:v>533</c:v>
                </c:pt>
                <c:pt idx="868">
                  <c:v>532</c:v>
                </c:pt>
                <c:pt idx="869">
                  <c:v>531</c:v>
                </c:pt>
                <c:pt idx="870">
                  <c:v>530</c:v>
                </c:pt>
                <c:pt idx="871">
                  <c:v>529</c:v>
                </c:pt>
                <c:pt idx="872">
                  <c:v>528</c:v>
                </c:pt>
                <c:pt idx="873">
                  <c:v>527</c:v>
                </c:pt>
                <c:pt idx="874">
                  <c:v>526</c:v>
                </c:pt>
                <c:pt idx="875">
                  <c:v>525</c:v>
                </c:pt>
                <c:pt idx="876">
                  <c:v>524</c:v>
                </c:pt>
                <c:pt idx="877">
                  <c:v>523</c:v>
                </c:pt>
                <c:pt idx="878">
                  <c:v>522</c:v>
                </c:pt>
                <c:pt idx="879">
                  <c:v>521</c:v>
                </c:pt>
                <c:pt idx="880">
                  <c:v>520</c:v>
                </c:pt>
                <c:pt idx="881">
                  <c:v>519</c:v>
                </c:pt>
                <c:pt idx="882">
                  <c:v>518</c:v>
                </c:pt>
                <c:pt idx="883">
                  <c:v>517</c:v>
                </c:pt>
                <c:pt idx="884">
                  <c:v>516</c:v>
                </c:pt>
                <c:pt idx="885">
                  <c:v>515</c:v>
                </c:pt>
                <c:pt idx="886">
                  <c:v>514</c:v>
                </c:pt>
                <c:pt idx="887">
                  <c:v>513</c:v>
                </c:pt>
                <c:pt idx="888">
                  <c:v>512</c:v>
                </c:pt>
                <c:pt idx="889">
                  <c:v>511</c:v>
                </c:pt>
                <c:pt idx="890">
                  <c:v>510</c:v>
                </c:pt>
                <c:pt idx="891">
                  <c:v>509</c:v>
                </c:pt>
                <c:pt idx="892">
                  <c:v>508</c:v>
                </c:pt>
                <c:pt idx="893">
                  <c:v>507</c:v>
                </c:pt>
                <c:pt idx="894">
                  <c:v>506</c:v>
                </c:pt>
                <c:pt idx="895">
                  <c:v>505</c:v>
                </c:pt>
                <c:pt idx="896">
                  <c:v>504</c:v>
                </c:pt>
                <c:pt idx="897">
                  <c:v>503</c:v>
                </c:pt>
                <c:pt idx="898">
                  <c:v>502</c:v>
                </c:pt>
                <c:pt idx="899">
                  <c:v>501</c:v>
                </c:pt>
                <c:pt idx="900">
                  <c:v>500</c:v>
                </c:pt>
                <c:pt idx="901">
                  <c:v>499</c:v>
                </c:pt>
                <c:pt idx="902">
                  <c:v>498</c:v>
                </c:pt>
                <c:pt idx="903">
                  <c:v>497</c:v>
                </c:pt>
                <c:pt idx="904">
                  <c:v>496</c:v>
                </c:pt>
                <c:pt idx="905">
                  <c:v>495</c:v>
                </c:pt>
                <c:pt idx="906">
                  <c:v>494</c:v>
                </c:pt>
                <c:pt idx="907">
                  <c:v>493</c:v>
                </c:pt>
                <c:pt idx="908">
                  <c:v>492</c:v>
                </c:pt>
                <c:pt idx="909">
                  <c:v>491</c:v>
                </c:pt>
                <c:pt idx="910">
                  <c:v>490</c:v>
                </c:pt>
                <c:pt idx="911">
                  <c:v>489</c:v>
                </c:pt>
                <c:pt idx="912">
                  <c:v>488</c:v>
                </c:pt>
                <c:pt idx="913">
                  <c:v>487</c:v>
                </c:pt>
                <c:pt idx="914">
                  <c:v>486</c:v>
                </c:pt>
                <c:pt idx="915">
                  <c:v>485</c:v>
                </c:pt>
                <c:pt idx="916">
                  <c:v>484</c:v>
                </c:pt>
                <c:pt idx="917">
                  <c:v>483</c:v>
                </c:pt>
                <c:pt idx="918">
                  <c:v>482</c:v>
                </c:pt>
                <c:pt idx="919">
                  <c:v>481</c:v>
                </c:pt>
                <c:pt idx="920">
                  <c:v>480</c:v>
                </c:pt>
                <c:pt idx="921">
                  <c:v>479</c:v>
                </c:pt>
                <c:pt idx="922">
                  <c:v>478</c:v>
                </c:pt>
                <c:pt idx="923">
                  <c:v>477</c:v>
                </c:pt>
                <c:pt idx="924">
                  <c:v>476</c:v>
                </c:pt>
                <c:pt idx="925">
                  <c:v>475</c:v>
                </c:pt>
                <c:pt idx="926">
                  <c:v>474</c:v>
                </c:pt>
                <c:pt idx="927">
                  <c:v>473</c:v>
                </c:pt>
                <c:pt idx="928">
                  <c:v>472</c:v>
                </c:pt>
                <c:pt idx="929">
                  <c:v>471</c:v>
                </c:pt>
                <c:pt idx="930">
                  <c:v>470</c:v>
                </c:pt>
                <c:pt idx="931">
                  <c:v>469</c:v>
                </c:pt>
                <c:pt idx="932">
                  <c:v>468</c:v>
                </c:pt>
                <c:pt idx="933">
                  <c:v>467</c:v>
                </c:pt>
                <c:pt idx="934">
                  <c:v>466</c:v>
                </c:pt>
                <c:pt idx="935">
                  <c:v>465</c:v>
                </c:pt>
                <c:pt idx="936">
                  <c:v>464</c:v>
                </c:pt>
                <c:pt idx="937">
                  <c:v>463</c:v>
                </c:pt>
                <c:pt idx="938">
                  <c:v>462</c:v>
                </c:pt>
                <c:pt idx="939">
                  <c:v>461</c:v>
                </c:pt>
                <c:pt idx="940">
                  <c:v>460</c:v>
                </c:pt>
                <c:pt idx="941">
                  <c:v>459</c:v>
                </c:pt>
                <c:pt idx="942">
                  <c:v>458</c:v>
                </c:pt>
                <c:pt idx="943">
                  <c:v>457</c:v>
                </c:pt>
                <c:pt idx="944">
                  <c:v>456</c:v>
                </c:pt>
                <c:pt idx="945">
                  <c:v>455</c:v>
                </c:pt>
                <c:pt idx="946">
                  <c:v>454</c:v>
                </c:pt>
                <c:pt idx="947">
                  <c:v>453</c:v>
                </c:pt>
                <c:pt idx="948">
                  <c:v>452</c:v>
                </c:pt>
                <c:pt idx="949">
                  <c:v>451</c:v>
                </c:pt>
                <c:pt idx="950">
                  <c:v>450</c:v>
                </c:pt>
                <c:pt idx="951">
                  <c:v>449</c:v>
                </c:pt>
                <c:pt idx="952">
                  <c:v>448</c:v>
                </c:pt>
                <c:pt idx="953">
                  <c:v>447</c:v>
                </c:pt>
                <c:pt idx="954">
                  <c:v>446</c:v>
                </c:pt>
                <c:pt idx="955">
                  <c:v>445</c:v>
                </c:pt>
                <c:pt idx="956">
                  <c:v>444</c:v>
                </c:pt>
                <c:pt idx="957">
                  <c:v>443</c:v>
                </c:pt>
                <c:pt idx="958">
                  <c:v>442</c:v>
                </c:pt>
                <c:pt idx="959">
                  <c:v>441</c:v>
                </c:pt>
                <c:pt idx="960">
                  <c:v>440</c:v>
                </c:pt>
                <c:pt idx="961">
                  <c:v>439</c:v>
                </c:pt>
                <c:pt idx="962">
                  <c:v>438</c:v>
                </c:pt>
                <c:pt idx="963">
                  <c:v>437</c:v>
                </c:pt>
                <c:pt idx="964">
                  <c:v>436</c:v>
                </c:pt>
                <c:pt idx="965">
                  <c:v>435</c:v>
                </c:pt>
                <c:pt idx="966">
                  <c:v>434</c:v>
                </c:pt>
                <c:pt idx="967">
                  <c:v>433</c:v>
                </c:pt>
                <c:pt idx="968">
                  <c:v>432</c:v>
                </c:pt>
                <c:pt idx="969">
                  <c:v>431</c:v>
                </c:pt>
                <c:pt idx="970">
                  <c:v>430</c:v>
                </c:pt>
                <c:pt idx="971">
                  <c:v>429</c:v>
                </c:pt>
                <c:pt idx="972">
                  <c:v>428</c:v>
                </c:pt>
                <c:pt idx="973">
                  <c:v>427</c:v>
                </c:pt>
                <c:pt idx="974">
                  <c:v>426</c:v>
                </c:pt>
                <c:pt idx="975">
                  <c:v>425</c:v>
                </c:pt>
                <c:pt idx="976">
                  <c:v>424</c:v>
                </c:pt>
                <c:pt idx="977">
                  <c:v>423</c:v>
                </c:pt>
                <c:pt idx="978">
                  <c:v>422</c:v>
                </c:pt>
                <c:pt idx="979">
                  <c:v>421</c:v>
                </c:pt>
                <c:pt idx="980">
                  <c:v>420</c:v>
                </c:pt>
                <c:pt idx="981">
                  <c:v>419</c:v>
                </c:pt>
                <c:pt idx="982">
                  <c:v>418</c:v>
                </c:pt>
                <c:pt idx="983">
                  <c:v>417</c:v>
                </c:pt>
                <c:pt idx="984">
                  <c:v>416</c:v>
                </c:pt>
                <c:pt idx="985">
                  <c:v>415</c:v>
                </c:pt>
                <c:pt idx="986">
                  <c:v>414</c:v>
                </c:pt>
                <c:pt idx="987">
                  <c:v>413</c:v>
                </c:pt>
                <c:pt idx="988">
                  <c:v>412</c:v>
                </c:pt>
                <c:pt idx="989">
                  <c:v>411</c:v>
                </c:pt>
                <c:pt idx="990">
                  <c:v>410</c:v>
                </c:pt>
                <c:pt idx="991">
                  <c:v>409</c:v>
                </c:pt>
                <c:pt idx="992">
                  <c:v>408</c:v>
                </c:pt>
                <c:pt idx="993">
                  <c:v>407</c:v>
                </c:pt>
                <c:pt idx="994">
                  <c:v>406</c:v>
                </c:pt>
                <c:pt idx="995">
                  <c:v>405</c:v>
                </c:pt>
                <c:pt idx="996">
                  <c:v>404</c:v>
                </c:pt>
                <c:pt idx="997">
                  <c:v>403</c:v>
                </c:pt>
                <c:pt idx="998">
                  <c:v>402</c:v>
                </c:pt>
                <c:pt idx="999">
                  <c:v>401</c:v>
                </c:pt>
                <c:pt idx="1000">
                  <c:v>400</c:v>
                </c:pt>
                <c:pt idx="1001">
                  <c:v>399</c:v>
                </c:pt>
                <c:pt idx="1002">
                  <c:v>398</c:v>
                </c:pt>
                <c:pt idx="1003">
                  <c:v>397</c:v>
                </c:pt>
                <c:pt idx="1004">
                  <c:v>396</c:v>
                </c:pt>
                <c:pt idx="1005">
                  <c:v>395</c:v>
                </c:pt>
                <c:pt idx="1006">
                  <c:v>394</c:v>
                </c:pt>
                <c:pt idx="1007">
                  <c:v>393</c:v>
                </c:pt>
                <c:pt idx="1008">
                  <c:v>392</c:v>
                </c:pt>
                <c:pt idx="1009">
                  <c:v>391</c:v>
                </c:pt>
                <c:pt idx="1010">
                  <c:v>390</c:v>
                </c:pt>
                <c:pt idx="1011">
                  <c:v>389</c:v>
                </c:pt>
                <c:pt idx="1012">
                  <c:v>388</c:v>
                </c:pt>
                <c:pt idx="1013">
                  <c:v>387</c:v>
                </c:pt>
                <c:pt idx="1014">
                  <c:v>386</c:v>
                </c:pt>
                <c:pt idx="1015">
                  <c:v>385</c:v>
                </c:pt>
                <c:pt idx="1016">
                  <c:v>384</c:v>
                </c:pt>
                <c:pt idx="1017">
                  <c:v>383</c:v>
                </c:pt>
                <c:pt idx="1018">
                  <c:v>382</c:v>
                </c:pt>
                <c:pt idx="1019">
                  <c:v>381</c:v>
                </c:pt>
                <c:pt idx="1020">
                  <c:v>380</c:v>
                </c:pt>
                <c:pt idx="1021">
                  <c:v>379</c:v>
                </c:pt>
                <c:pt idx="1022">
                  <c:v>378</c:v>
                </c:pt>
                <c:pt idx="1023">
                  <c:v>377</c:v>
                </c:pt>
                <c:pt idx="1024">
                  <c:v>376</c:v>
                </c:pt>
                <c:pt idx="1025">
                  <c:v>375</c:v>
                </c:pt>
                <c:pt idx="1026">
                  <c:v>374</c:v>
                </c:pt>
                <c:pt idx="1027">
                  <c:v>373</c:v>
                </c:pt>
                <c:pt idx="1028">
                  <c:v>372</c:v>
                </c:pt>
                <c:pt idx="1029">
                  <c:v>371</c:v>
                </c:pt>
                <c:pt idx="1030">
                  <c:v>370</c:v>
                </c:pt>
                <c:pt idx="1031">
                  <c:v>369</c:v>
                </c:pt>
                <c:pt idx="1032">
                  <c:v>368</c:v>
                </c:pt>
                <c:pt idx="1033">
                  <c:v>367</c:v>
                </c:pt>
                <c:pt idx="1034">
                  <c:v>366</c:v>
                </c:pt>
                <c:pt idx="1035">
                  <c:v>365</c:v>
                </c:pt>
                <c:pt idx="1036">
                  <c:v>364</c:v>
                </c:pt>
                <c:pt idx="1037">
                  <c:v>363</c:v>
                </c:pt>
                <c:pt idx="1038">
                  <c:v>362</c:v>
                </c:pt>
                <c:pt idx="1039">
                  <c:v>361</c:v>
                </c:pt>
                <c:pt idx="1040">
                  <c:v>360</c:v>
                </c:pt>
                <c:pt idx="1041">
                  <c:v>359</c:v>
                </c:pt>
                <c:pt idx="1042">
                  <c:v>358</c:v>
                </c:pt>
                <c:pt idx="1043">
                  <c:v>357</c:v>
                </c:pt>
                <c:pt idx="1044">
                  <c:v>356</c:v>
                </c:pt>
                <c:pt idx="1045">
                  <c:v>355</c:v>
                </c:pt>
                <c:pt idx="1046">
                  <c:v>354</c:v>
                </c:pt>
                <c:pt idx="1047">
                  <c:v>353</c:v>
                </c:pt>
                <c:pt idx="1048">
                  <c:v>352</c:v>
                </c:pt>
                <c:pt idx="1049">
                  <c:v>351</c:v>
                </c:pt>
                <c:pt idx="1050">
                  <c:v>350</c:v>
                </c:pt>
                <c:pt idx="1051">
                  <c:v>349</c:v>
                </c:pt>
                <c:pt idx="1052">
                  <c:v>348</c:v>
                </c:pt>
                <c:pt idx="1053">
                  <c:v>347</c:v>
                </c:pt>
                <c:pt idx="1054">
                  <c:v>346</c:v>
                </c:pt>
                <c:pt idx="1055">
                  <c:v>345</c:v>
                </c:pt>
                <c:pt idx="1056">
                  <c:v>344</c:v>
                </c:pt>
                <c:pt idx="1057">
                  <c:v>343</c:v>
                </c:pt>
                <c:pt idx="1058">
                  <c:v>342</c:v>
                </c:pt>
                <c:pt idx="1059">
                  <c:v>341</c:v>
                </c:pt>
                <c:pt idx="1060">
                  <c:v>340</c:v>
                </c:pt>
                <c:pt idx="1061">
                  <c:v>339</c:v>
                </c:pt>
                <c:pt idx="1062">
                  <c:v>338</c:v>
                </c:pt>
                <c:pt idx="1063">
                  <c:v>337</c:v>
                </c:pt>
                <c:pt idx="1064">
                  <c:v>336</c:v>
                </c:pt>
                <c:pt idx="1065">
                  <c:v>335</c:v>
                </c:pt>
                <c:pt idx="1066">
                  <c:v>334</c:v>
                </c:pt>
                <c:pt idx="1067">
                  <c:v>333</c:v>
                </c:pt>
                <c:pt idx="1068">
                  <c:v>332</c:v>
                </c:pt>
                <c:pt idx="1069">
                  <c:v>331</c:v>
                </c:pt>
                <c:pt idx="1070">
                  <c:v>330</c:v>
                </c:pt>
                <c:pt idx="1071">
                  <c:v>329</c:v>
                </c:pt>
                <c:pt idx="1072">
                  <c:v>328</c:v>
                </c:pt>
                <c:pt idx="1073">
                  <c:v>327</c:v>
                </c:pt>
                <c:pt idx="1074">
                  <c:v>326</c:v>
                </c:pt>
                <c:pt idx="1075">
                  <c:v>325</c:v>
                </c:pt>
                <c:pt idx="1076">
                  <c:v>324</c:v>
                </c:pt>
                <c:pt idx="1077">
                  <c:v>323</c:v>
                </c:pt>
                <c:pt idx="1078">
                  <c:v>322</c:v>
                </c:pt>
                <c:pt idx="1079">
                  <c:v>321</c:v>
                </c:pt>
                <c:pt idx="1080">
                  <c:v>320</c:v>
                </c:pt>
                <c:pt idx="1081">
                  <c:v>319</c:v>
                </c:pt>
                <c:pt idx="1082">
                  <c:v>318</c:v>
                </c:pt>
                <c:pt idx="1083">
                  <c:v>317</c:v>
                </c:pt>
                <c:pt idx="1084">
                  <c:v>316</c:v>
                </c:pt>
                <c:pt idx="1085">
                  <c:v>315</c:v>
                </c:pt>
                <c:pt idx="1086">
                  <c:v>314</c:v>
                </c:pt>
                <c:pt idx="1087">
                  <c:v>313</c:v>
                </c:pt>
                <c:pt idx="1088">
                  <c:v>312</c:v>
                </c:pt>
                <c:pt idx="1089">
                  <c:v>311</c:v>
                </c:pt>
                <c:pt idx="1090">
                  <c:v>310</c:v>
                </c:pt>
                <c:pt idx="1091">
                  <c:v>309</c:v>
                </c:pt>
                <c:pt idx="1092">
                  <c:v>308</c:v>
                </c:pt>
                <c:pt idx="1093">
                  <c:v>307</c:v>
                </c:pt>
                <c:pt idx="1094">
                  <c:v>306</c:v>
                </c:pt>
                <c:pt idx="1095">
                  <c:v>305</c:v>
                </c:pt>
                <c:pt idx="1096">
                  <c:v>304</c:v>
                </c:pt>
                <c:pt idx="1097">
                  <c:v>303</c:v>
                </c:pt>
                <c:pt idx="1098">
                  <c:v>302</c:v>
                </c:pt>
                <c:pt idx="1099">
                  <c:v>301</c:v>
                </c:pt>
                <c:pt idx="1100">
                  <c:v>300</c:v>
                </c:pt>
                <c:pt idx="1101">
                  <c:v>299</c:v>
                </c:pt>
              </c:numCache>
            </c:numRef>
          </c:xVal>
          <c:yVal>
            <c:numRef>
              <c:f>'CG 20260703'!$L$2:$L$1103</c:f>
              <c:numCache>
                <c:formatCode>General</c:formatCode>
                <c:ptCount val="1102"/>
                <c:pt idx="0">
                  <c:v>-5.0744459030000001E-2</c:v>
                </c:pt>
                <c:pt idx="1">
                  <c:v>-4.9566790460000003E-2</c:v>
                </c:pt>
                <c:pt idx="2">
                  <c:v>-4.55009304E-2</c:v>
                </c:pt>
                <c:pt idx="3">
                  <c:v>-4.3768819420000001E-2</c:v>
                </c:pt>
                <c:pt idx="4">
                  <c:v>-4.2143445459999998E-2</c:v>
                </c:pt>
                <c:pt idx="5">
                  <c:v>-4.1602697219999998E-2</c:v>
                </c:pt>
                <c:pt idx="6">
                  <c:v>-3.6449585110000002E-2</c:v>
                </c:pt>
                <c:pt idx="7">
                  <c:v>-4.2937077580000003E-2</c:v>
                </c:pt>
                <c:pt idx="8">
                  <c:v>-3.4704580899999997E-2</c:v>
                </c:pt>
                <c:pt idx="9">
                  <c:v>-3.3922988920000001E-2</c:v>
                </c:pt>
                <c:pt idx="10">
                  <c:v>-3.852264583E-2</c:v>
                </c:pt>
                <c:pt idx="11">
                  <c:v>-3.2564658670000003E-2</c:v>
                </c:pt>
                <c:pt idx="12">
                  <c:v>-3.1584568319999999E-2</c:v>
                </c:pt>
                <c:pt idx="13">
                  <c:v>-3.033198044E-2</c:v>
                </c:pt>
                <c:pt idx="14">
                  <c:v>-2.984384075E-2</c:v>
                </c:pt>
                <c:pt idx="15">
                  <c:v>-2.9083320869999998E-2</c:v>
                </c:pt>
                <c:pt idx="16">
                  <c:v>-2.8974074870000002E-2</c:v>
                </c:pt>
                <c:pt idx="17">
                  <c:v>-2.8155358509999999E-2</c:v>
                </c:pt>
                <c:pt idx="18">
                  <c:v>-2.735546418E-2</c:v>
                </c:pt>
                <c:pt idx="19">
                  <c:v>-2.6826005430000001E-2</c:v>
                </c:pt>
                <c:pt idx="20">
                  <c:v>-2.549930848E-2</c:v>
                </c:pt>
                <c:pt idx="21">
                  <c:v>-2.5193883109999999E-2</c:v>
                </c:pt>
                <c:pt idx="22">
                  <c:v>-2.4613499640000001E-2</c:v>
                </c:pt>
                <c:pt idx="23">
                  <c:v>-1.13575859E-2</c:v>
                </c:pt>
                <c:pt idx="24">
                  <c:v>-1.2502375059999999E-2</c:v>
                </c:pt>
                <c:pt idx="25">
                  <c:v>-1.9201328980000001E-2</c:v>
                </c:pt>
                <c:pt idx="26">
                  <c:v>-2.1617740390000001E-2</c:v>
                </c:pt>
                <c:pt idx="27">
                  <c:v>-2.2541526709999999E-2</c:v>
                </c:pt>
                <c:pt idx="28">
                  <c:v>-2.1875282749999999E-2</c:v>
                </c:pt>
                <c:pt idx="29">
                  <c:v>-2.1923130379999999E-2</c:v>
                </c:pt>
                <c:pt idx="30">
                  <c:v>-2.0185025410000002E-2</c:v>
                </c:pt>
                <c:pt idx="31">
                  <c:v>-2.0536512140000001E-2</c:v>
                </c:pt>
                <c:pt idx="32">
                  <c:v>-1.94264967E-2</c:v>
                </c:pt>
                <c:pt idx="33">
                  <c:v>-1.9207272680000002E-2</c:v>
                </c:pt>
                <c:pt idx="34">
                  <c:v>-1.873685978E-2</c:v>
                </c:pt>
                <c:pt idx="35">
                  <c:v>-1.848305389E-2</c:v>
                </c:pt>
                <c:pt idx="36">
                  <c:v>-1.7778696489999999E-2</c:v>
                </c:pt>
                <c:pt idx="37">
                  <c:v>-1.7585886639999999E-2</c:v>
                </c:pt>
                <c:pt idx="38">
                  <c:v>-1.7003852869999999E-2</c:v>
                </c:pt>
                <c:pt idx="39">
                  <c:v>-1.7130684109999999E-2</c:v>
                </c:pt>
                <c:pt idx="40">
                  <c:v>-1.6532938930000001E-2</c:v>
                </c:pt>
                <c:pt idx="41">
                  <c:v>-1.6320176419999999E-2</c:v>
                </c:pt>
                <c:pt idx="42">
                  <c:v>-1.5589076090000001E-2</c:v>
                </c:pt>
                <c:pt idx="43">
                  <c:v>-1.562104095E-2</c:v>
                </c:pt>
                <c:pt idx="44">
                  <c:v>-1.483748015E-2</c:v>
                </c:pt>
                <c:pt idx="45">
                  <c:v>-1.4776585619999999E-2</c:v>
                </c:pt>
                <c:pt idx="46">
                  <c:v>-1.44481482E-2</c:v>
                </c:pt>
                <c:pt idx="47">
                  <c:v>-1.4377282930000001E-2</c:v>
                </c:pt>
                <c:pt idx="48">
                  <c:v>-1.383170299E-2</c:v>
                </c:pt>
                <c:pt idx="49">
                  <c:v>-1.364806853E-2</c:v>
                </c:pt>
                <c:pt idx="50">
                  <c:v>-1.353210956E-2</c:v>
                </c:pt>
                <c:pt idx="51">
                  <c:v>-1.283278968E-2</c:v>
                </c:pt>
                <c:pt idx="52">
                  <c:v>-1.26839811E-2</c:v>
                </c:pt>
                <c:pt idx="53">
                  <c:v>-1.2565903369999999E-2</c:v>
                </c:pt>
                <c:pt idx="54">
                  <c:v>-1.219607424E-2</c:v>
                </c:pt>
                <c:pt idx="55">
                  <c:v>-1.17528718E-2</c:v>
                </c:pt>
                <c:pt idx="56">
                  <c:v>-1.1539670639999999E-2</c:v>
                </c:pt>
                <c:pt idx="57">
                  <c:v>-1.083996054E-2</c:v>
                </c:pt>
                <c:pt idx="58">
                  <c:v>-1.083627436E-2</c:v>
                </c:pt>
                <c:pt idx="59">
                  <c:v>-1.073628012E-2</c:v>
                </c:pt>
                <c:pt idx="60">
                  <c:v>-1.0401587929999999E-2</c:v>
                </c:pt>
                <c:pt idx="61">
                  <c:v>-1.0095015170000001E-2</c:v>
                </c:pt>
                <c:pt idx="62">
                  <c:v>-9.6993818879999999E-3</c:v>
                </c:pt>
                <c:pt idx="63">
                  <c:v>-9.2294979839999992E-3</c:v>
                </c:pt>
                <c:pt idx="64">
                  <c:v>-9.1882394630000003E-3</c:v>
                </c:pt>
                <c:pt idx="65">
                  <c:v>-8.7116109210000001E-3</c:v>
                </c:pt>
                <c:pt idx="66">
                  <c:v>-8.6006205529999998E-3</c:v>
                </c:pt>
                <c:pt idx="67">
                  <c:v>-8.1605901940000006E-3</c:v>
                </c:pt>
                <c:pt idx="68">
                  <c:v>-7.8844111410000008E-3</c:v>
                </c:pt>
                <c:pt idx="69">
                  <c:v>-7.4037527670000004E-3</c:v>
                </c:pt>
                <c:pt idx="70">
                  <c:v>-7.1930908600000001E-3</c:v>
                </c:pt>
                <c:pt idx="71">
                  <c:v>-6.8469410760000002E-3</c:v>
                </c:pt>
                <c:pt idx="72">
                  <c:v>-6.6108205360000004E-3</c:v>
                </c:pt>
                <c:pt idx="73">
                  <c:v>-6.331714336E-3</c:v>
                </c:pt>
                <c:pt idx="74">
                  <c:v>-5.8438172560000001E-3</c:v>
                </c:pt>
                <c:pt idx="75">
                  <c:v>-5.4598329589999996E-3</c:v>
                </c:pt>
                <c:pt idx="76">
                  <c:v>-5.1048281599999999E-3</c:v>
                </c:pt>
                <c:pt idx="77">
                  <c:v>-4.845538642E-3</c:v>
                </c:pt>
                <c:pt idx="78">
                  <c:v>-4.622362554E-3</c:v>
                </c:pt>
                <c:pt idx="79">
                  <c:v>-4.4278735289999998E-3</c:v>
                </c:pt>
                <c:pt idx="80">
                  <c:v>-4.122591577E-3</c:v>
                </c:pt>
                <c:pt idx="81">
                  <c:v>-3.8057023189999998E-3</c:v>
                </c:pt>
                <c:pt idx="82">
                  <c:v>-3.4963877410000002E-3</c:v>
                </c:pt>
                <c:pt idx="83">
                  <c:v>-3.2117776569999998E-3</c:v>
                </c:pt>
                <c:pt idx="84">
                  <c:v>-2.938551363E-3</c:v>
                </c:pt>
                <c:pt idx="85">
                  <c:v>-2.7252999129999999E-3</c:v>
                </c:pt>
                <c:pt idx="86">
                  <c:v>-2.4937733539999998E-3</c:v>
                </c:pt>
                <c:pt idx="87">
                  <c:v>-2.094757976E-3</c:v>
                </c:pt>
                <c:pt idx="88">
                  <c:v>-1.9705186129999998E-3</c:v>
                </c:pt>
                <c:pt idx="89">
                  <c:v>-1.621933305E-3</c:v>
                </c:pt>
                <c:pt idx="90">
                  <c:v>-1.393842977E-3</c:v>
                </c:pt>
                <c:pt idx="91">
                  <c:v>-1.1384211250000001E-3</c:v>
                </c:pt>
                <c:pt idx="92">
                  <c:v>-9.3942048259999995E-4</c:v>
                </c:pt>
                <c:pt idx="93">
                  <c:v>-6.3679367299999999E-4</c:v>
                </c:pt>
                <c:pt idx="94">
                  <c:v>-6.0779124029999995E-4</c:v>
                </c:pt>
                <c:pt idx="95">
                  <c:v>-3.7016687569999999E-4</c:v>
                </c:pt>
                <c:pt idx="96">
                  <c:v>2.4152279369999999E-5</c:v>
                </c:pt>
                <c:pt idx="97">
                  <c:v>1.152337281E-4</c:v>
                </c:pt>
                <c:pt idx="98">
                  <c:v>3.4947172390000002E-4</c:v>
                </c:pt>
                <c:pt idx="99">
                  <c:v>5.2401504949999998E-4</c:v>
                </c:pt>
                <c:pt idx="100">
                  <c:v>7.5717706930000003E-4</c:v>
                </c:pt>
                <c:pt idx="101">
                  <c:v>8.7533541960000002E-4</c:v>
                </c:pt>
                <c:pt idx="102">
                  <c:v>1.1482910490000001E-3</c:v>
                </c:pt>
                <c:pt idx="103">
                  <c:v>1.2033699310000001E-3</c:v>
                </c:pt>
                <c:pt idx="104">
                  <c:v>1.382957096E-3</c:v>
                </c:pt>
                <c:pt idx="105">
                  <c:v>1.468609786E-3</c:v>
                </c:pt>
                <c:pt idx="106">
                  <c:v>1.620971947E-3</c:v>
                </c:pt>
                <c:pt idx="107">
                  <c:v>1.7445376139999999E-3</c:v>
                </c:pt>
                <c:pt idx="108">
                  <c:v>1.8683724340000001E-3</c:v>
                </c:pt>
                <c:pt idx="109">
                  <c:v>1.9704508599999999E-3</c:v>
                </c:pt>
                <c:pt idx="110">
                  <c:v>2.1394295619999999E-3</c:v>
                </c:pt>
                <c:pt idx="111">
                  <c:v>2.2670980540000002E-3</c:v>
                </c:pt>
                <c:pt idx="112">
                  <c:v>2.3988648319999998E-3</c:v>
                </c:pt>
                <c:pt idx="113">
                  <c:v>2.5852748659999998E-3</c:v>
                </c:pt>
                <c:pt idx="114">
                  <c:v>2.7213317809999999E-3</c:v>
                </c:pt>
                <c:pt idx="115">
                  <c:v>2.8039400930000001E-3</c:v>
                </c:pt>
                <c:pt idx="116">
                  <c:v>2.9141609559999999E-3</c:v>
                </c:pt>
                <c:pt idx="117">
                  <c:v>2.9367036189999998E-3</c:v>
                </c:pt>
                <c:pt idx="118">
                  <c:v>3.0493305529999998E-3</c:v>
                </c:pt>
                <c:pt idx="119">
                  <c:v>3.1691309999999999E-3</c:v>
                </c:pt>
                <c:pt idx="120">
                  <c:v>3.3287429250000002E-3</c:v>
                </c:pt>
                <c:pt idx="121">
                  <c:v>3.3828727900000002E-3</c:v>
                </c:pt>
                <c:pt idx="122">
                  <c:v>3.4885436760000001E-3</c:v>
                </c:pt>
                <c:pt idx="123">
                  <c:v>3.4943888900000001E-3</c:v>
                </c:pt>
                <c:pt idx="124">
                  <c:v>3.5690795630000001E-3</c:v>
                </c:pt>
                <c:pt idx="125">
                  <c:v>3.5951277240000002E-3</c:v>
                </c:pt>
                <c:pt idx="126">
                  <c:v>3.6787115970000001E-3</c:v>
                </c:pt>
                <c:pt idx="127">
                  <c:v>3.717715852E-3</c:v>
                </c:pt>
                <c:pt idx="128">
                  <c:v>3.7321280690000001E-3</c:v>
                </c:pt>
                <c:pt idx="129">
                  <c:v>3.8204912559999999E-3</c:v>
                </c:pt>
                <c:pt idx="130">
                  <c:v>3.874551971E-3</c:v>
                </c:pt>
                <c:pt idx="131">
                  <c:v>3.9300038479999997E-3</c:v>
                </c:pt>
                <c:pt idx="132">
                  <c:v>3.9989175270000003E-3</c:v>
                </c:pt>
                <c:pt idx="133">
                  <c:v>4.0201577360000004E-3</c:v>
                </c:pt>
                <c:pt idx="134">
                  <c:v>4.0655424819999999E-3</c:v>
                </c:pt>
                <c:pt idx="135">
                  <c:v>4.1050780559999996E-3</c:v>
                </c:pt>
                <c:pt idx="136">
                  <c:v>4.165002145E-3</c:v>
                </c:pt>
                <c:pt idx="137">
                  <c:v>4.2454805230000003E-3</c:v>
                </c:pt>
                <c:pt idx="138">
                  <c:v>4.2919605039999998E-3</c:v>
                </c:pt>
                <c:pt idx="139">
                  <c:v>4.296326544E-3</c:v>
                </c:pt>
                <c:pt idx="140">
                  <c:v>4.3624215760000003E-3</c:v>
                </c:pt>
                <c:pt idx="141">
                  <c:v>4.4240816499999999E-3</c:v>
                </c:pt>
                <c:pt idx="142">
                  <c:v>4.4593345369999997E-3</c:v>
                </c:pt>
                <c:pt idx="143">
                  <c:v>4.500919953E-3</c:v>
                </c:pt>
                <c:pt idx="144">
                  <c:v>4.5367549169999999E-3</c:v>
                </c:pt>
                <c:pt idx="145">
                  <c:v>4.5850444590000003E-3</c:v>
                </c:pt>
                <c:pt idx="146">
                  <c:v>4.5682499190000002E-3</c:v>
                </c:pt>
                <c:pt idx="147">
                  <c:v>4.6485150230000001E-3</c:v>
                </c:pt>
                <c:pt idx="148">
                  <c:v>4.6920813620000001E-3</c:v>
                </c:pt>
                <c:pt idx="149">
                  <c:v>4.7483704979999998E-3</c:v>
                </c:pt>
                <c:pt idx="150">
                  <c:v>4.7889105040000001E-3</c:v>
                </c:pt>
                <c:pt idx="151">
                  <c:v>4.7885179519999996E-3</c:v>
                </c:pt>
                <c:pt idx="152">
                  <c:v>4.9236174670000002E-3</c:v>
                </c:pt>
                <c:pt idx="153">
                  <c:v>5.1242900080000001E-3</c:v>
                </c:pt>
                <c:pt idx="154">
                  <c:v>4.9874517140000001E-3</c:v>
                </c:pt>
                <c:pt idx="155">
                  <c:v>5.1234518180000004E-3</c:v>
                </c:pt>
                <c:pt idx="156">
                  <c:v>5.1750289279999997E-3</c:v>
                </c:pt>
                <c:pt idx="157">
                  <c:v>5.283390172E-3</c:v>
                </c:pt>
                <c:pt idx="158">
                  <c:v>5.3081004880000003E-3</c:v>
                </c:pt>
                <c:pt idx="159">
                  <c:v>5.4633100519999997E-3</c:v>
                </c:pt>
                <c:pt idx="160">
                  <c:v>5.5825724269999996E-3</c:v>
                </c:pt>
                <c:pt idx="161">
                  <c:v>5.6641004049999997E-3</c:v>
                </c:pt>
                <c:pt idx="162">
                  <c:v>5.791419186E-3</c:v>
                </c:pt>
                <c:pt idx="163">
                  <c:v>5.9254667720000003E-3</c:v>
                </c:pt>
                <c:pt idx="164">
                  <c:v>6.0787708499999999E-3</c:v>
                </c:pt>
                <c:pt idx="165">
                  <c:v>6.2329955400000003E-3</c:v>
                </c:pt>
                <c:pt idx="166">
                  <c:v>6.3899545929999996E-3</c:v>
                </c:pt>
                <c:pt idx="167">
                  <c:v>6.592724938E-3</c:v>
                </c:pt>
                <c:pt idx="168">
                  <c:v>6.7460546270000001E-3</c:v>
                </c:pt>
                <c:pt idx="169">
                  <c:v>7.0233573210000001E-3</c:v>
                </c:pt>
                <c:pt idx="170">
                  <c:v>7.2643528690000004E-3</c:v>
                </c:pt>
                <c:pt idx="171">
                  <c:v>7.5730686079999998E-3</c:v>
                </c:pt>
                <c:pt idx="172">
                  <c:v>7.8805545340000002E-3</c:v>
                </c:pt>
                <c:pt idx="173">
                  <c:v>8.2933893429999999E-3</c:v>
                </c:pt>
                <c:pt idx="174">
                  <c:v>8.5753258320000001E-3</c:v>
                </c:pt>
                <c:pt idx="175">
                  <c:v>9.0392753479999997E-3</c:v>
                </c:pt>
                <c:pt idx="176">
                  <c:v>9.4864694400000008E-3</c:v>
                </c:pt>
                <c:pt idx="177">
                  <c:v>9.973695502E-3</c:v>
                </c:pt>
                <c:pt idx="178">
                  <c:v>1.044311933E-2</c:v>
                </c:pt>
                <c:pt idx="179">
                  <c:v>1.0929084380000001E-2</c:v>
                </c:pt>
                <c:pt idx="180">
                  <c:v>1.1440734379999999E-2</c:v>
                </c:pt>
                <c:pt idx="181">
                  <c:v>1.1914088390000001E-2</c:v>
                </c:pt>
                <c:pt idx="182">
                  <c:v>1.236737054E-2</c:v>
                </c:pt>
                <c:pt idx="183">
                  <c:v>1.275834348E-2</c:v>
                </c:pt>
                <c:pt idx="184">
                  <c:v>1.3107032520000001E-2</c:v>
                </c:pt>
                <c:pt idx="185">
                  <c:v>1.335153542E-2</c:v>
                </c:pt>
                <c:pt idx="186">
                  <c:v>1.361781079E-2</c:v>
                </c:pt>
                <c:pt idx="187">
                  <c:v>1.371296495E-2</c:v>
                </c:pt>
                <c:pt idx="188">
                  <c:v>1.375982724E-2</c:v>
                </c:pt>
                <c:pt idx="189">
                  <c:v>1.373805199E-2</c:v>
                </c:pt>
                <c:pt idx="190">
                  <c:v>1.3611107129999999E-2</c:v>
                </c:pt>
                <c:pt idx="191">
                  <c:v>1.355691534E-2</c:v>
                </c:pt>
                <c:pt idx="192">
                  <c:v>1.3360077519999999E-2</c:v>
                </c:pt>
                <c:pt idx="193">
                  <c:v>1.321224123E-2</c:v>
                </c:pt>
                <c:pt idx="194">
                  <c:v>1.2939600270000001E-2</c:v>
                </c:pt>
                <c:pt idx="195">
                  <c:v>1.2577508580000001E-2</c:v>
                </c:pt>
                <c:pt idx="196">
                  <c:v>1.2298208660000001E-2</c:v>
                </c:pt>
                <c:pt idx="197">
                  <c:v>1.202443708E-2</c:v>
                </c:pt>
                <c:pt idx="198">
                  <c:v>1.1795815080000001E-2</c:v>
                </c:pt>
                <c:pt idx="199">
                  <c:v>1.1527835389999999E-2</c:v>
                </c:pt>
                <c:pt idx="200">
                  <c:v>1.119738445E-2</c:v>
                </c:pt>
                <c:pt idx="201">
                  <c:v>1.188921276E-2</c:v>
                </c:pt>
                <c:pt idx="202">
                  <c:v>1.159107964E-2</c:v>
                </c:pt>
                <c:pt idx="203">
                  <c:v>1.14181973E-2</c:v>
                </c:pt>
                <c:pt idx="204">
                  <c:v>1.129655167E-2</c:v>
                </c:pt>
                <c:pt idx="205">
                  <c:v>1.1166998189999999E-2</c:v>
                </c:pt>
                <c:pt idx="206">
                  <c:v>1.089911535E-2</c:v>
                </c:pt>
                <c:pt idx="207">
                  <c:v>1.0925632899999999E-2</c:v>
                </c:pt>
                <c:pt idx="208">
                  <c:v>1.0788945479999999E-2</c:v>
                </c:pt>
                <c:pt idx="209">
                  <c:v>1.071796473E-2</c:v>
                </c:pt>
                <c:pt idx="210">
                  <c:v>1.0473454369999999E-2</c:v>
                </c:pt>
                <c:pt idx="211">
                  <c:v>1.037124079E-2</c:v>
                </c:pt>
                <c:pt idx="212">
                  <c:v>1.0298737319999999E-2</c:v>
                </c:pt>
                <c:pt idx="213">
                  <c:v>1.020809263E-2</c:v>
                </c:pt>
                <c:pt idx="214">
                  <c:v>9.9349468949999995E-3</c:v>
                </c:pt>
                <c:pt idx="215">
                  <c:v>9.9658025430000002E-3</c:v>
                </c:pt>
                <c:pt idx="216">
                  <c:v>9.6668163309999999E-3</c:v>
                </c:pt>
                <c:pt idx="217">
                  <c:v>9.5473267139999998E-3</c:v>
                </c:pt>
                <c:pt idx="218">
                  <c:v>9.4038769599999999E-3</c:v>
                </c:pt>
                <c:pt idx="219">
                  <c:v>9.3318521979999999E-3</c:v>
                </c:pt>
                <c:pt idx="220">
                  <c:v>9.1247856619999998E-3</c:v>
                </c:pt>
                <c:pt idx="221">
                  <c:v>9.1067571189999991E-3</c:v>
                </c:pt>
                <c:pt idx="222">
                  <c:v>8.9809475470000004E-3</c:v>
                </c:pt>
                <c:pt idx="223">
                  <c:v>8.9458273720000002E-3</c:v>
                </c:pt>
                <c:pt idx="224">
                  <c:v>8.9574540029999997E-3</c:v>
                </c:pt>
                <c:pt idx="225">
                  <c:v>8.9075658470000006E-3</c:v>
                </c:pt>
                <c:pt idx="226">
                  <c:v>8.8436026130000005E-3</c:v>
                </c:pt>
                <c:pt idx="227">
                  <c:v>8.8101839649999993E-3</c:v>
                </c:pt>
                <c:pt idx="228">
                  <c:v>8.7832137939999992E-3</c:v>
                </c:pt>
                <c:pt idx="229">
                  <c:v>8.7597053500000008E-3</c:v>
                </c:pt>
                <c:pt idx="230">
                  <c:v>8.8193509730000001E-3</c:v>
                </c:pt>
                <c:pt idx="231">
                  <c:v>8.7942816320000002E-3</c:v>
                </c:pt>
                <c:pt idx="232">
                  <c:v>8.7805986399999997E-3</c:v>
                </c:pt>
                <c:pt idx="233">
                  <c:v>8.8465344159999997E-3</c:v>
                </c:pt>
                <c:pt idx="234">
                  <c:v>8.8808536530000006E-3</c:v>
                </c:pt>
                <c:pt idx="235">
                  <c:v>8.8803516699999998E-3</c:v>
                </c:pt>
                <c:pt idx="236">
                  <c:v>8.9165493849999999E-3</c:v>
                </c:pt>
                <c:pt idx="237">
                  <c:v>8.9918617159999992E-3</c:v>
                </c:pt>
                <c:pt idx="238">
                  <c:v>8.9549971739999994E-3</c:v>
                </c:pt>
                <c:pt idx="239">
                  <c:v>9.0040182690000001E-3</c:v>
                </c:pt>
                <c:pt idx="240">
                  <c:v>9.0327467770000003E-3</c:v>
                </c:pt>
                <c:pt idx="241">
                  <c:v>9.0624028819999997E-3</c:v>
                </c:pt>
                <c:pt idx="242">
                  <c:v>9.0353367850000005E-3</c:v>
                </c:pt>
                <c:pt idx="243">
                  <c:v>8.9247673749999999E-3</c:v>
                </c:pt>
                <c:pt idx="244">
                  <c:v>8.9627392589999993E-3</c:v>
                </c:pt>
                <c:pt idx="245">
                  <c:v>9.1827632859999998E-3</c:v>
                </c:pt>
                <c:pt idx="246">
                  <c:v>9.1522270810000007E-3</c:v>
                </c:pt>
                <c:pt idx="247">
                  <c:v>9.2142000789999998E-3</c:v>
                </c:pt>
                <c:pt idx="248">
                  <c:v>9.2308847230000001E-3</c:v>
                </c:pt>
                <c:pt idx="249">
                  <c:v>9.3519007789999997E-3</c:v>
                </c:pt>
                <c:pt idx="250">
                  <c:v>9.4366529959999997E-3</c:v>
                </c:pt>
                <c:pt idx="251">
                  <c:v>9.6748890360000006E-3</c:v>
                </c:pt>
                <c:pt idx="252">
                  <c:v>9.9018150940000001E-3</c:v>
                </c:pt>
                <c:pt idx="253">
                  <c:v>1.01491306E-2</c:v>
                </c:pt>
                <c:pt idx="254">
                  <c:v>1.034565736E-2</c:v>
                </c:pt>
                <c:pt idx="255">
                  <c:v>1.0812909339999999E-2</c:v>
                </c:pt>
                <c:pt idx="256">
                  <c:v>1.109091006E-2</c:v>
                </c:pt>
                <c:pt idx="257">
                  <c:v>1.141333487E-2</c:v>
                </c:pt>
                <c:pt idx="258">
                  <c:v>1.178131904E-2</c:v>
                </c:pt>
                <c:pt idx="259">
                  <c:v>1.203425787E-2</c:v>
                </c:pt>
                <c:pt idx="260">
                  <c:v>1.226976886E-2</c:v>
                </c:pt>
                <c:pt idx="261">
                  <c:v>1.2778070759999999E-2</c:v>
                </c:pt>
                <c:pt idx="262">
                  <c:v>1.292765234E-2</c:v>
                </c:pt>
                <c:pt idx="263">
                  <c:v>1.3309760949999999E-2</c:v>
                </c:pt>
                <c:pt idx="264">
                  <c:v>1.367898285E-2</c:v>
                </c:pt>
                <c:pt idx="265">
                  <c:v>1.396713778E-2</c:v>
                </c:pt>
                <c:pt idx="266">
                  <c:v>1.336496323E-2</c:v>
                </c:pt>
                <c:pt idx="267">
                  <c:v>1.339854673E-2</c:v>
                </c:pt>
                <c:pt idx="268">
                  <c:v>1.391017623E-2</c:v>
                </c:pt>
                <c:pt idx="269">
                  <c:v>1.406362467E-2</c:v>
                </c:pt>
                <c:pt idx="270">
                  <c:v>1.4210441149999999E-2</c:v>
                </c:pt>
                <c:pt idx="271">
                  <c:v>1.414919458E-2</c:v>
                </c:pt>
                <c:pt idx="272">
                  <c:v>1.414512936E-2</c:v>
                </c:pt>
                <c:pt idx="273">
                  <c:v>1.4042662460000001E-2</c:v>
                </c:pt>
                <c:pt idx="274">
                  <c:v>1.437320001E-2</c:v>
                </c:pt>
                <c:pt idx="275">
                  <c:v>1.420995966E-2</c:v>
                </c:pt>
                <c:pt idx="276">
                  <c:v>1.422895025E-2</c:v>
                </c:pt>
                <c:pt idx="277">
                  <c:v>1.4350938610000001E-2</c:v>
                </c:pt>
                <c:pt idx="278">
                  <c:v>1.432707347E-2</c:v>
                </c:pt>
                <c:pt idx="279">
                  <c:v>1.416368969E-2</c:v>
                </c:pt>
                <c:pt idx="280">
                  <c:v>1.439332217E-2</c:v>
                </c:pt>
                <c:pt idx="281">
                  <c:v>1.443932205E-2</c:v>
                </c:pt>
                <c:pt idx="282">
                  <c:v>1.4399101960000001E-2</c:v>
                </c:pt>
                <c:pt idx="283">
                  <c:v>1.449033152E-2</c:v>
                </c:pt>
                <c:pt idx="284">
                  <c:v>1.4451123769999999E-2</c:v>
                </c:pt>
                <c:pt idx="285">
                  <c:v>1.443950925E-2</c:v>
                </c:pt>
                <c:pt idx="286">
                  <c:v>1.4419652519999999E-2</c:v>
                </c:pt>
                <c:pt idx="287">
                  <c:v>1.447432674E-2</c:v>
                </c:pt>
                <c:pt idx="288">
                  <c:v>1.4481767079999999E-2</c:v>
                </c:pt>
                <c:pt idx="289">
                  <c:v>1.452598255E-2</c:v>
                </c:pt>
                <c:pt idx="290">
                  <c:v>1.448101737E-2</c:v>
                </c:pt>
                <c:pt idx="291">
                  <c:v>1.4521030710000001E-2</c:v>
                </c:pt>
                <c:pt idx="292">
                  <c:v>1.4580535699999999E-2</c:v>
                </c:pt>
                <c:pt idx="293">
                  <c:v>1.4564581219999999E-2</c:v>
                </c:pt>
                <c:pt idx="294">
                  <c:v>1.4587817709999999E-2</c:v>
                </c:pt>
                <c:pt idx="295">
                  <c:v>1.466013025E-2</c:v>
                </c:pt>
                <c:pt idx="296">
                  <c:v>1.4683237300000001E-2</c:v>
                </c:pt>
                <c:pt idx="297">
                  <c:v>1.4742122030000001E-2</c:v>
                </c:pt>
                <c:pt idx="298">
                  <c:v>1.4758885839999999E-2</c:v>
                </c:pt>
                <c:pt idx="299">
                  <c:v>1.4869478530000001E-2</c:v>
                </c:pt>
                <c:pt idx="300">
                  <c:v>1.486915722E-2</c:v>
                </c:pt>
                <c:pt idx="301">
                  <c:v>1.493438985E-2</c:v>
                </c:pt>
                <c:pt idx="302">
                  <c:v>1.4942024829999999E-2</c:v>
                </c:pt>
                <c:pt idx="303">
                  <c:v>1.498733275E-2</c:v>
                </c:pt>
                <c:pt idx="304">
                  <c:v>1.5027526770000001E-2</c:v>
                </c:pt>
                <c:pt idx="305">
                  <c:v>1.504365914E-2</c:v>
                </c:pt>
                <c:pt idx="306">
                  <c:v>1.510771178E-2</c:v>
                </c:pt>
                <c:pt idx="307">
                  <c:v>1.5129851180000001E-2</c:v>
                </c:pt>
                <c:pt idx="308">
                  <c:v>1.521091349E-2</c:v>
                </c:pt>
                <c:pt idx="309">
                  <c:v>1.522589941E-2</c:v>
                </c:pt>
                <c:pt idx="310">
                  <c:v>1.533095259E-2</c:v>
                </c:pt>
                <c:pt idx="311">
                  <c:v>1.531604305E-2</c:v>
                </c:pt>
                <c:pt idx="312">
                  <c:v>1.5418703670000001E-2</c:v>
                </c:pt>
                <c:pt idx="313">
                  <c:v>1.5429780820000001E-2</c:v>
                </c:pt>
                <c:pt idx="314">
                  <c:v>1.555377059E-2</c:v>
                </c:pt>
                <c:pt idx="315">
                  <c:v>1.550467499E-2</c:v>
                </c:pt>
                <c:pt idx="316">
                  <c:v>1.560107432E-2</c:v>
                </c:pt>
                <c:pt idx="317">
                  <c:v>1.562168263E-2</c:v>
                </c:pt>
                <c:pt idx="318">
                  <c:v>1.5695268290000002E-2</c:v>
                </c:pt>
                <c:pt idx="319">
                  <c:v>1.571751758E-2</c:v>
                </c:pt>
                <c:pt idx="320">
                  <c:v>1.5768785029999999E-2</c:v>
                </c:pt>
                <c:pt idx="321">
                  <c:v>1.5764247629999999E-2</c:v>
                </c:pt>
                <c:pt idx="322">
                  <c:v>1.5851818029999999E-2</c:v>
                </c:pt>
                <c:pt idx="323">
                  <c:v>1.5968248250000001E-2</c:v>
                </c:pt>
                <c:pt idx="324">
                  <c:v>1.5936156730000001E-2</c:v>
                </c:pt>
                <c:pt idx="325">
                  <c:v>1.595202833E-2</c:v>
                </c:pt>
                <c:pt idx="326">
                  <c:v>1.6050593929999999E-2</c:v>
                </c:pt>
                <c:pt idx="327">
                  <c:v>1.6037030149999999E-2</c:v>
                </c:pt>
                <c:pt idx="328">
                  <c:v>1.6039581970000001E-2</c:v>
                </c:pt>
                <c:pt idx="329">
                  <c:v>1.6106307510000001E-2</c:v>
                </c:pt>
                <c:pt idx="330">
                  <c:v>1.6160307450000001E-2</c:v>
                </c:pt>
                <c:pt idx="331">
                  <c:v>1.6216840600000001E-2</c:v>
                </c:pt>
                <c:pt idx="332">
                  <c:v>1.620821469E-2</c:v>
                </c:pt>
                <c:pt idx="333">
                  <c:v>1.6293777150000001E-2</c:v>
                </c:pt>
                <c:pt idx="334">
                  <c:v>1.6328664499999999E-2</c:v>
                </c:pt>
                <c:pt idx="335">
                  <c:v>1.6341214999999999E-2</c:v>
                </c:pt>
                <c:pt idx="336">
                  <c:v>1.645713113E-2</c:v>
                </c:pt>
                <c:pt idx="337">
                  <c:v>1.6474420199999999E-2</c:v>
                </c:pt>
                <c:pt idx="338">
                  <c:v>1.6539866100000002E-2</c:v>
                </c:pt>
                <c:pt idx="339">
                  <c:v>1.64884273E-2</c:v>
                </c:pt>
                <c:pt idx="340">
                  <c:v>1.6569286579999998E-2</c:v>
                </c:pt>
                <c:pt idx="341">
                  <c:v>1.6595587129999999E-2</c:v>
                </c:pt>
                <c:pt idx="342">
                  <c:v>1.666826196E-2</c:v>
                </c:pt>
                <c:pt idx="343">
                  <c:v>1.671216264E-2</c:v>
                </c:pt>
                <c:pt idx="344">
                  <c:v>1.6717221590000001E-2</c:v>
                </c:pt>
                <c:pt idx="345">
                  <c:v>1.6748670489999999E-2</c:v>
                </c:pt>
                <c:pt idx="346">
                  <c:v>1.6763091090000001E-2</c:v>
                </c:pt>
                <c:pt idx="347">
                  <c:v>1.675154828E-2</c:v>
                </c:pt>
                <c:pt idx="348">
                  <c:v>1.682050899E-2</c:v>
                </c:pt>
                <c:pt idx="349">
                  <c:v>1.6883613539999998E-2</c:v>
                </c:pt>
                <c:pt idx="350">
                  <c:v>1.686953939E-2</c:v>
                </c:pt>
                <c:pt idx="351">
                  <c:v>1.689206436E-2</c:v>
                </c:pt>
                <c:pt idx="352">
                  <c:v>1.6946243119999999E-2</c:v>
                </c:pt>
                <c:pt idx="353">
                  <c:v>1.696764119E-2</c:v>
                </c:pt>
                <c:pt idx="354">
                  <c:v>1.6974963249999999E-2</c:v>
                </c:pt>
                <c:pt idx="355">
                  <c:v>1.7019137739999999E-2</c:v>
                </c:pt>
                <c:pt idx="356">
                  <c:v>1.704708114E-2</c:v>
                </c:pt>
                <c:pt idx="357">
                  <c:v>1.702901721E-2</c:v>
                </c:pt>
                <c:pt idx="358">
                  <c:v>1.7125271260000002E-2</c:v>
                </c:pt>
                <c:pt idx="359">
                  <c:v>1.709907129E-2</c:v>
                </c:pt>
                <c:pt idx="360">
                  <c:v>1.706703193E-2</c:v>
                </c:pt>
                <c:pt idx="361">
                  <c:v>1.7018571499999999E-2</c:v>
                </c:pt>
                <c:pt idx="362">
                  <c:v>1.7049396410000001E-2</c:v>
                </c:pt>
                <c:pt idx="363">
                  <c:v>1.701760292E-2</c:v>
                </c:pt>
                <c:pt idx="364">
                  <c:v>1.7018679530000001E-2</c:v>
                </c:pt>
                <c:pt idx="365">
                  <c:v>1.704037748E-2</c:v>
                </c:pt>
                <c:pt idx="366">
                  <c:v>1.6995850949999999E-2</c:v>
                </c:pt>
                <c:pt idx="367">
                  <c:v>1.6963442790000002E-2</c:v>
                </c:pt>
                <c:pt idx="368">
                  <c:v>1.690920815E-2</c:v>
                </c:pt>
                <c:pt idx="369">
                  <c:v>1.6874328260000002E-2</c:v>
                </c:pt>
                <c:pt idx="370">
                  <c:v>1.690848172E-2</c:v>
                </c:pt>
                <c:pt idx="371">
                  <c:v>1.6886977479999999E-2</c:v>
                </c:pt>
                <c:pt idx="372">
                  <c:v>1.6860200089999999E-2</c:v>
                </c:pt>
                <c:pt idx="373">
                  <c:v>1.6792390500000001E-2</c:v>
                </c:pt>
                <c:pt idx="374">
                  <c:v>1.6846558080000001E-2</c:v>
                </c:pt>
                <c:pt idx="375">
                  <c:v>1.6788139939999999E-2</c:v>
                </c:pt>
                <c:pt idx="376">
                  <c:v>1.681415923E-2</c:v>
                </c:pt>
                <c:pt idx="377">
                  <c:v>1.6818599779999999E-2</c:v>
                </c:pt>
                <c:pt idx="378">
                  <c:v>1.6871692609999999E-2</c:v>
                </c:pt>
                <c:pt idx="379">
                  <c:v>1.6908051449999999E-2</c:v>
                </c:pt>
                <c:pt idx="380">
                  <c:v>1.692336425E-2</c:v>
                </c:pt>
                <c:pt idx="381">
                  <c:v>1.6812302170000001E-2</c:v>
                </c:pt>
                <c:pt idx="382">
                  <c:v>1.6914375129999999E-2</c:v>
                </c:pt>
                <c:pt idx="383">
                  <c:v>1.6859931870000001E-2</c:v>
                </c:pt>
                <c:pt idx="384">
                  <c:v>1.6841579230000001E-2</c:v>
                </c:pt>
                <c:pt idx="385">
                  <c:v>1.6864102329999998E-2</c:v>
                </c:pt>
                <c:pt idx="386">
                  <c:v>1.682322659E-2</c:v>
                </c:pt>
                <c:pt idx="387">
                  <c:v>1.6834959390000001E-2</c:v>
                </c:pt>
                <c:pt idx="388">
                  <c:v>1.6837138679999999E-2</c:v>
                </c:pt>
                <c:pt idx="389">
                  <c:v>1.685651392E-2</c:v>
                </c:pt>
                <c:pt idx="390">
                  <c:v>1.6842521730000001E-2</c:v>
                </c:pt>
                <c:pt idx="391">
                  <c:v>1.6835013400000001E-2</c:v>
                </c:pt>
                <c:pt idx="392">
                  <c:v>1.6856003549999998E-2</c:v>
                </c:pt>
                <c:pt idx="393">
                  <c:v>1.6803154720000001E-2</c:v>
                </c:pt>
                <c:pt idx="394">
                  <c:v>1.6907431189999999E-2</c:v>
                </c:pt>
                <c:pt idx="395">
                  <c:v>1.6831757499999999E-2</c:v>
                </c:pt>
                <c:pt idx="396">
                  <c:v>1.680611446E-2</c:v>
                </c:pt>
                <c:pt idx="397">
                  <c:v>1.6859339550000001E-2</c:v>
                </c:pt>
                <c:pt idx="398">
                  <c:v>1.6922637819999999E-2</c:v>
                </c:pt>
                <c:pt idx="399">
                  <c:v>1.6887731850000001E-2</c:v>
                </c:pt>
                <c:pt idx="400">
                  <c:v>1.692635193E-2</c:v>
                </c:pt>
                <c:pt idx="401">
                  <c:v>1.6897043210000001E-2</c:v>
                </c:pt>
                <c:pt idx="402">
                  <c:v>1.6860738399999999E-2</c:v>
                </c:pt>
                <c:pt idx="403">
                  <c:v>1.6964249309999999E-2</c:v>
                </c:pt>
                <c:pt idx="404">
                  <c:v>1.6901349650000001E-2</c:v>
                </c:pt>
                <c:pt idx="405">
                  <c:v>1.6944197939999999E-2</c:v>
                </c:pt>
                <c:pt idx="406">
                  <c:v>1.6862381249999999E-2</c:v>
                </c:pt>
                <c:pt idx="407">
                  <c:v>1.6964169219999999E-2</c:v>
                </c:pt>
                <c:pt idx="408">
                  <c:v>1.692826301E-2</c:v>
                </c:pt>
                <c:pt idx="409">
                  <c:v>1.694527455E-2</c:v>
                </c:pt>
                <c:pt idx="410">
                  <c:v>1.701176167E-2</c:v>
                </c:pt>
                <c:pt idx="411">
                  <c:v>1.7004303629999998E-2</c:v>
                </c:pt>
                <c:pt idx="412">
                  <c:v>1.6973160210000001E-2</c:v>
                </c:pt>
                <c:pt idx="413">
                  <c:v>1.7065739260000001E-2</c:v>
                </c:pt>
                <c:pt idx="414">
                  <c:v>1.704829372E-2</c:v>
                </c:pt>
                <c:pt idx="415">
                  <c:v>1.709166728E-2</c:v>
                </c:pt>
                <c:pt idx="416">
                  <c:v>1.714948006E-2</c:v>
                </c:pt>
                <c:pt idx="417">
                  <c:v>1.714511774E-2</c:v>
                </c:pt>
                <c:pt idx="418">
                  <c:v>1.716762967E-2</c:v>
                </c:pt>
                <c:pt idx="419">
                  <c:v>1.720786467E-2</c:v>
                </c:pt>
                <c:pt idx="420">
                  <c:v>1.7343031240000001E-2</c:v>
                </c:pt>
                <c:pt idx="421">
                  <c:v>1.725130901E-2</c:v>
                </c:pt>
                <c:pt idx="422">
                  <c:v>1.7346479000000001E-2</c:v>
                </c:pt>
                <c:pt idx="423">
                  <c:v>1.7436740919999999E-2</c:v>
                </c:pt>
                <c:pt idx="424">
                  <c:v>1.753623784E-2</c:v>
                </c:pt>
                <c:pt idx="425">
                  <c:v>1.7547639090000001E-2</c:v>
                </c:pt>
                <c:pt idx="426">
                  <c:v>1.7660750079999999E-2</c:v>
                </c:pt>
                <c:pt idx="427">
                  <c:v>1.7743391920000001E-2</c:v>
                </c:pt>
                <c:pt idx="428">
                  <c:v>1.77502688E-2</c:v>
                </c:pt>
                <c:pt idx="429">
                  <c:v>1.785941236E-2</c:v>
                </c:pt>
                <c:pt idx="430">
                  <c:v>1.7927605659999998E-2</c:v>
                </c:pt>
                <c:pt idx="431">
                  <c:v>1.797794737E-2</c:v>
                </c:pt>
                <c:pt idx="432">
                  <c:v>1.801720448E-2</c:v>
                </c:pt>
                <c:pt idx="433">
                  <c:v>1.814158447E-2</c:v>
                </c:pt>
                <c:pt idx="434">
                  <c:v>1.8189871680000001E-2</c:v>
                </c:pt>
                <c:pt idx="435">
                  <c:v>1.8262922760000001E-2</c:v>
                </c:pt>
                <c:pt idx="436">
                  <c:v>1.832583174E-2</c:v>
                </c:pt>
                <c:pt idx="437">
                  <c:v>1.850226894E-2</c:v>
                </c:pt>
                <c:pt idx="438">
                  <c:v>1.8558459360000001E-2</c:v>
                </c:pt>
                <c:pt idx="439">
                  <c:v>1.866337471E-2</c:v>
                </c:pt>
                <c:pt idx="440">
                  <c:v>1.8746748569999999E-2</c:v>
                </c:pt>
                <c:pt idx="441">
                  <c:v>1.897211E-2</c:v>
                </c:pt>
                <c:pt idx="442">
                  <c:v>1.9048077989999999E-2</c:v>
                </c:pt>
                <c:pt idx="443">
                  <c:v>1.9241314379999999E-2</c:v>
                </c:pt>
                <c:pt idx="444">
                  <c:v>1.940699853E-2</c:v>
                </c:pt>
                <c:pt idx="445">
                  <c:v>1.9597416740000002E-2</c:v>
                </c:pt>
                <c:pt idx="446">
                  <c:v>1.9851779569999999E-2</c:v>
                </c:pt>
                <c:pt idx="447">
                  <c:v>2.0071482290000001E-2</c:v>
                </c:pt>
                <c:pt idx="448">
                  <c:v>2.034324035E-2</c:v>
                </c:pt>
                <c:pt idx="449">
                  <c:v>2.0579447970000001E-2</c:v>
                </c:pt>
                <c:pt idx="450">
                  <c:v>2.0824909209999999E-2</c:v>
                </c:pt>
                <c:pt idx="451">
                  <c:v>2.1028338000000001E-2</c:v>
                </c:pt>
                <c:pt idx="452">
                  <c:v>2.127005719E-2</c:v>
                </c:pt>
                <c:pt idx="453">
                  <c:v>2.1512510249999998E-2</c:v>
                </c:pt>
                <c:pt idx="454">
                  <c:v>2.1705213930000002E-2</c:v>
                </c:pt>
                <c:pt idx="455">
                  <c:v>2.1875869480000001E-2</c:v>
                </c:pt>
                <c:pt idx="456">
                  <c:v>2.2107683119999999E-2</c:v>
                </c:pt>
                <c:pt idx="457">
                  <c:v>2.229274996E-2</c:v>
                </c:pt>
                <c:pt idx="458">
                  <c:v>2.2443901749999998E-2</c:v>
                </c:pt>
                <c:pt idx="459">
                  <c:v>2.259480581E-2</c:v>
                </c:pt>
                <c:pt idx="460">
                  <c:v>2.2838490079999999E-2</c:v>
                </c:pt>
                <c:pt idx="461">
                  <c:v>2.305482142E-2</c:v>
                </c:pt>
                <c:pt idx="462">
                  <c:v>2.3278279230000001E-2</c:v>
                </c:pt>
                <c:pt idx="463">
                  <c:v>2.3429473860000001E-2</c:v>
                </c:pt>
                <c:pt idx="464">
                  <c:v>2.356869541E-2</c:v>
                </c:pt>
                <c:pt idx="465">
                  <c:v>2.3800950500000001E-2</c:v>
                </c:pt>
                <c:pt idx="466">
                  <c:v>2.3998009040000001E-2</c:v>
                </c:pt>
                <c:pt idx="467">
                  <c:v>2.4168172849999999E-2</c:v>
                </c:pt>
                <c:pt idx="468">
                  <c:v>2.442166954E-2</c:v>
                </c:pt>
                <c:pt idx="469">
                  <c:v>2.456044219E-2</c:v>
                </c:pt>
                <c:pt idx="470">
                  <c:v>2.473628148E-2</c:v>
                </c:pt>
                <c:pt idx="471">
                  <c:v>2.492526732E-2</c:v>
                </c:pt>
                <c:pt idx="472">
                  <c:v>2.5070810690000001E-2</c:v>
                </c:pt>
                <c:pt idx="473">
                  <c:v>2.5154380130000001E-2</c:v>
                </c:pt>
                <c:pt idx="474">
                  <c:v>2.5291413070000001E-2</c:v>
                </c:pt>
                <c:pt idx="475">
                  <c:v>2.5393385439999999E-2</c:v>
                </c:pt>
                <c:pt idx="476">
                  <c:v>2.556634881E-2</c:v>
                </c:pt>
                <c:pt idx="477">
                  <c:v>2.5622718039999999E-2</c:v>
                </c:pt>
                <c:pt idx="478">
                  <c:v>2.57126838E-2</c:v>
                </c:pt>
                <c:pt idx="479">
                  <c:v>2.5860579679999999E-2</c:v>
                </c:pt>
                <c:pt idx="480">
                  <c:v>2.595804073E-2</c:v>
                </c:pt>
                <c:pt idx="481">
                  <c:v>2.6017183440000001E-2</c:v>
                </c:pt>
                <c:pt idx="482">
                  <c:v>2.6131834829999999E-2</c:v>
                </c:pt>
                <c:pt idx="483">
                  <c:v>2.6240438219999999E-2</c:v>
                </c:pt>
                <c:pt idx="484">
                  <c:v>2.6297556239999999E-2</c:v>
                </c:pt>
                <c:pt idx="485">
                  <c:v>2.641940676E-2</c:v>
                </c:pt>
                <c:pt idx="486">
                  <c:v>2.6559783149999999E-2</c:v>
                </c:pt>
                <c:pt idx="487">
                  <c:v>2.6692138979999998E-2</c:v>
                </c:pt>
                <c:pt idx="488">
                  <c:v>2.672935836E-2</c:v>
                </c:pt>
                <c:pt idx="489">
                  <c:v>2.6749758049999999E-2</c:v>
                </c:pt>
                <c:pt idx="490">
                  <c:v>2.687005512E-2</c:v>
                </c:pt>
                <c:pt idx="491">
                  <c:v>2.7070935819999999E-2</c:v>
                </c:pt>
                <c:pt idx="492">
                  <c:v>2.7245478699999999E-2</c:v>
                </c:pt>
                <c:pt idx="493">
                  <c:v>2.7309812610000001E-2</c:v>
                </c:pt>
                <c:pt idx="494">
                  <c:v>2.734151483E-2</c:v>
                </c:pt>
                <c:pt idx="495">
                  <c:v>2.7461038900000002E-2</c:v>
                </c:pt>
                <c:pt idx="496">
                  <c:v>2.755254507E-2</c:v>
                </c:pt>
                <c:pt idx="497">
                  <c:v>2.7673037720000002E-2</c:v>
                </c:pt>
                <c:pt idx="498">
                  <c:v>2.7749162170000001E-2</c:v>
                </c:pt>
                <c:pt idx="499">
                  <c:v>2.7934964749999999E-2</c:v>
                </c:pt>
                <c:pt idx="500">
                  <c:v>2.8019666669999999E-2</c:v>
                </c:pt>
                <c:pt idx="501">
                  <c:v>2.8118968009999998E-2</c:v>
                </c:pt>
                <c:pt idx="502">
                  <c:v>2.8221247719999999E-2</c:v>
                </c:pt>
                <c:pt idx="503">
                  <c:v>2.830385044E-2</c:v>
                </c:pt>
                <c:pt idx="504">
                  <c:v>2.8427813199999999E-2</c:v>
                </c:pt>
                <c:pt idx="505">
                  <c:v>2.860721573E-2</c:v>
                </c:pt>
                <c:pt idx="506">
                  <c:v>2.8704660010000001E-2</c:v>
                </c:pt>
                <c:pt idx="507">
                  <c:v>2.887941711E-2</c:v>
                </c:pt>
                <c:pt idx="508">
                  <c:v>2.901649475E-2</c:v>
                </c:pt>
                <c:pt idx="509">
                  <c:v>2.9178034509999999E-2</c:v>
                </c:pt>
                <c:pt idx="510">
                  <c:v>2.9193455350000001E-2</c:v>
                </c:pt>
                <c:pt idx="511">
                  <c:v>2.947533317E-2</c:v>
                </c:pt>
                <c:pt idx="512">
                  <c:v>2.9552770780000001E-2</c:v>
                </c:pt>
                <c:pt idx="513">
                  <c:v>2.975562029E-2</c:v>
                </c:pt>
                <c:pt idx="514">
                  <c:v>2.9797703030000001E-2</c:v>
                </c:pt>
                <c:pt idx="515">
                  <c:v>3.0037945140000001E-2</c:v>
                </c:pt>
                <c:pt idx="516">
                  <c:v>3.012783267E-2</c:v>
                </c:pt>
                <c:pt idx="517">
                  <c:v>3.0362095679999999E-2</c:v>
                </c:pt>
                <c:pt idx="518">
                  <c:v>3.048317507E-2</c:v>
                </c:pt>
                <c:pt idx="519">
                  <c:v>3.0575986950000002E-2</c:v>
                </c:pt>
                <c:pt idx="520">
                  <c:v>3.0749691650000001E-2</c:v>
                </c:pt>
                <c:pt idx="521">
                  <c:v>3.0915018169999999E-2</c:v>
                </c:pt>
                <c:pt idx="522">
                  <c:v>3.1150374559999999E-2</c:v>
                </c:pt>
                <c:pt idx="523">
                  <c:v>3.1062472609999999E-2</c:v>
                </c:pt>
                <c:pt idx="524">
                  <c:v>3.141089901E-2</c:v>
                </c:pt>
                <c:pt idx="525">
                  <c:v>3.1369440259999999E-2</c:v>
                </c:pt>
                <c:pt idx="526">
                  <c:v>3.1618572769999999E-2</c:v>
                </c:pt>
                <c:pt idx="527">
                  <c:v>3.1679604200000003E-2</c:v>
                </c:pt>
                <c:pt idx="528">
                  <c:v>3.1953543420000001E-2</c:v>
                </c:pt>
                <c:pt idx="529">
                  <c:v>3.2013729210000001E-2</c:v>
                </c:pt>
                <c:pt idx="530">
                  <c:v>3.2232981180000002E-2</c:v>
                </c:pt>
                <c:pt idx="531">
                  <c:v>3.2338410620000001E-2</c:v>
                </c:pt>
                <c:pt idx="532">
                  <c:v>3.2595828180000001E-2</c:v>
                </c:pt>
                <c:pt idx="533">
                  <c:v>3.2533440740000003E-2</c:v>
                </c:pt>
                <c:pt idx="534">
                  <c:v>3.2846726479999998E-2</c:v>
                </c:pt>
                <c:pt idx="535">
                  <c:v>3.303706646E-2</c:v>
                </c:pt>
                <c:pt idx="536">
                  <c:v>3.3111345020000002E-2</c:v>
                </c:pt>
                <c:pt idx="537">
                  <c:v>3.339035437E-2</c:v>
                </c:pt>
                <c:pt idx="538">
                  <c:v>3.3523160959999999E-2</c:v>
                </c:pt>
                <c:pt idx="539">
                  <c:v>3.3732794230000002E-2</c:v>
                </c:pt>
                <c:pt idx="540">
                  <c:v>3.3970970660000002E-2</c:v>
                </c:pt>
                <c:pt idx="541">
                  <c:v>3.4164831040000003E-2</c:v>
                </c:pt>
                <c:pt idx="542">
                  <c:v>3.4163881090000001E-2</c:v>
                </c:pt>
                <c:pt idx="543">
                  <c:v>3.45259048E-2</c:v>
                </c:pt>
                <c:pt idx="544">
                  <c:v>3.4563995899999998E-2</c:v>
                </c:pt>
                <c:pt idx="545">
                  <c:v>3.4863464529999999E-2</c:v>
                </c:pt>
                <c:pt idx="546">
                  <c:v>3.5086542370000001E-2</c:v>
                </c:pt>
                <c:pt idx="547">
                  <c:v>3.5194296389999997E-2</c:v>
                </c:pt>
                <c:pt idx="548">
                  <c:v>3.534997627E-2</c:v>
                </c:pt>
                <c:pt idx="549">
                  <c:v>3.5666763779999999E-2</c:v>
                </c:pt>
                <c:pt idx="550">
                  <c:v>3.581263497E-2</c:v>
                </c:pt>
                <c:pt idx="551">
                  <c:v>3.6017782989999997E-2</c:v>
                </c:pt>
                <c:pt idx="552">
                  <c:v>3.6213457579999997E-2</c:v>
                </c:pt>
                <c:pt idx="553">
                  <c:v>3.6430731420000001E-2</c:v>
                </c:pt>
                <c:pt idx="554">
                  <c:v>3.6647774280000003E-2</c:v>
                </c:pt>
                <c:pt idx="555">
                  <c:v>3.6908775570000003E-2</c:v>
                </c:pt>
                <c:pt idx="556">
                  <c:v>3.7161357700000001E-2</c:v>
                </c:pt>
                <c:pt idx="557">
                  <c:v>3.7366099659999999E-2</c:v>
                </c:pt>
                <c:pt idx="558">
                  <c:v>3.7631172689999999E-2</c:v>
                </c:pt>
                <c:pt idx="559">
                  <c:v>3.7761159240000002E-2</c:v>
                </c:pt>
                <c:pt idx="560">
                  <c:v>3.8048572840000003E-2</c:v>
                </c:pt>
                <c:pt idx="561">
                  <c:v>3.8352686910000003E-2</c:v>
                </c:pt>
                <c:pt idx="562">
                  <c:v>3.866301104E-2</c:v>
                </c:pt>
                <c:pt idx="563">
                  <c:v>3.8780853150000003E-2</c:v>
                </c:pt>
                <c:pt idx="564">
                  <c:v>3.9059113710000003E-2</c:v>
                </c:pt>
                <c:pt idx="565">
                  <c:v>3.9297167209999997E-2</c:v>
                </c:pt>
                <c:pt idx="566">
                  <c:v>3.9609190080000002E-2</c:v>
                </c:pt>
                <c:pt idx="567">
                  <c:v>3.9792988449999997E-2</c:v>
                </c:pt>
                <c:pt idx="568">
                  <c:v>4.0065679700000002E-2</c:v>
                </c:pt>
                <c:pt idx="569">
                  <c:v>4.0310110900000001E-2</c:v>
                </c:pt>
                <c:pt idx="570">
                  <c:v>4.0628660470000001E-2</c:v>
                </c:pt>
                <c:pt idx="571">
                  <c:v>4.087841138E-2</c:v>
                </c:pt>
                <c:pt idx="572">
                  <c:v>4.1162516920000003E-2</c:v>
                </c:pt>
                <c:pt idx="573">
                  <c:v>4.1325476020000002E-2</c:v>
                </c:pt>
                <c:pt idx="574">
                  <c:v>4.1636627170000003E-2</c:v>
                </c:pt>
                <c:pt idx="575">
                  <c:v>4.1983608159999998E-2</c:v>
                </c:pt>
                <c:pt idx="576">
                  <c:v>4.2292516680000003E-2</c:v>
                </c:pt>
                <c:pt idx="577">
                  <c:v>4.2571239169999997E-2</c:v>
                </c:pt>
                <c:pt idx="578">
                  <c:v>4.2821880430000001E-2</c:v>
                </c:pt>
                <c:pt idx="579">
                  <c:v>4.2989552020000002E-2</c:v>
                </c:pt>
                <c:pt idx="580">
                  <c:v>4.3366249650000001E-2</c:v>
                </c:pt>
                <c:pt idx="581">
                  <c:v>4.3696470559999999E-2</c:v>
                </c:pt>
                <c:pt idx="582">
                  <c:v>4.402275756E-2</c:v>
                </c:pt>
                <c:pt idx="583">
                  <c:v>4.4345188889999998E-2</c:v>
                </c:pt>
                <c:pt idx="584">
                  <c:v>4.470008239E-2</c:v>
                </c:pt>
                <c:pt idx="585">
                  <c:v>4.495701194E-2</c:v>
                </c:pt>
                <c:pt idx="586">
                  <c:v>4.5323122289999997E-2</c:v>
                </c:pt>
                <c:pt idx="587">
                  <c:v>4.5644741510000003E-2</c:v>
                </c:pt>
                <c:pt idx="588">
                  <c:v>4.596705735E-2</c:v>
                </c:pt>
                <c:pt idx="589">
                  <c:v>4.6316538009999998E-2</c:v>
                </c:pt>
                <c:pt idx="590">
                  <c:v>4.6615518629999998E-2</c:v>
                </c:pt>
                <c:pt idx="591">
                  <c:v>4.6977896239999997E-2</c:v>
                </c:pt>
                <c:pt idx="592">
                  <c:v>4.7295056279999997E-2</c:v>
                </c:pt>
                <c:pt idx="593">
                  <c:v>4.7616291790000001E-2</c:v>
                </c:pt>
                <c:pt idx="594">
                  <c:v>4.7979939729999997E-2</c:v>
                </c:pt>
                <c:pt idx="595">
                  <c:v>4.8277202989999997E-2</c:v>
                </c:pt>
                <c:pt idx="596">
                  <c:v>4.863781482E-2</c:v>
                </c:pt>
                <c:pt idx="597">
                  <c:v>4.9006842080000002E-2</c:v>
                </c:pt>
                <c:pt idx="598">
                  <c:v>4.933192208E-2</c:v>
                </c:pt>
                <c:pt idx="599">
                  <c:v>4.9662124369999998E-2</c:v>
                </c:pt>
                <c:pt idx="600">
                  <c:v>5.0062030549999997E-2</c:v>
                </c:pt>
                <c:pt idx="601">
                  <c:v>4.967474937E-2</c:v>
                </c:pt>
                <c:pt idx="602">
                  <c:v>4.9985781309999998E-2</c:v>
                </c:pt>
                <c:pt idx="603">
                  <c:v>5.0583474339999997E-2</c:v>
                </c:pt>
                <c:pt idx="604">
                  <c:v>5.0829127430000003E-2</c:v>
                </c:pt>
                <c:pt idx="605">
                  <c:v>5.1349367950000002E-2</c:v>
                </c:pt>
                <c:pt idx="606">
                  <c:v>5.1633790139999997E-2</c:v>
                </c:pt>
                <c:pt idx="607">
                  <c:v>5.1851302389999999E-2</c:v>
                </c:pt>
                <c:pt idx="608">
                  <c:v>5.2669845520000001E-2</c:v>
                </c:pt>
                <c:pt idx="609">
                  <c:v>5.2690535779999999E-2</c:v>
                </c:pt>
                <c:pt idx="610">
                  <c:v>5.3420457990000003E-2</c:v>
                </c:pt>
                <c:pt idx="611">
                  <c:v>5.3823694589999999E-2</c:v>
                </c:pt>
                <c:pt idx="612">
                  <c:v>5.4220821709999999E-2</c:v>
                </c:pt>
                <c:pt idx="613">
                  <c:v>5.450451747E-2</c:v>
                </c:pt>
                <c:pt idx="614">
                  <c:v>5.5026009680000001E-2</c:v>
                </c:pt>
                <c:pt idx="615">
                  <c:v>5.5499564860000003E-2</c:v>
                </c:pt>
                <c:pt idx="616">
                  <c:v>5.6064810600000001E-2</c:v>
                </c:pt>
                <c:pt idx="617">
                  <c:v>5.6298110630000002E-2</c:v>
                </c:pt>
                <c:pt idx="618">
                  <c:v>5.6841913610000003E-2</c:v>
                </c:pt>
                <c:pt idx="619">
                  <c:v>5.7139702139999998E-2</c:v>
                </c:pt>
                <c:pt idx="620">
                  <c:v>5.7802058759999997E-2</c:v>
                </c:pt>
                <c:pt idx="621">
                  <c:v>5.8207046239999997E-2</c:v>
                </c:pt>
                <c:pt idx="622">
                  <c:v>5.8860335499999999E-2</c:v>
                </c:pt>
                <c:pt idx="623">
                  <c:v>5.9417154639999997E-2</c:v>
                </c:pt>
                <c:pt idx="624">
                  <c:v>5.9857755899999997E-2</c:v>
                </c:pt>
                <c:pt idx="625">
                  <c:v>6.024608016E-2</c:v>
                </c:pt>
                <c:pt idx="626">
                  <c:v>6.0786455869999999E-2</c:v>
                </c:pt>
                <c:pt idx="627">
                  <c:v>6.152934954E-2</c:v>
                </c:pt>
                <c:pt idx="628">
                  <c:v>6.2063142660000001E-2</c:v>
                </c:pt>
                <c:pt idx="629">
                  <c:v>6.2552243470000005E-2</c:v>
                </c:pt>
                <c:pt idx="630">
                  <c:v>6.3122823829999994E-2</c:v>
                </c:pt>
                <c:pt idx="631">
                  <c:v>6.3717186450000005E-2</c:v>
                </c:pt>
                <c:pt idx="632">
                  <c:v>6.4376778900000001E-2</c:v>
                </c:pt>
                <c:pt idx="633">
                  <c:v>6.4858600500000002E-2</c:v>
                </c:pt>
                <c:pt idx="634">
                  <c:v>6.5643243490000003E-2</c:v>
                </c:pt>
                <c:pt idx="635">
                  <c:v>6.6188752650000002E-2</c:v>
                </c:pt>
                <c:pt idx="636">
                  <c:v>6.6717743869999999E-2</c:v>
                </c:pt>
                <c:pt idx="637">
                  <c:v>6.7270562049999996E-2</c:v>
                </c:pt>
                <c:pt idx="638">
                  <c:v>6.7949235440000005E-2</c:v>
                </c:pt>
                <c:pt idx="639">
                  <c:v>6.8626508119999999E-2</c:v>
                </c:pt>
                <c:pt idx="640">
                  <c:v>6.936687976E-2</c:v>
                </c:pt>
                <c:pt idx="641">
                  <c:v>6.9940231739999997E-2</c:v>
                </c:pt>
                <c:pt idx="642">
                  <c:v>7.0583708580000001E-2</c:v>
                </c:pt>
                <c:pt idx="643">
                  <c:v>7.1153700350000001E-2</c:v>
                </c:pt>
                <c:pt idx="644">
                  <c:v>7.1955189109999998E-2</c:v>
                </c:pt>
                <c:pt idx="645">
                  <c:v>7.2638779880000004E-2</c:v>
                </c:pt>
                <c:pt idx="646">
                  <c:v>7.3419407010000007E-2</c:v>
                </c:pt>
                <c:pt idx="647">
                  <c:v>7.3938593270000005E-2</c:v>
                </c:pt>
                <c:pt idx="648">
                  <c:v>7.476778328E-2</c:v>
                </c:pt>
                <c:pt idx="649">
                  <c:v>7.5555831190000006E-2</c:v>
                </c:pt>
                <c:pt idx="650">
                  <c:v>7.6229713860000006E-2</c:v>
                </c:pt>
                <c:pt idx="651">
                  <c:v>7.7108830210000007E-2</c:v>
                </c:pt>
                <c:pt idx="652">
                  <c:v>7.7697515489999994E-2</c:v>
                </c:pt>
                <c:pt idx="653">
                  <c:v>7.8514374789999994E-2</c:v>
                </c:pt>
                <c:pt idx="654">
                  <c:v>7.9303473230000004E-2</c:v>
                </c:pt>
                <c:pt idx="655">
                  <c:v>8.0037109549999999E-2</c:v>
                </c:pt>
                <c:pt idx="656">
                  <c:v>8.0834724009999998E-2</c:v>
                </c:pt>
                <c:pt idx="657">
                  <c:v>8.1586979330000003E-2</c:v>
                </c:pt>
                <c:pt idx="658">
                  <c:v>8.2510195669999994E-2</c:v>
                </c:pt>
                <c:pt idx="659">
                  <c:v>8.3345666530000001E-2</c:v>
                </c:pt>
                <c:pt idx="660">
                  <c:v>8.4219269449999995E-2</c:v>
                </c:pt>
                <c:pt idx="661">
                  <c:v>8.4928967059999999E-2</c:v>
                </c:pt>
                <c:pt idx="662">
                  <c:v>8.5858531299999999E-2</c:v>
                </c:pt>
                <c:pt idx="663">
                  <c:v>8.6734049019999995E-2</c:v>
                </c:pt>
                <c:pt idx="664">
                  <c:v>8.7512463329999998E-2</c:v>
                </c:pt>
                <c:pt idx="665">
                  <c:v>8.8575772940000005E-2</c:v>
                </c:pt>
                <c:pt idx="666">
                  <c:v>8.9438721540000002E-2</c:v>
                </c:pt>
                <c:pt idx="667">
                  <c:v>9.0311318639999999E-2</c:v>
                </c:pt>
                <c:pt idx="668">
                  <c:v>9.1276958579999998E-2</c:v>
                </c:pt>
                <c:pt idx="669">
                  <c:v>9.2247530820000007E-2</c:v>
                </c:pt>
                <c:pt idx="670">
                  <c:v>9.3141615390000002E-2</c:v>
                </c:pt>
                <c:pt idx="671">
                  <c:v>9.4079010190000006E-2</c:v>
                </c:pt>
                <c:pt idx="672">
                  <c:v>9.5063254240000006E-2</c:v>
                </c:pt>
                <c:pt idx="673">
                  <c:v>9.6102051440000003E-2</c:v>
                </c:pt>
                <c:pt idx="674">
                  <c:v>9.7004726530000002E-2</c:v>
                </c:pt>
                <c:pt idx="675">
                  <c:v>9.8085068169999998E-2</c:v>
                </c:pt>
                <c:pt idx="676">
                  <c:v>9.9050804970000003E-2</c:v>
                </c:pt>
                <c:pt idx="677">
                  <c:v>0.1001040488</c:v>
                </c:pt>
                <c:pt idx="678">
                  <c:v>0.10103227200000001</c:v>
                </c:pt>
                <c:pt idx="679">
                  <c:v>0.1022505611</c:v>
                </c:pt>
                <c:pt idx="680">
                  <c:v>0.1032703593</c:v>
                </c:pt>
                <c:pt idx="681">
                  <c:v>0.1043281108</c:v>
                </c:pt>
                <c:pt idx="682">
                  <c:v>0.1053327844</c:v>
                </c:pt>
                <c:pt idx="683">
                  <c:v>0.1065598354</c:v>
                </c:pt>
                <c:pt idx="684">
                  <c:v>0.1076058</c:v>
                </c:pt>
                <c:pt idx="685">
                  <c:v>0.10877019910000001</c:v>
                </c:pt>
                <c:pt idx="686">
                  <c:v>0.1098969877</c:v>
                </c:pt>
                <c:pt idx="687">
                  <c:v>0.11109526459999999</c:v>
                </c:pt>
                <c:pt idx="688">
                  <c:v>0.1122452691</c:v>
                </c:pt>
                <c:pt idx="689">
                  <c:v>0.1137559414</c:v>
                </c:pt>
                <c:pt idx="690">
                  <c:v>0.11484375600000001</c:v>
                </c:pt>
                <c:pt idx="691">
                  <c:v>0.1161377952</c:v>
                </c:pt>
                <c:pt idx="692">
                  <c:v>0.1172685847</c:v>
                </c:pt>
                <c:pt idx="693">
                  <c:v>0.1185871884</c:v>
                </c:pt>
                <c:pt idx="694">
                  <c:v>0.1201006696</c:v>
                </c:pt>
                <c:pt idx="695">
                  <c:v>0.12131851170000001</c:v>
                </c:pt>
                <c:pt idx="696">
                  <c:v>0.1227514371</c:v>
                </c:pt>
                <c:pt idx="697">
                  <c:v>0.1242412031</c:v>
                </c:pt>
                <c:pt idx="698">
                  <c:v>0.1256991029</c:v>
                </c:pt>
                <c:pt idx="699">
                  <c:v>0.12720178069999999</c:v>
                </c:pt>
                <c:pt idx="700">
                  <c:v>0.12856750189999999</c:v>
                </c:pt>
                <c:pt idx="701">
                  <c:v>0.13016042110000001</c:v>
                </c:pt>
                <c:pt idx="702">
                  <c:v>0.13178369400000001</c:v>
                </c:pt>
                <c:pt idx="703">
                  <c:v>0.13336715099999999</c:v>
                </c:pt>
                <c:pt idx="704">
                  <c:v>0.135039404</c:v>
                </c:pt>
                <c:pt idx="705">
                  <c:v>0.13669532540000001</c:v>
                </c:pt>
                <c:pt idx="706">
                  <c:v>0.13839758930000001</c:v>
                </c:pt>
                <c:pt idx="707">
                  <c:v>0.14019730690000001</c:v>
                </c:pt>
                <c:pt idx="708">
                  <c:v>0.14198589319999999</c:v>
                </c:pt>
                <c:pt idx="709">
                  <c:v>0.14389564099999999</c:v>
                </c:pt>
                <c:pt idx="710">
                  <c:v>0.14565885070000001</c:v>
                </c:pt>
                <c:pt idx="711">
                  <c:v>0.14769840240000001</c:v>
                </c:pt>
                <c:pt idx="712">
                  <c:v>0.14977048339999999</c:v>
                </c:pt>
                <c:pt idx="713">
                  <c:v>0.15188348290000001</c:v>
                </c:pt>
                <c:pt idx="714">
                  <c:v>0.15397125480000001</c:v>
                </c:pt>
                <c:pt idx="715">
                  <c:v>0.1560639888</c:v>
                </c:pt>
                <c:pt idx="716">
                  <c:v>0.15827469529999999</c:v>
                </c:pt>
                <c:pt idx="717">
                  <c:v>0.1604884714</c:v>
                </c:pt>
                <c:pt idx="718">
                  <c:v>0.16269612310000001</c:v>
                </c:pt>
                <c:pt idx="719">
                  <c:v>0.16531500220000001</c:v>
                </c:pt>
                <c:pt idx="720">
                  <c:v>0.16780219969999999</c:v>
                </c:pt>
                <c:pt idx="721">
                  <c:v>0.17041820290000001</c:v>
                </c:pt>
                <c:pt idx="722">
                  <c:v>0.17286765579999999</c:v>
                </c:pt>
                <c:pt idx="723">
                  <c:v>0.1755987853</c:v>
                </c:pt>
                <c:pt idx="724">
                  <c:v>0.17833766340000001</c:v>
                </c:pt>
                <c:pt idx="725">
                  <c:v>0.18122051659999999</c:v>
                </c:pt>
                <c:pt idx="726">
                  <c:v>0.18404008450000001</c:v>
                </c:pt>
                <c:pt idx="727">
                  <c:v>0.18713325259999999</c:v>
                </c:pt>
                <c:pt idx="728">
                  <c:v>0.1901763082</c:v>
                </c:pt>
                <c:pt idx="729">
                  <c:v>0.193308115</c:v>
                </c:pt>
                <c:pt idx="730">
                  <c:v>0.19649088379999999</c:v>
                </c:pt>
                <c:pt idx="731">
                  <c:v>0.19990785420000001</c:v>
                </c:pt>
                <c:pt idx="732">
                  <c:v>0.2032319903</c:v>
                </c:pt>
                <c:pt idx="733">
                  <c:v>0.20686014</c:v>
                </c:pt>
                <c:pt idx="734">
                  <c:v>0.2105323523</c:v>
                </c:pt>
                <c:pt idx="735">
                  <c:v>0.21426804360000001</c:v>
                </c:pt>
                <c:pt idx="736">
                  <c:v>0.21808251740000001</c:v>
                </c:pt>
                <c:pt idx="737">
                  <c:v>0.22203183169999999</c:v>
                </c:pt>
                <c:pt idx="738">
                  <c:v>0.2260620743</c:v>
                </c:pt>
                <c:pt idx="739">
                  <c:v>0.2302685082</c:v>
                </c:pt>
                <c:pt idx="740">
                  <c:v>0.2345601618</c:v>
                </c:pt>
                <c:pt idx="741">
                  <c:v>0.2390071154</c:v>
                </c:pt>
                <c:pt idx="742">
                  <c:v>0.24366612730000001</c:v>
                </c:pt>
                <c:pt idx="743">
                  <c:v>0.24825839699999999</c:v>
                </c:pt>
                <c:pt idx="744">
                  <c:v>0.25321915750000001</c:v>
                </c:pt>
                <c:pt idx="745">
                  <c:v>0.25808987020000002</c:v>
                </c:pt>
                <c:pt idx="746">
                  <c:v>0.26330512760000002</c:v>
                </c:pt>
                <c:pt idx="747">
                  <c:v>0.26862829919999998</c:v>
                </c:pt>
                <c:pt idx="748">
                  <c:v>0.27407342200000001</c:v>
                </c:pt>
                <c:pt idx="749">
                  <c:v>0.27958744759999998</c:v>
                </c:pt>
                <c:pt idx="750">
                  <c:v>0.28545060750000001</c:v>
                </c:pt>
                <c:pt idx="751">
                  <c:v>0.29133775830000003</c:v>
                </c:pt>
                <c:pt idx="752">
                  <c:v>0.29753154520000002</c:v>
                </c:pt>
                <c:pt idx="753">
                  <c:v>0.30383792520000003</c:v>
                </c:pt>
                <c:pt idx="754">
                  <c:v>0.31048688289999998</c:v>
                </c:pt>
                <c:pt idx="755">
                  <c:v>0.31715762619999999</c:v>
                </c:pt>
                <c:pt idx="756">
                  <c:v>0.32415312530000001</c:v>
                </c:pt>
                <c:pt idx="757">
                  <c:v>0.3313438594</c:v>
                </c:pt>
                <c:pt idx="758">
                  <c:v>0.3386799097</c:v>
                </c:pt>
                <c:pt idx="759">
                  <c:v>0.34626108410000001</c:v>
                </c:pt>
                <c:pt idx="760">
                  <c:v>0.3541745543</c:v>
                </c:pt>
                <c:pt idx="761">
                  <c:v>0.3622409701</c:v>
                </c:pt>
                <c:pt idx="762">
                  <c:v>0.37068745489999999</c:v>
                </c:pt>
                <c:pt idx="763">
                  <c:v>0.37923315169999999</c:v>
                </c:pt>
                <c:pt idx="764">
                  <c:v>0.38818597789999998</c:v>
                </c:pt>
                <c:pt idx="765">
                  <c:v>0.39723402260000001</c:v>
                </c:pt>
                <c:pt idx="766">
                  <c:v>0.40678590539999998</c:v>
                </c:pt>
                <c:pt idx="767">
                  <c:v>0.41653907299999998</c:v>
                </c:pt>
                <c:pt idx="768">
                  <c:v>0.42656025289999999</c:v>
                </c:pt>
                <c:pt idx="769">
                  <c:v>0.4369004071</c:v>
                </c:pt>
                <c:pt idx="770">
                  <c:v>0.44770726560000002</c:v>
                </c:pt>
                <c:pt idx="771">
                  <c:v>0.45865446329999998</c:v>
                </c:pt>
                <c:pt idx="772">
                  <c:v>0.47025853400000001</c:v>
                </c:pt>
                <c:pt idx="773">
                  <c:v>0.48209938409999997</c:v>
                </c:pt>
                <c:pt idx="774">
                  <c:v>0.49408832190000002</c:v>
                </c:pt>
                <c:pt idx="775">
                  <c:v>0.50692021850000002</c:v>
                </c:pt>
                <c:pt idx="776">
                  <c:v>0.51984971759999998</c:v>
                </c:pt>
                <c:pt idx="777">
                  <c:v>0.53314453360000003</c:v>
                </c:pt>
                <c:pt idx="778">
                  <c:v>0.54691743849999996</c:v>
                </c:pt>
                <c:pt idx="779">
                  <c:v>0.56112051009999997</c:v>
                </c:pt>
                <c:pt idx="780">
                  <c:v>0.57574743029999997</c:v>
                </c:pt>
                <c:pt idx="781">
                  <c:v>0.59084486960000004</c:v>
                </c:pt>
                <c:pt idx="782">
                  <c:v>0.60633820299999996</c:v>
                </c:pt>
                <c:pt idx="783">
                  <c:v>0.62210381029999995</c:v>
                </c:pt>
                <c:pt idx="784">
                  <c:v>0.63857102389999998</c:v>
                </c:pt>
                <c:pt idx="785">
                  <c:v>0.65526741740000005</c:v>
                </c:pt>
                <c:pt idx="786">
                  <c:v>0.67238450049999998</c:v>
                </c:pt>
                <c:pt idx="787">
                  <c:v>0.68988233799999998</c:v>
                </c:pt>
                <c:pt idx="788">
                  <c:v>0.70814484359999996</c:v>
                </c:pt>
                <c:pt idx="789">
                  <c:v>0.72638368610000004</c:v>
                </c:pt>
                <c:pt idx="790">
                  <c:v>0.74513369799999996</c:v>
                </c:pt>
                <c:pt idx="791">
                  <c:v>0.76458567379999998</c:v>
                </c:pt>
                <c:pt idx="792">
                  <c:v>0.78421634439999999</c:v>
                </c:pt>
                <c:pt idx="793">
                  <c:v>0.80418860910000001</c:v>
                </c:pt>
                <c:pt idx="794">
                  <c:v>0.82437324519999999</c:v>
                </c:pt>
                <c:pt idx="795">
                  <c:v>0.84489792590000001</c:v>
                </c:pt>
                <c:pt idx="796">
                  <c:v>0.86567318439999996</c:v>
                </c:pt>
                <c:pt idx="797">
                  <c:v>0.88699328899999996</c:v>
                </c:pt>
                <c:pt idx="798">
                  <c:v>0.90832805630000002</c:v>
                </c:pt>
                <c:pt idx="799">
                  <c:v>0.92989516260000005</c:v>
                </c:pt>
                <c:pt idx="800">
                  <c:v>0.95107823609999997</c:v>
                </c:pt>
                <c:pt idx="801">
                  <c:v>0.97296839950000003</c:v>
                </c:pt>
                <c:pt idx="802">
                  <c:v>0.99446600679999997</c:v>
                </c:pt>
                <c:pt idx="803">
                  <c:v>1.015867233</c:v>
                </c:pt>
                <c:pt idx="804">
                  <c:v>1.0368548630000001</c:v>
                </c:pt>
                <c:pt idx="805">
                  <c:v>1.0578533409999999</c:v>
                </c:pt>
                <c:pt idx="806">
                  <c:v>1.0783408880000001</c:v>
                </c:pt>
                <c:pt idx="807">
                  <c:v>1.0983995200000001</c:v>
                </c:pt>
                <c:pt idx="808">
                  <c:v>1.117781401</c:v>
                </c:pt>
                <c:pt idx="809">
                  <c:v>1.1365934609999999</c:v>
                </c:pt>
                <c:pt idx="810">
                  <c:v>1.1551043990000001</c:v>
                </c:pt>
                <c:pt idx="811">
                  <c:v>1.1724319459999999</c:v>
                </c:pt>
                <c:pt idx="812">
                  <c:v>1.188744187</c:v>
                </c:pt>
                <c:pt idx="813">
                  <c:v>1.204038382</c:v>
                </c:pt>
                <c:pt idx="814">
                  <c:v>1.2185074090000001</c:v>
                </c:pt>
                <c:pt idx="815">
                  <c:v>1.2318099739999999</c:v>
                </c:pt>
                <c:pt idx="816">
                  <c:v>1.243900418</c:v>
                </c:pt>
                <c:pt idx="817">
                  <c:v>1.254694939</c:v>
                </c:pt>
                <c:pt idx="818">
                  <c:v>1.2641849519999999</c:v>
                </c:pt>
                <c:pt idx="819">
                  <c:v>1.2725448610000001</c:v>
                </c:pt>
                <c:pt idx="820">
                  <c:v>1.2794349190000001</c:v>
                </c:pt>
                <c:pt idx="821">
                  <c:v>1.285190821</c:v>
                </c:pt>
                <c:pt idx="822">
                  <c:v>1.2893229719999999</c:v>
                </c:pt>
                <c:pt idx="823">
                  <c:v>1.2922973630000001</c:v>
                </c:pt>
                <c:pt idx="824">
                  <c:v>1.2941117289999999</c:v>
                </c:pt>
                <c:pt idx="825">
                  <c:v>1.294387698</c:v>
                </c:pt>
                <c:pt idx="826">
                  <c:v>1.2935446500000001</c:v>
                </c:pt>
                <c:pt idx="827">
                  <c:v>1.2917928700000001</c:v>
                </c:pt>
                <c:pt idx="828">
                  <c:v>1.288617849</c:v>
                </c:pt>
                <c:pt idx="829">
                  <c:v>1.284599185</c:v>
                </c:pt>
                <c:pt idx="830">
                  <c:v>1.2796751260000001</c:v>
                </c:pt>
                <c:pt idx="831">
                  <c:v>1.2738462690000001</c:v>
                </c:pt>
                <c:pt idx="832">
                  <c:v>1.267078519</c:v>
                </c:pt>
                <c:pt idx="833">
                  <c:v>1.2596791979999999</c:v>
                </c:pt>
                <c:pt idx="834">
                  <c:v>1.25150764</c:v>
                </c:pt>
                <c:pt idx="835">
                  <c:v>1.243128061</c:v>
                </c:pt>
                <c:pt idx="836">
                  <c:v>1.2339417930000001</c:v>
                </c:pt>
                <c:pt idx="837">
                  <c:v>1.224515676</c:v>
                </c:pt>
                <c:pt idx="838">
                  <c:v>1.2146458630000001</c:v>
                </c:pt>
                <c:pt idx="839">
                  <c:v>1.204519272</c:v>
                </c:pt>
                <c:pt idx="840">
                  <c:v>1.1937841179999999</c:v>
                </c:pt>
                <c:pt idx="841">
                  <c:v>1.1827189920000001</c:v>
                </c:pt>
                <c:pt idx="842">
                  <c:v>1.1717565059999999</c:v>
                </c:pt>
                <c:pt idx="843">
                  <c:v>1.1605775359999999</c:v>
                </c:pt>
                <c:pt idx="844">
                  <c:v>1.1490731240000001</c:v>
                </c:pt>
                <c:pt idx="845">
                  <c:v>1.1375350950000001</c:v>
                </c:pt>
                <c:pt idx="846">
                  <c:v>1.126129508</c:v>
                </c:pt>
                <c:pt idx="847">
                  <c:v>1.114159465</c:v>
                </c:pt>
                <c:pt idx="848">
                  <c:v>1.1026414630000001</c:v>
                </c:pt>
                <c:pt idx="849">
                  <c:v>1.0906457899999999</c:v>
                </c:pt>
                <c:pt idx="850">
                  <c:v>1.078621268</c:v>
                </c:pt>
                <c:pt idx="851">
                  <c:v>1.0667817589999999</c:v>
                </c:pt>
                <c:pt idx="852">
                  <c:v>1.05476594</c:v>
                </c:pt>
                <c:pt idx="853">
                  <c:v>1.04270792</c:v>
                </c:pt>
                <c:pt idx="854">
                  <c:v>1.0308479070000001</c:v>
                </c:pt>
                <c:pt idx="855">
                  <c:v>1.018475413</c:v>
                </c:pt>
                <c:pt idx="856">
                  <c:v>1.0064016579999999</c:v>
                </c:pt>
                <c:pt idx="857">
                  <c:v>0.99430382250000005</c:v>
                </c:pt>
                <c:pt idx="858">
                  <c:v>0.98208206890000005</c:v>
                </c:pt>
                <c:pt idx="859">
                  <c:v>0.96996724609999996</c:v>
                </c:pt>
                <c:pt idx="860">
                  <c:v>0.95764446260000002</c:v>
                </c:pt>
                <c:pt idx="861">
                  <c:v>0.9457039237</c:v>
                </c:pt>
                <c:pt idx="862">
                  <c:v>0.93331527709999995</c:v>
                </c:pt>
                <c:pt idx="863">
                  <c:v>0.92118543389999996</c:v>
                </c:pt>
                <c:pt idx="864">
                  <c:v>0.90896350150000005</c:v>
                </c:pt>
                <c:pt idx="865">
                  <c:v>0.89674693350000001</c:v>
                </c:pt>
                <c:pt idx="866">
                  <c:v>0.88461411000000001</c:v>
                </c:pt>
                <c:pt idx="867">
                  <c:v>0.87243902679999996</c:v>
                </c:pt>
                <c:pt idx="868">
                  <c:v>0.86031752819999996</c:v>
                </c:pt>
                <c:pt idx="869">
                  <c:v>0.84830558300000003</c:v>
                </c:pt>
                <c:pt idx="870">
                  <c:v>0.83627659080000005</c:v>
                </c:pt>
                <c:pt idx="871">
                  <c:v>0.82433414459999999</c:v>
                </c:pt>
                <c:pt idx="872">
                  <c:v>0.81258457900000003</c:v>
                </c:pt>
                <c:pt idx="873">
                  <c:v>0.80082774160000003</c:v>
                </c:pt>
                <c:pt idx="874">
                  <c:v>0.78904169800000001</c:v>
                </c:pt>
                <c:pt idx="875">
                  <c:v>0.77762258049999999</c:v>
                </c:pt>
                <c:pt idx="876">
                  <c:v>0.76598155499999998</c:v>
                </c:pt>
                <c:pt idx="877">
                  <c:v>0.75464880469999995</c:v>
                </c:pt>
                <c:pt idx="878">
                  <c:v>0.74345618489999998</c:v>
                </c:pt>
                <c:pt idx="879">
                  <c:v>0.73206859830000004</c:v>
                </c:pt>
                <c:pt idx="880">
                  <c:v>0.72108751540000005</c:v>
                </c:pt>
                <c:pt idx="881">
                  <c:v>0.71005773539999995</c:v>
                </c:pt>
                <c:pt idx="882">
                  <c:v>0.69934046270000005</c:v>
                </c:pt>
                <c:pt idx="883">
                  <c:v>0.6885861754</c:v>
                </c:pt>
                <c:pt idx="884">
                  <c:v>0.67806398869999995</c:v>
                </c:pt>
                <c:pt idx="885">
                  <c:v>0.66750955580000004</c:v>
                </c:pt>
                <c:pt idx="886">
                  <c:v>0.65731525420000003</c:v>
                </c:pt>
                <c:pt idx="887">
                  <c:v>0.64723414180000005</c:v>
                </c:pt>
                <c:pt idx="888">
                  <c:v>0.63725084070000004</c:v>
                </c:pt>
                <c:pt idx="889">
                  <c:v>0.62754189969999996</c:v>
                </c:pt>
                <c:pt idx="890">
                  <c:v>0.6179587245</c:v>
                </c:pt>
                <c:pt idx="891">
                  <c:v>0.60873425010000004</c:v>
                </c:pt>
                <c:pt idx="892">
                  <c:v>0.5997080803</c:v>
                </c:pt>
                <c:pt idx="893">
                  <c:v>0.59109878540000005</c:v>
                </c:pt>
                <c:pt idx="894">
                  <c:v>0.58256524799999998</c:v>
                </c:pt>
                <c:pt idx="895">
                  <c:v>0.57412385939999999</c:v>
                </c:pt>
                <c:pt idx="896">
                  <c:v>0.56636273859999997</c:v>
                </c:pt>
                <c:pt idx="897">
                  <c:v>0.55862009530000001</c:v>
                </c:pt>
                <c:pt idx="898">
                  <c:v>0.55142652989999996</c:v>
                </c:pt>
                <c:pt idx="899">
                  <c:v>0.54437851910000001</c:v>
                </c:pt>
                <c:pt idx="900">
                  <c:v>0.53771567340000004</c:v>
                </c:pt>
                <c:pt idx="901">
                  <c:v>0.53151375059999995</c:v>
                </c:pt>
                <c:pt idx="902">
                  <c:v>0.52541637419999998</c:v>
                </c:pt>
                <c:pt idx="903">
                  <c:v>0.51992607120000001</c:v>
                </c:pt>
                <c:pt idx="904">
                  <c:v>0.51472043990000005</c:v>
                </c:pt>
                <c:pt idx="905">
                  <c:v>0.5098899603</c:v>
                </c:pt>
                <c:pt idx="906">
                  <c:v>0.50535047050000004</c:v>
                </c:pt>
                <c:pt idx="907">
                  <c:v>0.50114321709999998</c:v>
                </c:pt>
                <c:pt idx="908">
                  <c:v>0.49745959039999998</c:v>
                </c:pt>
                <c:pt idx="909">
                  <c:v>0.49405178430000002</c:v>
                </c:pt>
                <c:pt idx="910">
                  <c:v>0.49097031349999998</c:v>
                </c:pt>
                <c:pt idx="911">
                  <c:v>0.48824858669999999</c:v>
                </c:pt>
                <c:pt idx="912">
                  <c:v>0.48579767350000003</c:v>
                </c:pt>
                <c:pt idx="913">
                  <c:v>0.48345091940000001</c:v>
                </c:pt>
                <c:pt idx="914">
                  <c:v>0.48157316449999998</c:v>
                </c:pt>
                <c:pt idx="915">
                  <c:v>0.4799619913</c:v>
                </c:pt>
                <c:pt idx="916">
                  <c:v>0.47855436800000001</c:v>
                </c:pt>
                <c:pt idx="917">
                  <c:v>0.477355957</c:v>
                </c:pt>
                <c:pt idx="918">
                  <c:v>0.47637128829999997</c:v>
                </c:pt>
                <c:pt idx="919">
                  <c:v>0.4756883979</c:v>
                </c:pt>
                <c:pt idx="920">
                  <c:v>0.47501036520000001</c:v>
                </c:pt>
                <c:pt idx="921">
                  <c:v>0.47451624269999998</c:v>
                </c:pt>
                <c:pt idx="922">
                  <c:v>0.47416955230000002</c:v>
                </c:pt>
                <c:pt idx="923">
                  <c:v>0.47408548</c:v>
                </c:pt>
                <c:pt idx="924">
                  <c:v>0.4741075039</c:v>
                </c:pt>
                <c:pt idx="925">
                  <c:v>0.4740564525</c:v>
                </c:pt>
                <c:pt idx="926">
                  <c:v>0.4742672443</c:v>
                </c:pt>
                <c:pt idx="927">
                  <c:v>0.4744983613</c:v>
                </c:pt>
                <c:pt idx="928">
                  <c:v>0.47478762270000002</c:v>
                </c:pt>
                <c:pt idx="929">
                  <c:v>0.47523885970000002</c:v>
                </c:pt>
                <c:pt idx="930">
                  <c:v>0.47564581039999998</c:v>
                </c:pt>
                <c:pt idx="931">
                  <c:v>0.47619858380000002</c:v>
                </c:pt>
                <c:pt idx="932">
                  <c:v>0.4767114818</c:v>
                </c:pt>
                <c:pt idx="933">
                  <c:v>0.4773742855</c:v>
                </c:pt>
                <c:pt idx="934">
                  <c:v>0.4780205488</c:v>
                </c:pt>
                <c:pt idx="935">
                  <c:v>0.47870820759999999</c:v>
                </c:pt>
                <c:pt idx="936">
                  <c:v>0.47939819099999997</c:v>
                </c:pt>
                <c:pt idx="937">
                  <c:v>0.4802125096</c:v>
                </c:pt>
                <c:pt idx="938">
                  <c:v>0.4809764326</c:v>
                </c:pt>
                <c:pt idx="939">
                  <c:v>0.48177707199999997</c:v>
                </c:pt>
                <c:pt idx="940">
                  <c:v>0.48268085719999998</c:v>
                </c:pt>
                <c:pt idx="941">
                  <c:v>0.48346790670000001</c:v>
                </c:pt>
                <c:pt idx="942">
                  <c:v>0.48431965710000002</c:v>
                </c:pt>
                <c:pt idx="943">
                  <c:v>0.48524034020000001</c:v>
                </c:pt>
                <c:pt idx="944">
                  <c:v>0.48617169259999998</c:v>
                </c:pt>
                <c:pt idx="945">
                  <c:v>0.48715540769999999</c:v>
                </c:pt>
                <c:pt idx="946">
                  <c:v>0.48802804950000001</c:v>
                </c:pt>
                <c:pt idx="947">
                  <c:v>0.48884117599999999</c:v>
                </c:pt>
                <c:pt idx="948">
                  <c:v>0.48976340889999997</c:v>
                </c:pt>
                <c:pt idx="949">
                  <c:v>0.49086663130000002</c:v>
                </c:pt>
                <c:pt idx="950">
                  <c:v>0.49161452049999999</c:v>
                </c:pt>
                <c:pt idx="951">
                  <c:v>0.49266350269999998</c:v>
                </c:pt>
                <c:pt idx="952">
                  <c:v>0.49367752669999998</c:v>
                </c:pt>
                <c:pt idx="953">
                  <c:v>0.49463248250000003</c:v>
                </c:pt>
                <c:pt idx="954">
                  <c:v>0.49545598029999999</c:v>
                </c:pt>
                <c:pt idx="955">
                  <c:v>0.49653995039999999</c:v>
                </c:pt>
                <c:pt idx="956">
                  <c:v>0.49747371670000001</c:v>
                </c:pt>
                <c:pt idx="957">
                  <c:v>0.49828004840000001</c:v>
                </c:pt>
                <c:pt idx="958">
                  <c:v>0.49915093179999998</c:v>
                </c:pt>
                <c:pt idx="959">
                  <c:v>0.50008535389999997</c:v>
                </c:pt>
                <c:pt idx="960">
                  <c:v>0.50112074610000001</c:v>
                </c:pt>
                <c:pt idx="961">
                  <c:v>0.50190877909999998</c:v>
                </c:pt>
                <c:pt idx="962">
                  <c:v>0.50275439020000001</c:v>
                </c:pt>
                <c:pt idx="963">
                  <c:v>0.50355851650000005</c:v>
                </c:pt>
                <c:pt idx="964">
                  <c:v>0.5043802261</c:v>
                </c:pt>
                <c:pt idx="965">
                  <c:v>0.50544422860000005</c:v>
                </c:pt>
                <c:pt idx="966">
                  <c:v>0.50615072250000004</c:v>
                </c:pt>
                <c:pt idx="967">
                  <c:v>0.50699782370000002</c:v>
                </c:pt>
                <c:pt idx="968">
                  <c:v>0.50768923759999995</c:v>
                </c:pt>
                <c:pt idx="969">
                  <c:v>0.50858587030000002</c:v>
                </c:pt>
                <c:pt idx="970">
                  <c:v>0.50940078499999997</c:v>
                </c:pt>
                <c:pt idx="971">
                  <c:v>0.51014399529999999</c:v>
                </c:pt>
                <c:pt idx="972">
                  <c:v>0.51089012619999996</c:v>
                </c:pt>
                <c:pt idx="973">
                  <c:v>0.51180976629999997</c:v>
                </c:pt>
                <c:pt idx="974">
                  <c:v>0.51275241370000002</c:v>
                </c:pt>
                <c:pt idx="975">
                  <c:v>0.5133953094</c:v>
                </c:pt>
                <c:pt idx="976">
                  <c:v>0.51414394379999995</c:v>
                </c:pt>
                <c:pt idx="977">
                  <c:v>0.51499825720000003</c:v>
                </c:pt>
                <c:pt idx="978">
                  <c:v>0.51578509809999995</c:v>
                </c:pt>
                <c:pt idx="979">
                  <c:v>0.51673918959999998</c:v>
                </c:pt>
                <c:pt idx="980">
                  <c:v>0.5174413323</c:v>
                </c:pt>
                <c:pt idx="981">
                  <c:v>0.51797986029999998</c:v>
                </c:pt>
                <c:pt idx="982">
                  <c:v>0.51899951700000002</c:v>
                </c:pt>
                <c:pt idx="983">
                  <c:v>0.51981180910000002</c:v>
                </c:pt>
                <c:pt idx="984">
                  <c:v>0.52049702409999998</c:v>
                </c:pt>
                <c:pt idx="985">
                  <c:v>0.52148836850000002</c:v>
                </c:pt>
                <c:pt idx="986">
                  <c:v>0.52211600540000003</c:v>
                </c:pt>
                <c:pt idx="987">
                  <c:v>0.52288752790000004</c:v>
                </c:pt>
                <c:pt idx="988">
                  <c:v>0.52377307419999997</c:v>
                </c:pt>
                <c:pt idx="989">
                  <c:v>0.52458745240000004</c:v>
                </c:pt>
                <c:pt idx="990">
                  <c:v>0.52532935140000003</c:v>
                </c:pt>
                <c:pt idx="991">
                  <c:v>0.52613544459999995</c:v>
                </c:pt>
                <c:pt idx="992">
                  <c:v>0.52681702379999995</c:v>
                </c:pt>
                <c:pt idx="993">
                  <c:v>0.52763682599999995</c:v>
                </c:pt>
                <c:pt idx="994">
                  <c:v>0.52847057580000001</c:v>
                </c:pt>
                <c:pt idx="995">
                  <c:v>0.52916479110000003</c:v>
                </c:pt>
                <c:pt idx="996">
                  <c:v>0.52975189690000002</c:v>
                </c:pt>
                <c:pt idx="997">
                  <c:v>0.53053557870000001</c:v>
                </c:pt>
                <c:pt idx="998">
                  <c:v>0.53122639660000004</c:v>
                </c:pt>
                <c:pt idx="999">
                  <c:v>0.53164547679999996</c:v>
                </c:pt>
                <c:pt idx="1000">
                  <c:v>0.53238004449999998</c:v>
                </c:pt>
                <c:pt idx="1001">
                  <c:v>0.53313857320000002</c:v>
                </c:pt>
                <c:pt idx="1002">
                  <c:v>0.53384417299999998</c:v>
                </c:pt>
                <c:pt idx="1003">
                  <c:v>0.53412187099999997</c:v>
                </c:pt>
                <c:pt idx="1004">
                  <c:v>0.53466808799999999</c:v>
                </c:pt>
                <c:pt idx="1005">
                  <c:v>0.53535157440000003</c:v>
                </c:pt>
                <c:pt idx="1006">
                  <c:v>0.53593111039999997</c:v>
                </c:pt>
                <c:pt idx="1007">
                  <c:v>0.53651839489999997</c:v>
                </c:pt>
                <c:pt idx="1008">
                  <c:v>0.53684872390000005</c:v>
                </c:pt>
                <c:pt idx="1009">
                  <c:v>0.5373693705</c:v>
                </c:pt>
                <c:pt idx="1010">
                  <c:v>0.53762012719999996</c:v>
                </c:pt>
                <c:pt idx="1011">
                  <c:v>0.53818190099999996</c:v>
                </c:pt>
                <c:pt idx="1012">
                  <c:v>0.53870451450000001</c:v>
                </c:pt>
                <c:pt idx="1013">
                  <c:v>0.53887617590000003</c:v>
                </c:pt>
                <c:pt idx="1014">
                  <c:v>0.53877538439999995</c:v>
                </c:pt>
                <c:pt idx="1015">
                  <c:v>0.53942680359999995</c:v>
                </c:pt>
                <c:pt idx="1016">
                  <c:v>0.5395933986</c:v>
                </c:pt>
                <c:pt idx="1017">
                  <c:v>0.53984355930000005</c:v>
                </c:pt>
                <c:pt idx="1018">
                  <c:v>0.54004400969999999</c:v>
                </c:pt>
                <c:pt idx="1019">
                  <c:v>0.54024380449999998</c:v>
                </c:pt>
                <c:pt idx="1020">
                  <c:v>0.54023545979999998</c:v>
                </c:pt>
                <c:pt idx="1021">
                  <c:v>0.54037296769999998</c:v>
                </c:pt>
                <c:pt idx="1022">
                  <c:v>0.54038506750000004</c:v>
                </c:pt>
                <c:pt idx="1023">
                  <c:v>0.54039120669999996</c:v>
                </c:pt>
                <c:pt idx="1024">
                  <c:v>0.54019528630000002</c:v>
                </c:pt>
                <c:pt idx="1025">
                  <c:v>0.54039806130000001</c:v>
                </c:pt>
                <c:pt idx="1026">
                  <c:v>0.54015898699999998</c:v>
                </c:pt>
                <c:pt idx="1027">
                  <c:v>0.54000949860000003</c:v>
                </c:pt>
                <c:pt idx="1028">
                  <c:v>0.540168643</c:v>
                </c:pt>
                <c:pt idx="1029">
                  <c:v>0.54003322119999997</c:v>
                </c:pt>
                <c:pt idx="1030">
                  <c:v>0.53978568319999998</c:v>
                </c:pt>
                <c:pt idx="1031">
                  <c:v>0.53963935380000005</c:v>
                </c:pt>
                <c:pt idx="1032">
                  <c:v>0.53939348460000003</c:v>
                </c:pt>
                <c:pt idx="1033">
                  <c:v>0.53910297159999998</c:v>
                </c:pt>
                <c:pt idx="1034">
                  <c:v>0.53876346350000004</c:v>
                </c:pt>
                <c:pt idx="1035">
                  <c:v>0.53836512569999995</c:v>
                </c:pt>
                <c:pt idx="1036">
                  <c:v>0.53857737780000003</c:v>
                </c:pt>
                <c:pt idx="1037">
                  <c:v>0.5381805301</c:v>
                </c:pt>
                <c:pt idx="1038">
                  <c:v>0.53833484649999996</c:v>
                </c:pt>
                <c:pt idx="1039">
                  <c:v>0.53793179989999995</c:v>
                </c:pt>
                <c:pt idx="1040">
                  <c:v>0.53772968050000003</c:v>
                </c:pt>
                <c:pt idx="1041">
                  <c:v>0.53748226170000002</c:v>
                </c:pt>
                <c:pt idx="1042">
                  <c:v>0.53759092090000005</c:v>
                </c:pt>
                <c:pt idx="1043">
                  <c:v>0.537496686</c:v>
                </c:pt>
                <c:pt idx="1044">
                  <c:v>0.53732496500000004</c:v>
                </c:pt>
                <c:pt idx="1045">
                  <c:v>0.53783833979999995</c:v>
                </c:pt>
                <c:pt idx="1046">
                  <c:v>0.53788167239999995</c:v>
                </c:pt>
                <c:pt idx="1047">
                  <c:v>0.53851282600000006</c:v>
                </c:pt>
                <c:pt idx="1048">
                  <c:v>0.53913509849999997</c:v>
                </c:pt>
                <c:pt idx="1049">
                  <c:v>0.53938227890000001</c:v>
                </c:pt>
                <c:pt idx="1050">
                  <c:v>0.54026544089999995</c:v>
                </c:pt>
                <c:pt idx="1051">
                  <c:v>0.53972607849999998</c:v>
                </c:pt>
                <c:pt idx="1052">
                  <c:v>0.54028356079999995</c:v>
                </c:pt>
                <c:pt idx="1053">
                  <c:v>0.54111808539999995</c:v>
                </c:pt>
                <c:pt idx="1054">
                  <c:v>0.54226970669999996</c:v>
                </c:pt>
                <c:pt idx="1055">
                  <c:v>0.54338377709999997</c:v>
                </c:pt>
                <c:pt idx="1056">
                  <c:v>0.54447549579999999</c:v>
                </c:pt>
                <c:pt idx="1057">
                  <c:v>0.54684424399999998</c:v>
                </c:pt>
                <c:pt idx="1058">
                  <c:v>0.54706048969999999</c:v>
                </c:pt>
                <c:pt idx="1059">
                  <c:v>0.54938232899999995</c:v>
                </c:pt>
                <c:pt idx="1060">
                  <c:v>0.55128371720000002</c:v>
                </c:pt>
                <c:pt idx="1061">
                  <c:v>0.55255210399999999</c:v>
                </c:pt>
                <c:pt idx="1062">
                  <c:v>0.55453944209999995</c:v>
                </c:pt>
                <c:pt idx="1063">
                  <c:v>0.55616313220000002</c:v>
                </c:pt>
                <c:pt idx="1064">
                  <c:v>0.55769616369999997</c:v>
                </c:pt>
                <c:pt idx="1065">
                  <c:v>0.55899024009999998</c:v>
                </c:pt>
                <c:pt idx="1066">
                  <c:v>0.5611338615</c:v>
                </c:pt>
                <c:pt idx="1067">
                  <c:v>0.56240898370000003</c:v>
                </c:pt>
                <c:pt idx="1068">
                  <c:v>0.56480288509999999</c:v>
                </c:pt>
                <c:pt idx="1069">
                  <c:v>0.56609857080000003</c:v>
                </c:pt>
                <c:pt idx="1070">
                  <c:v>0.56724727149999998</c:v>
                </c:pt>
                <c:pt idx="1071">
                  <c:v>0.56865674259999999</c:v>
                </c:pt>
                <c:pt idx="1072">
                  <c:v>0.57053470610000001</c:v>
                </c:pt>
                <c:pt idx="1073">
                  <c:v>0.57154697180000003</c:v>
                </c:pt>
                <c:pt idx="1074">
                  <c:v>0.57238036390000002</c:v>
                </c:pt>
                <c:pt idx="1075">
                  <c:v>0.57378369569999998</c:v>
                </c:pt>
                <c:pt idx="1076">
                  <c:v>0.57466512920000001</c:v>
                </c:pt>
                <c:pt idx="1077">
                  <c:v>0.57547610999999999</c:v>
                </c:pt>
                <c:pt idx="1078">
                  <c:v>0.57674854990000002</c:v>
                </c:pt>
                <c:pt idx="1079">
                  <c:v>0.57742625469999997</c:v>
                </c:pt>
                <c:pt idx="1080">
                  <c:v>0.57838225359999995</c:v>
                </c:pt>
                <c:pt idx="1081">
                  <c:v>0.57941341400000002</c:v>
                </c:pt>
                <c:pt idx="1082">
                  <c:v>0.58025908469999998</c:v>
                </c:pt>
                <c:pt idx="1083">
                  <c:v>0.58097523449999999</c:v>
                </c:pt>
                <c:pt idx="1084">
                  <c:v>0.5821887255</c:v>
                </c:pt>
                <c:pt idx="1085">
                  <c:v>0.58300769330000002</c:v>
                </c:pt>
                <c:pt idx="1086">
                  <c:v>0.58382272719999995</c:v>
                </c:pt>
                <c:pt idx="1087">
                  <c:v>0.58451211449999996</c:v>
                </c:pt>
                <c:pt idx="1088">
                  <c:v>0.58460664750000002</c:v>
                </c:pt>
                <c:pt idx="1089">
                  <c:v>0.58590203519999995</c:v>
                </c:pt>
                <c:pt idx="1090">
                  <c:v>0.58565896750000002</c:v>
                </c:pt>
                <c:pt idx="1091">
                  <c:v>0.58617675300000005</c:v>
                </c:pt>
                <c:pt idx="1092">
                  <c:v>0.58678686619999998</c:v>
                </c:pt>
                <c:pt idx="1093">
                  <c:v>0.58670264480000001</c:v>
                </c:pt>
                <c:pt idx="1094">
                  <c:v>0.58723562959999998</c:v>
                </c:pt>
                <c:pt idx="1095">
                  <c:v>0.58757370710000001</c:v>
                </c:pt>
                <c:pt idx="1096">
                  <c:v>0.5882952213</c:v>
                </c:pt>
                <c:pt idx="1097">
                  <c:v>0.58830416200000002</c:v>
                </c:pt>
                <c:pt idx="1098">
                  <c:v>0.58925735950000002</c:v>
                </c:pt>
                <c:pt idx="1099">
                  <c:v>0.58939748999999997</c:v>
                </c:pt>
                <c:pt idx="1100">
                  <c:v>0.58944249150000005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A79E-4B09-8A7E-A08E846353F8}"/>
            </c:ext>
          </c:extLst>
        </c:ser>
        <c:ser>
          <c:idx val="4"/>
          <c:order val="4"/>
          <c:tx>
            <c:strRef>
              <c:f>'CG 20260703'!$M$1</c:f>
              <c:strCache>
                <c:ptCount val="1"/>
                <c:pt idx="0">
                  <c:v>CGCH-158-DHs-5000</c:v>
                </c:pt>
              </c:strCache>
            </c:strRef>
          </c:tx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xVal>
            <c:numRef>
              <c:f>'CG 20260703'!$A$2:$A$1103</c:f>
              <c:numCache>
                <c:formatCode>General</c:formatCode>
                <c:ptCount val="1102"/>
                <c:pt idx="0">
                  <c:v>1400</c:v>
                </c:pt>
                <c:pt idx="1">
                  <c:v>1399</c:v>
                </c:pt>
                <c:pt idx="2">
                  <c:v>1398</c:v>
                </c:pt>
                <c:pt idx="3">
                  <c:v>1397</c:v>
                </c:pt>
                <c:pt idx="4">
                  <c:v>1396</c:v>
                </c:pt>
                <c:pt idx="5">
                  <c:v>1395</c:v>
                </c:pt>
                <c:pt idx="6">
                  <c:v>1394</c:v>
                </c:pt>
                <c:pt idx="7">
                  <c:v>1393</c:v>
                </c:pt>
                <c:pt idx="8">
                  <c:v>1392</c:v>
                </c:pt>
                <c:pt idx="9">
                  <c:v>1391</c:v>
                </c:pt>
                <c:pt idx="10">
                  <c:v>1390</c:v>
                </c:pt>
                <c:pt idx="11">
                  <c:v>1389</c:v>
                </c:pt>
                <c:pt idx="12">
                  <c:v>1388</c:v>
                </c:pt>
                <c:pt idx="13">
                  <c:v>1387</c:v>
                </c:pt>
                <c:pt idx="14">
                  <c:v>1386</c:v>
                </c:pt>
                <c:pt idx="15">
                  <c:v>1385</c:v>
                </c:pt>
                <c:pt idx="16">
                  <c:v>1384</c:v>
                </c:pt>
                <c:pt idx="17">
                  <c:v>1383</c:v>
                </c:pt>
                <c:pt idx="18">
                  <c:v>1382</c:v>
                </c:pt>
                <c:pt idx="19">
                  <c:v>1381</c:v>
                </c:pt>
                <c:pt idx="20">
                  <c:v>1380</c:v>
                </c:pt>
                <c:pt idx="21">
                  <c:v>1379</c:v>
                </c:pt>
                <c:pt idx="22">
                  <c:v>1378</c:v>
                </c:pt>
                <c:pt idx="23">
                  <c:v>1377</c:v>
                </c:pt>
                <c:pt idx="24">
                  <c:v>1376</c:v>
                </c:pt>
                <c:pt idx="25">
                  <c:v>1375</c:v>
                </c:pt>
                <c:pt idx="26">
                  <c:v>1374</c:v>
                </c:pt>
                <c:pt idx="27">
                  <c:v>1373</c:v>
                </c:pt>
                <c:pt idx="28">
                  <c:v>1372</c:v>
                </c:pt>
                <c:pt idx="29">
                  <c:v>1371</c:v>
                </c:pt>
                <c:pt idx="30">
                  <c:v>1370</c:v>
                </c:pt>
                <c:pt idx="31">
                  <c:v>1369</c:v>
                </c:pt>
                <c:pt idx="32">
                  <c:v>1368</c:v>
                </c:pt>
                <c:pt idx="33">
                  <c:v>1367</c:v>
                </c:pt>
                <c:pt idx="34">
                  <c:v>1366</c:v>
                </c:pt>
                <c:pt idx="35">
                  <c:v>1365</c:v>
                </c:pt>
                <c:pt idx="36">
                  <c:v>1364</c:v>
                </c:pt>
                <c:pt idx="37">
                  <c:v>1363</c:v>
                </c:pt>
                <c:pt idx="38">
                  <c:v>1362</c:v>
                </c:pt>
                <c:pt idx="39">
                  <c:v>1361</c:v>
                </c:pt>
                <c:pt idx="40">
                  <c:v>1360</c:v>
                </c:pt>
                <c:pt idx="41">
                  <c:v>1359</c:v>
                </c:pt>
                <c:pt idx="42">
                  <c:v>1358</c:v>
                </c:pt>
                <c:pt idx="43">
                  <c:v>1357</c:v>
                </c:pt>
                <c:pt idx="44">
                  <c:v>1356</c:v>
                </c:pt>
                <c:pt idx="45">
                  <c:v>1355</c:v>
                </c:pt>
                <c:pt idx="46">
                  <c:v>1354</c:v>
                </c:pt>
                <c:pt idx="47">
                  <c:v>1353</c:v>
                </c:pt>
                <c:pt idx="48">
                  <c:v>1352</c:v>
                </c:pt>
                <c:pt idx="49">
                  <c:v>1351</c:v>
                </c:pt>
                <c:pt idx="50">
                  <c:v>1350</c:v>
                </c:pt>
                <c:pt idx="51">
                  <c:v>1349</c:v>
                </c:pt>
                <c:pt idx="52">
                  <c:v>1348</c:v>
                </c:pt>
                <c:pt idx="53">
                  <c:v>1347</c:v>
                </c:pt>
                <c:pt idx="54">
                  <c:v>1346</c:v>
                </c:pt>
                <c:pt idx="55">
                  <c:v>1345</c:v>
                </c:pt>
                <c:pt idx="56">
                  <c:v>1344</c:v>
                </c:pt>
                <c:pt idx="57">
                  <c:v>1343</c:v>
                </c:pt>
                <c:pt idx="58">
                  <c:v>1342</c:v>
                </c:pt>
                <c:pt idx="59">
                  <c:v>1341</c:v>
                </c:pt>
                <c:pt idx="60">
                  <c:v>1340</c:v>
                </c:pt>
                <c:pt idx="61">
                  <c:v>1339</c:v>
                </c:pt>
                <c:pt idx="62">
                  <c:v>1338</c:v>
                </c:pt>
                <c:pt idx="63">
                  <c:v>1337</c:v>
                </c:pt>
                <c:pt idx="64">
                  <c:v>1336</c:v>
                </c:pt>
                <c:pt idx="65">
                  <c:v>1335</c:v>
                </c:pt>
                <c:pt idx="66">
                  <c:v>1334</c:v>
                </c:pt>
                <c:pt idx="67">
                  <c:v>1333</c:v>
                </c:pt>
                <c:pt idx="68">
                  <c:v>1332</c:v>
                </c:pt>
                <c:pt idx="69">
                  <c:v>1331</c:v>
                </c:pt>
                <c:pt idx="70">
                  <c:v>1330</c:v>
                </c:pt>
                <c:pt idx="71">
                  <c:v>1329</c:v>
                </c:pt>
                <c:pt idx="72">
                  <c:v>1328</c:v>
                </c:pt>
                <c:pt idx="73">
                  <c:v>1327</c:v>
                </c:pt>
                <c:pt idx="74">
                  <c:v>1326</c:v>
                </c:pt>
                <c:pt idx="75">
                  <c:v>1325</c:v>
                </c:pt>
                <c:pt idx="76">
                  <c:v>1324</c:v>
                </c:pt>
                <c:pt idx="77">
                  <c:v>1323</c:v>
                </c:pt>
                <c:pt idx="78">
                  <c:v>1322</c:v>
                </c:pt>
                <c:pt idx="79">
                  <c:v>1321</c:v>
                </c:pt>
                <c:pt idx="80">
                  <c:v>1320</c:v>
                </c:pt>
                <c:pt idx="81">
                  <c:v>1319</c:v>
                </c:pt>
                <c:pt idx="82">
                  <c:v>1318</c:v>
                </c:pt>
                <c:pt idx="83">
                  <c:v>1317</c:v>
                </c:pt>
                <c:pt idx="84">
                  <c:v>1316</c:v>
                </c:pt>
                <c:pt idx="85">
                  <c:v>1315</c:v>
                </c:pt>
                <c:pt idx="86">
                  <c:v>1314</c:v>
                </c:pt>
                <c:pt idx="87">
                  <c:v>1313</c:v>
                </c:pt>
                <c:pt idx="88">
                  <c:v>1312</c:v>
                </c:pt>
                <c:pt idx="89">
                  <c:v>1311</c:v>
                </c:pt>
                <c:pt idx="90">
                  <c:v>1310</c:v>
                </c:pt>
                <c:pt idx="91">
                  <c:v>1309</c:v>
                </c:pt>
                <c:pt idx="92">
                  <c:v>1308</c:v>
                </c:pt>
                <c:pt idx="93">
                  <c:v>1307</c:v>
                </c:pt>
                <c:pt idx="94">
                  <c:v>1306</c:v>
                </c:pt>
                <c:pt idx="95">
                  <c:v>1305</c:v>
                </c:pt>
                <c:pt idx="96">
                  <c:v>1304</c:v>
                </c:pt>
                <c:pt idx="97">
                  <c:v>1303</c:v>
                </c:pt>
                <c:pt idx="98">
                  <c:v>1302</c:v>
                </c:pt>
                <c:pt idx="99">
                  <c:v>1301</c:v>
                </c:pt>
                <c:pt idx="100">
                  <c:v>1300</c:v>
                </c:pt>
                <c:pt idx="101">
                  <c:v>1299</c:v>
                </c:pt>
                <c:pt idx="102">
                  <c:v>1298</c:v>
                </c:pt>
                <c:pt idx="103">
                  <c:v>1297</c:v>
                </c:pt>
                <c:pt idx="104">
                  <c:v>1296</c:v>
                </c:pt>
                <c:pt idx="105">
                  <c:v>1295</c:v>
                </c:pt>
                <c:pt idx="106">
                  <c:v>1294</c:v>
                </c:pt>
                <c:pt idx="107">
                  <c:v>1293</c:v>
                </c:pt>
                <c:pt idx="108">
                  <c:v>1292</c:v>
                </c:pt>
                <c:pt idx="109">
                  <c:v>1291</c:v>
                </c:pt>
                <c:pt idx="110">
                  <c:v>1290</c:v>
                </c:pt>
                <c:pt idx="111">
                  <c:v>1289</c:v>
                </c:pt>
                <c:pt idx="112">
                  <c:v>1288</c:v>
                </c:pt>
                <c:pt idx="113">
                  <c:v>1287</c:v>
                </c:pt>
                <c:pt idx="114">
                  <c:v>1286</c:v>
                </c:pt>
                <c:pt idx="115">
                  <c:v>1285</c:v>
                </c:pt>
                <c:pt idx="116">
                  <c:v>1284</c:v>
                </c:pt>
                <c:pt idx="117">
                  <c:v>1283</c:v>
                </c:pt>
                <c:pt idx="118">
                  <c:v>1282</c:v>
                </c:pt>
                <c:pt idx="119">
                  <c:v>1281</c:v>
                </c:pt>
                <c:pt idx="120">
                  <c:v>1280</c:v>
                </c:pt>
                <c:pt idx="121">
                  <c:v>1279</c:v>
                </c:pt>
                <c:pt idx="122">
                  <c:v>1278</c:v>
                </c:pt>
                <c:pt idx="123">
                  <c:v>1277</c:v>
                </c:pt>
                <c:pt idx="124">
                  <c:v>1276</c:v>
                </c:pt>
                <c:pt idx="125">
                  <c:v>1275</c:v>
                </c:pt>
                <c:pt idx="126">
                  <c:v>1274</c:v>
                </c:pt>
                <c:pt idx="127">
                  <c:v>1273</c:v>
                </c:pt>
                <c:pt idx="128">
                  <c:v>1272</c:v>
                </c:pt>
                <c:pt idx="129">
                  <c:v>1271</c:v>
                </c:pt>
                <c:pt idx="130">
                  <c:v>1270</c:v>
                </c:pt>
                <c:pt idx="131">
                  <c:v>1269</c:v>
                </c:pt>
                <c:pt idx="132">
                  <c:v>1268</c:v>
                </c:pt>
                <c:pt idx="133">
                  <c:v>1267</c:v>
                </c:pt>
                <c:pt idx="134">
                  <c:v>1266</c:v>
                </c:pt>
                <c:pt idx="135">
                  <c:v>1265</c:v>
                </c:pt>
                <c:pt idx="136">
                  <c:v>1264</c:v>
                </c:pt>
                <c:pt idx="137">
                  <c:v>1263</c:v>
                </c:pt>
                <c:pt idx="138">
                  <c:v>1262</c:v>
                </c:pt>
                <c:pt idx="139">
                  <c:v>1261</c:v>
                </c:pt>
                <c:pt idx="140">
                  <c:v>1260</c:v>
                </c:pt>
                <c:pt idx="141">
                  <c:v>1259</c:v>
                </c:pt>
                <c:pt idx="142">
                  <c:v>1258</c:v>
                </c:pt>
                <c:pt idx="143">
                  <c:v>1257</c:v>
                </c:pt>
                <c:pt idx="144">
                  <c:v>1256</c:v>
                </c:pt>
                <c:pt idx="145">
                  <c:v>1255</c:v>
                </c:pt>
                <c:pt idx="146">
                  <c:v>1254</c:v>
                </c:pt>
                <c:pt idx="147">
                  <c:v>1253</c:v>
                </c:pt>
                <c:pt idx="148">
                  <c:v>1252</c:v>
                </c:pt>
                <c:pt idx="149">
                  <c:v>1251</c:v>
                </c:pt>
                <c:pt idx="150">
                  <c:v>1250</c:v>
                </c:pt>
                <c:pt idx="151">
                  <c:v>1249</c:v>
                </c:pt>
                <c:pt idx="152">
                  <c:v>1248</c:v>
                </c:pt>
                <c:pt idx="153">
                  <c:v>1247</c:v>
                </c:pt>
                <c:pt idx="154">
                  <c:v>1246</c:v>
                </c:pt>
                <c:pt idx="155">
                  <c:v>1245</c:v>
                </c:pt>
                <c:pt idx="156">
                  <c:v>1244</c:v>
                </c:pt>
                <c:pt idx="157">
                  <c:v>1243</c:v>
                </c:pt>
                <c:pt idx="158">
                  <c:v>1242</c:v>
                </c:pt>
                <c:pt idx="159">
                  <c:v>1241</c:v>
                </c:pt>
                <c:pt idx="160">
                  <c:v>1240</c:v>
                </c:pt>
                <c:pt idx="161">
                  <c:v>1239</c:v>
                </c:pt>
                <c:pt idx="162">
                  <c:v>1238</c:v>
                </c:pt>
                <c:pt idx="163">
                  <c:v>1237</c:v>
                </c:pt>
                <c:pt idx="164">
                  <c:v>1236</c:v>
                </c:pt>
                <c:pt idx="165">
                  <c:v>1235</c:v>
                </c:pt>
                <c:pt idx="166">
                  <c:v>1234</c:v>
                </c:pt>
                <c:pt idx="167">
                  <c:v>1233</c:v>
                </c:pt>
                <c:pt idx="168">
                  <c:v>1232</c:v>
                </c:pt>
                <c:pt idx="169">
                  <c:v>1231</c:v>
                </c:pt>
                <c:pt idx="170">
                  <c:v>1230</c:v>
                </c:pt>
                <c:pt idx="171">
                  <c:v>1229</c:v>
                </c:pt>
                <c:pt idx="172">
                  <c:v>1228</c:v>
                </c:pt>
                <c:pt idx="173">
                  <c:v>1227</c:v>
                </c:pt>
                <c:pt idx="174">
                  <c:v>1226</c:v>
                </c:pt>
                <c:pt idx="175">
                  <c:v>1225</c:v>
                </c:pt>
                <c:pt idx="176">
                  <c:v>1224</c:v>
                </c:pt>
                <c:pt idx="177">
                  <c:v>1223</c:v>
                </c:pt>
                <c:pt idx="178">
                  <c:v>1222</c:v>
                </c:pt>
                <c:pt idx="179">
                  <c:v>1221</c:v>
                </c:pt>
                <c:pt idx="180">
                  <c:v>1220</c:v>
                </c:pt>
                <c:pt idx="181">
                  <c:v>1219</c:v>
                </c:pt>
                <c:pt idx="182">
                  <c:v>1218</c:v>
                </c:pt>
                <c:pt idx="183">
                  <c:v>1217</c:v>
                </c:pt>
                <c:pt idx="184">
                  <c:v>1216</c:v>
                </c:pt>
                <c:pt idx="185">
                  <c:v>1215</c:v>
                </c:pt>
                <c:pt idx="186">
                  <c:v>1214</c:v>
                </c:pt>
                <c:pt idx="187">
                  <c:v>1213</c:v>
                </c:pt>
                <c:pt idx="188">
                  <c:v>1212</c:v>
                </c:pt>
                <c:pt idx="189">
                  <c:v>1211</c:v>
                </c:pt>
                <c:pt idx="190">
                  <c:v>1210</c:v>
                </c:pt>
                <c:pt idx="191">
                  <c:v>1209</c:v>
                </c:pt>
                <c:pt idx="192">
                  <c:v>1208</c:v>
                </c:pt>
                <c:pt idx="193">
                  <c:v>1207</c:v>
                </c:pt>
                <c:pt idx="194">
                  <c:v>1206</c:v>
                </c:pt>
                <c:pt idx="195">
                  <c:v>1205</c:v>
                </c:pt>
                <c:pt idx="196">
                  <c:v>1204</c:v>
                </c:pt>
                <c:pt idx="197">
                  <c:v>1203</c:v>
                </c:pt>
                <c:pt idx="198">
                  <c:v>1202</c:v>
                </c:pt>
                <c:pt idx="199">
                  <c:v>1201</c:v>
                </c:pt>
                <c:pt idx="200">
                  <c:v>1200</c:v>
                </c:pt>
                <c:pt idx="201">
                  <c:v>1199</c:v>
                </c:pt>
                <c:pt idx="202">
                  <c:v>1198</c:v>
                </c:pt>
                <c:pt idx="203">
                  <c:v>1197</c:v>
                </c:pt>
                <c:pt idx="204">
                  <c:v>1196</c:v>
                </c:pt>
                <c:pt idx="205">
                  <c:v>1195</c:v>
                </c:pt>
                <c:pt idx="206">
                  <c:v>1194</c:v>
                </c:pt>
                <c:pt idx="207">
                  <c:v>1193</c:v>
                </c:pt>
                <c:pt idx="208">
                  <c:v>1192</c:v>
                </c:pt>
                <c:pt idx="209">
                  <c:v>1191</c:v>
                </c:pt>
                <c:pt idx="210">
                  <c:v>1190</c:v>
                </c:pt>
                <c:pt idx="211">
                  <c:v>1189</c:v>
                </c:pt>
                <c:pt idx="212">
                  <c:v>1188</c:v>
                </c:pt>
                <c:pt idx="213">
                  <c:v>1187</c:v>
                </c:pt>
                <c:pt idx="214">
                  <c:v>1186</c:v>
                </c:pt>
                <c:pt idx="215">
                  <c:v>1185</c:v>
                </c:pt>
                <c:pt idx="216">
                  <c:v>1184</c:v>
                </c:pt>
                <c:pt idx="217">
                  <c:v>1183</c:v>
                </c:pt>
                <c:pt idx="218">
                  <c:v>1182</c:v>
                </c:pt>
                <c:pt idx="219">
                  <c:v>1181</c:v>
                </c:pt>
                <c:pt idx="220">
                  <c:v>1180</c:v>
                </c:pt>
                <c:pt idx="221">
                  <c:v>1179</c:v>
                </c:pt>
                <c:pt idx="222">
                  <c:v>1178</c:v>
                </c:pt>
                <c:pt idx="223">
                  <c:v>1177</c:v>
                </c:pt>
                <c:pt idx="224">
                  <c:v>1176</c:v>
                </c:pt>
                <c:pt idx="225">
                  <c:v>1175</c:v>
                </c:pt>
                <c:pt idx="226">
                  <c:v>1174</c:v>
                </c:pt>
                <c:pt idx="227">
                  <c:v>1173</c:v>
                </c:pt>
                <c:pt idx="228">
                  <c:v>1172</c:v>
                </c:pt>
                <c:pt idx="229">
                  <c:v>1171</c:v>
                </c:pt>
                <c:pt idx="230">
                  <c:v>1170</c:v>
                </c:pt>
                <c:pt idx="231">
                  <c:v>1169</c:v>
                </c:pt>
                <c:pt idx="232">
                  <c:v>1168</c:v>
                </c:pt>
                <c:pt idx="233">
                  <c:v>1167</c:v>
                </c:pt>
                <c:pt idx="234">
                  <c:v>1166</c:v>
                </c:pt>
                <c:pt idx="235">
                  <c:v>1165</c:v>
                </c:pt>
                <c:pt idx="236">
                  <c:v>1164</c:v>
                </c:pt>
                <c:pt idx="237">
                  <c:v>1163</c:v>
                </c:pt>
                <c:pt idx="238">
                  <c:v>1162</c:v>
                </c:pt>
                <c:pt idx="239">
                  <c:v>1161</c:v>
                </c:pt>
                <c:pt idx="240">
                  <c:v>1160</c:v>
                </c:pt>
                <c:pt idx="241">
                  <c:v>1159</c:v>
                </c:pt>
                <c:pt idx="242">
                  <c:v>1158</c:v>
                </c:pt>
                <c:pt idx="243">
                  <c:v>1157</c:v>
                </c:pt>
                <c:pt idx="244">
                  <c:v>1156</c:v>
                </c:pt>
                <c:pt idx="245">
                  <c:v>1155</c:v>
                </c:pt>
                <c:pt idx="246">
                  <c:v>1154</c:v>
                </c:pt>
                <c:pt idx="247">
                  <c:v>1153</c:v>
                </c:pt>
                <c:pt idx="248">
                  <c:v>1152</c:v>
                </c:pt>
                <c:pt idx="249">
                  <c:v>1151</c:v>
                </c:pt>
                <c:pt idx="250">
                  <c:v>1150</c:v>
                </c:pt>
                <c:pt idx="251">
                  <c:v>1149</c:v>
                </c:pt>
                <c:pt idx="252">
                  <c:v>1148</c:v>
                </c:pt>
                <c:pt idx="253">
                  <c:v>1147</c:v>
                </c:pt>
                <c:pt idx="254">
                  <c:v>1146</c:v>
                </c:pt>
                <c:pt idx="255">
                  <c:v>1145</c:v>
                </c:pt>
                <c:pt idx="256">
                  <c:v>1144</c:v>
                </c:pt>
                <c:pt idx="257">
                  <c:v>1143</c:v>
                </c:pt>
                <c:pt idx="258">
                  <c:v>1142</c:v>
                </c:pt>
                <c:pt idx="259">
                  <c:v>1141</c:v>
                </c:pt>
                <c:pt idx="260">
                  <c:v>1140</c:v>
                </c:pt>
                <c:pt idx="261">
                  <c:v>1139</c:v>
                </c:pt>
                <c:pt idx="262">
                  <c:v>1138</c:v>
                </c:pt>
                <c:pt idx="263">
                  <c:v>1137</c:v>
                </c:pt>
                <c:pt idx="264">
                  <c:v>1136</c:v>
                </c:pt>
                <c:pt idx="265">
                  <c:v>1135</c:v>
                </c:pt>
                <c:pt idx="266">
                  <c:v>1134</c:v>
                </c:pt>
                <c:pt idx="267">
                  <c:v>1133</c:v>
                </c:pt>
                <c:pt idx="268">
                  <c:v>1132</c:v>
                </c:pt>
                <c:pt idx="269">
                  <c:v>1131</c:v>
                </c:pt>
                <c:pt idx="270">
                  <c:v>1130</c:v>
                </c:pt>
                <c:pt idx="271">
                  <c:v>1129</c:v>
                </c:pt>
                <c:pt idx="272">
                  <c:v>1128</c:v>
                </c:pt>
                <c:pt idx="273">
                  <c:v>1127</c:v>
                </c:pt>
                <c:pt idx="274">
                  <c:v>1126</c:v>
                </c:pt>
                <c:pt idx="275">
                  <c:v>1125</c:v>
                </c:pt>
                <c:pt idx="276">
                  <c:v>1124</c:v>
                </c:pt>
                <c:pt idx="277">
                  <c:v>1123</c:v>
                </c:pt>
                <c:pt idx="278">
                  <c:v>1122</c:v>
                </c:pt>
                <c:pt idx="279">
                  <c:v>1121</c:v>
                </c:pt>
                <c:pt idx="280">
                  <c:v>1120</c:v>
                </c:pt>
                <c:pt idx="281">
                  <c:v>1119</c:v>
                </c:pt>
                <c:pt idx="282">
                  <c:v>1118</c:v>
                </c:pt>
                <c:pt idx="283">
                  <c:v>1117</c:v>
                </c:pt>
                <c:pt idx="284">
                  <c:v>1116</c:v>
                </c:pt>
                <c:pt idx="285">
                  <c:v>1115</c:v>
                </c:pt>
                <c:pt idx="286">
                  <c:v>1114</c:v>
                </c:pt>
                <c:pt idx="287">
                  <c:v>1113</c:v>
                </c:pt>
                <c:pt idx="288">
                  <c:v>1112</c:v>
                </c:pt>
                <c:pt idx="289">
                  <c:v>1111</c:v>
                </c:pt>
                <c:pt idx="290">
                  <c:v>1110</c:v>
                </c:pt>
                <c:pt idx="291">
                  <c:v>1109</c:v>
                </c:pt>
                <c:pt idx="292">
                  <c:v>1108</c:v>
                </c:pt>
                <c:pt idx="293">
                  <c:v>1107</c:v>
                </c:pt>
                <c:pt idx="294">
                  <c:v>1106</c:v>
                </c:pt>
                <c:pt idx="295">
                  <c:v>1105</c:v>
                </c:pt>
                <c:pt idx="296">
                  <c:v>1104</c:v>
                </c:pt>
                <c:pt idx="297">
                  <c:v>1103</c:v>
                </c:pt>
                <c:pt idx="298">
                  <c:v>1102</c:v>
                </c:pt>
                <c:pt idx="299">
                  <c:v>1101</c:v>
                </c:pt>
                <c:pt idx="300">
                  <c:v>1100</c:v>
                </c:pt>
                <c:pt idx="301">
                  <c:v>1099</c:v>
                </c:pt>
                <c:pt idx="302">
                  <c:v>1098</c:v>
                </c:pt>
                <c:pt idx="303">
                  <c:v>1097</c:v>
                </c:pt>
                <c:pt idx="304">
                  <c:v>1096</c:v>
                </c:pt>
                <c:pt idx="305">
                  <c:v>1095</c:v>
                </c:pt>
                <c:pt idx="306">
                  <c:v>1094</c:v>
                </c:pt>
                <c:pt idx="307">
                  <c:v>1093</c:v>
                </c:pt>
                <c:pt idx="308">
                  <c:v>1092</c:v>
                </c:pt>
                <c:pt idx="309">
                  <c:v>1091</c:v>
                </c:pt>
                <c:pt idx="310">
                  <c:v>1090</c:v>
                </c:pt>
                <c:pt idx="311">
                  <c:v>1089</c:v>
                </c:pt>
                <c:pt idx="312">
                  <c:v>1088</c:v>
                </c:pt>
                <c:pt idx="313">
                  <c:v>1087</c:v>
                </c:pt>
                <c:pt idx="314">
                  <c:v>1086</c:v>
                </c:pt>
                <c:pt idx="315">
                  <c:v>1085</c:v>
                </c:pt>
                <c:pt idx="316">
                  <c:v>1084</c:v>
                </c:pt>
                <c:pt idx="317">
                  <c:v>1083</c:v>
                </c:pt>
                <c:pt idx="318">
                  <c:v>1082</c:v>
                </c:pt>
                <c:pt idx="319">
                  <c:v>1081</c:v>
                </c:pt>
                <c:pt idx="320">
                  <c:v>1080</c:v>
                </c:pt>
                <c:pt idx="321">
                  <c:v>1079</c:v>
                </c:pt>
                <c:pt idx="322">
                  <c:v>1078</c:v>
                </c:pt>
                <c:pt idx="323">
                  <c:v>1077</c:v>
                </c:pt>
                <c:pt idx="324">
                  <c:v>1076</c:v>
                </c:pt>
                <c:pt idx="325">
                  <c:v>1075</c:v>
                </c:pt>
                <c:pt idx="326">
                  <c:v>1074</c:v>
                </c:pt>
                <c:pt idx="327">
                  <c:v>1073</c:v>
                </c:pt>
                <c:pt idx="328">
                  <c:v>1072</c:v>
                </c:pt>
                <c:pt idx="329">
                  <c:v>1071</c:v>
                </c:pt>
                <c:pt idx="330">
                  <c:v>1070</c:v>
                </c:pt>
                <c:pt idx="331">
                  <c:v>1069</c:v>
                </c:pt>
                <c:pt idx="332">
                  <c:v>1068</c:v>
                </c:pt>
                <c:pt idx="333">
                  <c:v>1067</c:v>
                </c:pt>
                <c:pt idx="334">
                  <c:v>1066</c:v>
                </c:pt>
                <c:pt idx="335">
                  <c:v>1065</c:v>
                </c:pt>
                <c:pt idx="336">
                  <c:v>1064</c:v>
                </c:pt>
                <c:pt idx="337">
                  <c:v>1063</c:v>
                </c:pt>
                <c:pt idx="338">
                  <c:v>1062</c:v>
                </c:pt>
                <c:pt idx="339">
                  <c:v>1061</c:v>
                </c:pt>
                <c:pt idx="340">
                  <c:v>1060</c:v>
                </c:pt>
                <c:pt idx="341">
                  <c:v>1059</c:v>
                </c:pt>
                <c:pt idx="342">
                  <c:v>1058</c:v>
                </c:pt>
                <c:pt idx="343">
                  <c:v>1057</c:v>
                </c:pt>
                <c:pt idx="344">
                  <c:v>1056</c:v>
                </c:pt>
                <c:pt idx="345">
                  <c:v>1055</c:v>
                </c:pt>
                <c:pt idx="346">
                  <c:v>1054</c:v>
                </c:pt>
                <c:pt idx="347">
                  <c:v>1053</c:v>
                </c:pt>
                <c:pt idx="348">
                  <c:v>1052</c:v>
                </c:pt>
                <c:pt idx="349">
                  <c:v>1051</c:v>
                </c:pt>
                <c:pt idx="350">
                  <c:v>1050</c:v>
                </c:pt>
                <c:pt idx="351">
                  <c:v>1049</c:v>
                </c:pt>
                <c:pt idx="352">
                  <c:v>1048</c:v>
                </c:pt>
                <c:pt idx="353">
                  <c:v>1047</c:v>
                </c:pt>
                <c:pt idx="354">
                  <c:v>1046</c:v>
                </c:pt>
                <c:pt idx="355">
                  <c:v>1045</c:v>
                </c:pt>
                <c:pt idx="356">
                  <c:v>1044</c:v>
                </c:pt>
                <c:pt idx="357">
                  <c:v>1043</c:v>
                </c:pt>
                <c:pt idx="358">
                  <c:v>1042</c:v>
                </c:pt>
                <c:pt idx="359">
                  <c:v>1041</c:v>
                </c:pt>
                <c:pt idx="360">
                  <c:v>1040</c:v>
                </c:pt>
                <c:pt idx="361">
                  <c:v>1039</c:v>
                </c:pt>
                <c:pt idx="362">
                  <c:v>1038</c:v>
                </c:pt>
                <c:pt idx="363">
                  <c:v>1037</c:v>
                </c:pt>
                <c:pt idx="364">
                  <c:v>1036</c:v>
                </c:pt>
                <c:pt idx="365">
                  <c:v>1035</c:v>
                </c:pt>
                <c:pt idx="366">
                  <c:v>1034</c:v>
                </c:pt>
                <c:pt idx="367">
                  <c:v>1033</c:v>
                </c:pt>
                <c:pt idx="368">
                  <c:v>1032</c:v>
                </c:pt>
                <c:pt idx="369">
                  <c:v>1031</c:v>
                </c:pt>
                <c:pt idx="370">
                  <c:v>1030</c:v>
                </c:pt>
                <c:pt idx="371">
                  <c:v>1029</c:v>
                </c:pt>
                <c:pt idx="372">
                  <c:v>1028</c:v>
                </c:pt>
                <c:pt idx="373">
                  <c:v>1027</c:v>
                </c:pt>
                <c:pt idx="374">
                  <c:v>1026</c:v>
                </c:pt>
                <c:pt idx="375">
                  <c:v>1025</c:v>
                </c:pt>
                <c:pt idx="376">
                  <c:v>1024</c:v>
                </c:pt>
                <c:pt idx="377">
                  <c:v>1023</c:v>
                </c:pt>
                <c:pt idx="378">
                  <c:v>1022</c:v>
                </c:pt>
                <c:pt idx="379">
                  <c:v>1021</c:v>
                </c:pt>
                <c:pt idx="380">
                  <c:v>1020</c:v>
                </c:pt>
                <c:pt idx="381">
                  <c:v>1019</c:v>
                </c:pt>
                <c:pt idx="382">
                  <c:v>1018</c:v>
                </c:pt>
                <c:pt idx="383">
                  <c:v>1017</c:v>
                </c:pt>
                <c:pt idx="384">
                  <c:v>1016</c:v>
                </c:pt>
                <c:pt idx="385">
                  <c:v>1015</c:v>
                </c:pt>
                <c:pt idx="386">
                  <c:v>1014</c:v>
                </c:pt>
                <c:pt idx="387">
                  <c:v>1013</c:v>
                </c:pt>
                <c:pt idx="388">
                  <c:v>1012</c:v>
                </c:pt>
                <c:pt idx="389">
                  <c:v>1011</c:v>
                </c:pt>
                <c:pt idx="390">
                  <c:v>1010</c:v>
                </c:pt>
                <c:pt idx="391">
                  <c:v>1009</c:v>
                </c:pt>
                <c:pt idx="392">
                  <c:v>1008</c:v>
                </c:pt>
                <c:pt idx="393">
                  <c:v>1007</c:v>
                </c:pt>
                <c:pt idx="394">
                  <c:v>1006</c:v>
                </c:pt>
                <c:pt idx="395">
                  <c:v>1005</c:v>
                </c:pt>
                <c:pt idx="396">
                  <c:v>1004</c:v>
                </c:pt>
                <c:pt idx="397">
                  <c:v>1003</c:v>
                </c:pt>
                <c:pt idx="398">
                  <c:v>1002</c:v>
                </c:pt>
                <c:pt idx="399">
                  <c:v>1001</c:v>
                </c:pt>
                <c:pt idx="400">
                  <c:v>1000</c:v>
                </c:pt>
                <c:pt idx="401">
                  <c:v>999</c:v>
                </c:pt>
                <c:pt idx="402">
                  <c:v>998</c:v>
                </c:pt>
                <c:pt idx="403">
                  <c:v>997</c:v>
                </c:pt>
                <c:pt idx="404">
                  <c:v>996</c:v>
                </c:pt>
                <c:pt idx="405">
                  <c:v>995</c:v>
                </c:pt>
                <c:pt idx="406">
                  <c:v>994</c:v>
                </c:pt>
                <c:pt idx="407">
                  <c:v>993</c:v>
                </c:pt>
                <c:pt idx="408">
                  <c:v>992</c:v>
                </c:pt>
                <c:pt idx="409">
                  <c:v>991</c:v>
                </c:pt>
                <c:pt idx="410">
                  <c:v>990</c:v>
                </c:pt>
                <c:pt idx="411">
                  <c:v>989</c:v>
                </c:pt>
                <c:pt idx="412">
                  <c:v>988</c:v>
                </c:pt>
                <c:pt idx="413">
                  <c:v>987</c:v>
                </c:pt>
                <c:pt idx="414">
                  <c:v>986</c:v>
                </c:pt>
                <c:pt idx="415">
                  <c:v>985</c:v>
                </c:pt>
                <c:pt idx="416">
                  <c:v>984</c:v>
                </c:pt>
                <c:pt idx="417">
                  <c:v>983</c:v>
                </c:pt>
                <c:pt idx="418">
                  <c:v>982</c:v>
                </c:pt>
                <c:pt idx="419">
                  <c:v>981</c:v>
                </c:pt>
                <c:pt idx="420">
                  <c:v>980</c:v>
                </c:pt>
                <c:pt idx="421">
                  <c:v>979</c:v>
                </c:pt>
                <c:pt idx="422">
                  <c:v>978</c:v>
                </c:pt>
                <c:pt idx="423">
                  <c:v>977</c:v>
                </c:pt>
                <c:pt idx="424">
                  <c:v>976</c:v>
                </c:pt>
                <c:pt idx="425">
                  <c:v>975</c:v>
                </c:pt>
                <c:pt idx="426">
                  <c:v>974</c:v>
                </c:pt>
                <c:pt idx="427">
                  <c:v>973</c:v>
                </c:pt>
                <c:pt idx="428">
                  <c:v>972</c:v>
                </c:pt>
                <c:pt idx="429">
                  <c:v>971</c:v>
                </c:pt>
                <c:pt idx="430">
                  <c:v>970</c:v>
                </c:pt>
                <c:pt idx="431">
                  <c:v>969</c:v>
                </c:pt>
                <c:pt idx="432">
                  <c:v>968</c:v>
                </c:pt>
                <c:pt idx="433">
                  <c:v>967</c:v>
                </c:pt>
                <c:pt idx="434">
                  <c:v>966</c:v>
                </c:pt>
                <c:pt idx="435">
                  <c:v>965</c:v>
                </c:pt>
                <c:pt idx="436">
                  <c:v>964</c:v>
                </c:pt>
                <c:pt idx="437">
                  <c:v>963</c:v>
                </c:pt>
                <c:pt idx="438">
                  <c:v>962</c:v>
                </c:pt>
                <c:pt idx="439">
                  <c:v>961</c:v>
                </c:pt>
                <c:pt idx="440">
                  <c:v>960</c:v>
                </c:pt>
                <c:pt idx="441">
                  <c:v>959</c:v>
                </c:pt>
                <c:pt idx="442">
                  <c:v>958</c:v>
                </c:pt>
                <c:pt idx="443">
                  <c:v>957</c:v>
                </c:pt>
                <c:pt idx="444">
                  <c:v>956</c:v>
                </c:pt>
                <c:pt idx="445">
                  <c:v>955</c:v>
                </c:pt>
                <c:pt idx="446">
                  <c:v>954</c:v>
                </c:pt>
                <c:pt idx="447">
                  <c:v>953</c:v>
                </c:pt>
                <c:pt idx="448">
                  <c:v>952</c:v>
                </c:pt>
                <c:pt idx="449">
                  <c:v>951</c:v>
                </c:pt>
                <c:pt idx="450">
                  <c:v>950</c:v>
                </c:pt>
                <c:pt idx="451">
                  <c:v>949</c:v>
                </c:pt>
                <c:pt idx="452">
                  <c:v>948</c:v>
                </c:pt>
                <c:pt idx="453">
                  <c:v>947</c:v>
                </c:pt>
                <c:pt idx="454">
                  <c:v>946</c:v>
                </c:pt>
                <c:pt idx="455">
                  <c:v>945</c:v>
                </c:pt>
                <c:pt idx="456">
                  <c:v>944</c:v>
                </c:pt>
                <c:pt idx="457">
                  <c:v>943</c:v>
                </c:pt>
                <c:pt idx="458">
                  <c:v>942</c:v>
                </c:pt>
                <c:pt idx="459">
                  <c:v>941</c:v>
                </c:pt>
                <c:pt idx="460">
                  <c:v>940</c:v>
                </c:pt>
                <c:pt idx="461">
                  <c:v>939</c:v>
                </c:pt>
                <c:pt idx="462">
                  <c:v>938</c:v>
                </c:pt>
                <c:pt idx="463">
                  <c:v>937</c:v>
                </c:pt>
                <c:pt idx="464">
                  <c:v>936</c:v>
                </c:pt>
                <c:pt idx="465">
                  <c:v>935</c:v>
                </c:pt>
                <c:pt idx="466">
                  <c:v>934</c:v>
                </c:pt>
                <c:pt idx="467">
                  <c:v>933</c:v>
                </c:pt>
                <c:pt idx="468">
                  <c:v>932</c:v>
                </c:pt>
                <c:pt idx="469">
                  <c:v>931</c:v>
                </c:pt>
                <c:pt idx="470">
                  <c:v>930</c:v>
                </c:pt>
                <c:pt idx="471">
                  <c:v>929</c:v>
                </c:pt>
                <c:pt idx="472">
                  <c:v>928</c:v>
                </c:pt>
                <c:pt idx="473">
                  <c:v>927</c:v>
                </c:pt>
                <c:pt idx="474">
                  <c:v>926</c:v>
                </c:pt>
                <c:pt idx="475">
                  <c:v>925</c:v>
                </c:pt>
                <c:pt idx="476">
                  <c:v>924</c:v>
                </c:pt>
                <c:pt idx="477">
                  <c:v>923</c:v>
                </c:pt>
                <c:pt idx="478">
                  <c:v>922</c:v>
                </c:pt>
                <c:pt idx="479">
                  <c:v>921</c:v>
                </c:pt>
                <c:pt idx="480">
                  <c:v>920</c:v>
                </c:pt>
                <c:pt idx="481">
                  <c:v>919</c:v>
                </c:pt>
                <c:pt idx="482">
                  <c:v>918</c:v>
                </c:pt>
                <c:pt idx="483">
                  <c:v>917</c:v>
                </c:pt>
                <c:pt idx="484">
                  <c:v>916</c:v>
                </c:pt>
                <c:pt idx="485">
                  <c:v>915</c:v>
                </c:pt>
                <c:pt idx="486">
                  <c:v>914</c:v>
                </c:pt>
                <c:pt idx="487">
                  <c:v>913</c:v>
                </c:pt>
                <c:pt idx="488">
                  <c:v>912</c:v>
                </c:pt>
                <c:pt idx="489">
                  <c:v>911</c:v>
                </c:pt>
                <c:pt idx="490">
                  <c:v>910</c:v>
                </c:pt>
                <c:pt idx="491">
                  <c:v>909</c:v>
                </c:pt>
                <c:pt idx="492">
                  <c:v>908</c:v>
                </c:pt>
                <c:pt idx="493">
                  <c:v>907</c:v>
                </c:pt>
                <c:pt idx="494">
                  <c:v>906</c:v>
                </c:pt>
                <c:pt idx="495">
                  <c:v>905</c:v>
                </c:pt>
                <c:pt idx="496">
                  <c:v>904</c:v>
                </c:pt>
                <c:pt idx="497">
                  <c:v>903</c:v>
                </c:pt>
                <c:pt idx="498">
                  <c:v>902</c:v>
                </c:pt>
                <c:pt idx="499">
                  <c:v>901</c:v>
                </c:pt>
                <c:pt idx="500">
                  <c:v>900</c:v>
                </c:pt>
                <c:pt idx="501">
                  <c:v>899</c:v>
                </c:pt>
                <c:pt idx="502">
                  <c:v>898</c:v>
                </c:pt>
                <c:pt idx="503">
                  <c:v>897</c:v>
                </c:pt>
                <c:pt idx="504">
                  <c:v>896</c:v>
                </c:pt>
                <c:pt idx="505">
                  <c:v>895</c:v>
                </c:pt>
                <c:pt idx="506">
                  <c:v>894</c:v>
                </c:pt>
                <c:pt idx="507">
                  <c:v>893</c:v>
                </c:pt>
                <c:pt idx="508">
                  <c:v>892</c:v>
                </c:pt>
                <c:pt idx="509">
                  <c:v>891</c:v>
                </c:pt>
                <c:pt idx="510">
                  <c:v>890</c:v>
                </c:pt>
                <c:pt idx="511">
                  <c:v>889</c:v>
                </c:pt>
                <c:pt idx="512">
                  <c:v>888</c:v>
                </c:pt>
                <c:pt idx="513">
                  <c:v>887</c:v>
                </c:pt>
                <c:pt idx="514">
                  <c:v>886</c:v>
                </c:pt>
                <c:pt idx="515">
                  <c:v>885</c:v>
                </c:pt>
                <c:pt idx="516">
                  <c:v>884</c:v>
                </c:pt>
                <c:pt idx="517">
                  <c:v>883</c:v>
                </c:pt>
                <c:pt idx="518">
                  <c:v>882</c:v>
                </c:pt>
                <c:pt idx="519">
                  <c:v>881</c:v>
                </c:pt>
                <c:pt idx="520">
                  <c:v>880</c:v>
                </c:pt>
                <c:pt idx="521">
                  <c:v>879</c:v>
                </c:pt>
                <c:pt idx="522">
                  <c:v>878</c:v>
                </c:pt>
                <c:pt idx="523">
                  <c:v>877</c:v>
                </c:pt>
                <c:pt idx="524">
                  <c:v>876</c:v>
                </c:pt>
                <c:pt idx="525">
                  <c:v>875</c:v>
                </c:pt>
                <c:pt idx="526">
                  <c:v>874</c:v>
                </c:pt>
                <c:pt idx="527">
                  <c:v>873</c:v>
                </c:pt>
                <c:pt idx="528">
                  <c:v>872</c:v>
                </c:pt>
                <c:pt idx="529">
                  <c:v>871</c:v>
                </c:pt>
                <c:pt idx="530">
                  <c:v>870</c:v>
                </c:pt>
                <c:pt idx="531">
                  <c:v>869</c:v>
                </c:pt>
                <c:pt idx="532">
                  <c:v>868</c:v>
                </c:pt>
                <c:pt idx="533">
                  <c:v>867</c:v>
                </c:pt>
                <c:pt idx="534">
                  <c:v>866</c:v>
                </c:pt>
                <c:pt idx="535">
                  <c:v>865</c:v>
                </c:pt>
                <c:pt idx="536">
                  <c:v>864</c:v>
                </c:pt>
                <c:pt idx="537">
                  <c:v>863</c:v>
                </c:pt>
                <c:pt idx="538">
                  <c:v>862</c:v>
                </c:pt>
                <c:pt idx="539">
                  <c:v>861</c:v>
                </c:pt>
                <c:pt idx="540">
                  <c:v>860</c:v>
                </c:pt>
                <c:pt idx="541">
                  <c:v>859</c:v>
                </c:pt>
                <c:pt idx="542">
                  <c:v>858</c:v>
                </c:pt>
                <c:pt idx="543">
                  <c:v>857</c:v>
                </c:pt>
                <c:pt idx="544">
                  <c:v>856</c:v>
                </c:pt>
                <c:pt idx="545">
                  <c:v>855</c:v>
                </c:pt>
                <c:pt idx="546">
                  <c:v>854</c:v>
                </c:pt>
                <c:pt idx="547">
                  <c:v>853</c:v>
                </c:pt>
                <c:pt idx="548">
                  <c:v>852</c:v>
                </c:pt>
                <c:pt idx="549">
                  <c:v>851</c:v>
                </c:pt>
                <c:pt idx="550">
                  <c:v>850</c:v>
                </c:pt>
                <c:pt idx="551">
                  <c:v>849</c:v>
                </c:pt>
                <c:pt idx="552">
                  <c:v>848</c:v>
                </c:pt>
                <c:pt idx="553">
                  <c:v>847</c:v>
                </c:pt>
                <c:pt idx="554">
                  <c:v>846</c:v>
                </c:pt>
                <c:pt idx="555">
                  <c:v>845</c:v>
                </c:pt>
                <c:pt idx="556">
                  <c:v>844</c:v>
                </c:pt>
                <c:pt idx="557">
                  <c:v>843</c:v>
                </c:pt>
                <c:pt idx="558">
                  <c:v>842</c:v>
                </c:pt>
                <c:pt idx="559">
                  <c:v>841</c:v>
                </c:pt>
                <c:pt idx="560">
                  <c:v>840</c:v>
                </c:pt>
                <c:pt idx="561">
                  <c:v>839</c:v>
                </c:pt>
                <c:pt idx="562">
                  <c:v>838</c:v>
                </c:pt>
                <c:pt idx="563">
                  <c:v>837</c:v>
                </c:pt>
                <c:pt idx="564">
                  <c:v>836</c:v>
                </c:pt>
                <c:pt idx="565">
                  <c:v>835</c:v>
                </c:pt>
                <c:pt idx="566">
                  <c:v>834</c:v>
                </c:pt>
                <c:pt idx="567">
                  <c:v>833</c:v>
                </c:pt>
                <c:pt idx="568">
                  <c:v>832</c:v>
                </c:pt>
                <c:pt idx="569">
                  <c:v>831</c:v>
                </c:pt>
                <c:pt idx="570">
                  <c:v>830</c:v>
                </c:pt>
                <c:pt idx="571">
                  <c:v>829</c:v>
                </c:pt>
                <c:pt idx="572">
                  <c:v>828</c:v>
                </c:pt>
                <c:pt idx="573">
                  <c:v>827</c:v>
                </c:pt>
                <c:pt idx="574">
                  <c:v>826</c:v>
                </c:pt>
                <c:pt idx="575">
                  <c:v>825</c:v>
                </c:pt>
                <c:pt idx="576">
                  <c:v>824</c:v>
                </c:pt>
                <c:pt idx="577">
                  <c:v>823</c:v>
                </c:pt>
                <c:pt idx="578">
                  <c:v>822</c:v>
                </c:pt>
                <c:pt idx="579">
                  <c:v>821</c:v>
                </c:pt>
                <c:pt idx="580">
                  <c:v>820</c:v>
                </c:pt>
                <c:pt idx="581">
                  <c:v>819</c:v>
                </c:pt>
                <c:pt idx="582">
                  <c:v>818</c:v>
                </c:pt>
                <c:pt idx="583">
                  <c:v>817</c:v>
                </c:pt>
                <c:pt idx="584">
                  <c:v>816</c:v>
                </c:pt>
                <c:pt idx="585">
                  <c:v>815</c:v>
                </c:pt>
                <c:pt idx="586">
                  <c:v>814</c:v>
                </c:pt>
                <c:pt idx="587">
                  <c:v>813</c:v>
                </c:pt>
                <c:pt idx="588">
                  <c:v>812</c:v>
                </c:pt>
                <c:pt idx="589">
                  <c:v>811</c:v>
                </c:pt>
                <c:pt idx="590">
                  <c:v>810</c:v>
                </c:pt>
                <c:pt idx="591">
                  <c:v>809</c:v>
                </c:pt>
                <c:pt idx="592">
                  <c:v>808</c:v>
                </c:pt>
                <c:pt idx="593">
                  <c:v>807</c:v>
                </c:pt>
                <c:pt idx="594">
                  <c:v>806</c:v>
                </c:pt>
                <c:pt idx="595">
                  <c:v>805</c:v>
                </c:pt>
                <c:pt idx="596">
                  <c:v>804</c:v>
                </c:pt>
                <c:pt idx="597">
                  <c:v>803</c:v>
                </c:pt>
                <c:pt idx="598">
                  <c:v>802</c:v>
                </c:pt>
                <c:pt idx="599">
                  <c:v>801</c:v>
                </c:pt>
                <c:pt idx="600">
                  <c:v>800</c:v>
                </c:pt>
                <c:pt idx="601">
                  <c:v>799</c:v>
                </c:pt>
                <c:pt idx="602">
                  <c:v>798</c:v>
                </c:pt>
                <c:pt idx="603">
                  <c:v>797</c:v>
                </c:pt>
                <c:pt idx="604">
                  <c:v>796</c:v>
                </c:pt>
                <c:pt idx="605">
                  <c:v>795</c:v>
                </c:pt>
                <c:pt idx="606">
                  <c:v>794</c:v>
                </c:pt>
                <c:pt idx="607">
                  <c:v>793</c:v>
                </c:pt>
                <c:pt idx="608">
                  <c:v>792</c:v>
                </c:pt>
                <c:pt idx="609">
                  <c:v>791</c:v>
                </c:pt>
                <c:pt idx="610">
                  <c:v>790</c:v>
                </c:pt>
                <c:pt idx="611">
                  <c:v>789</c:v>
                </c:pt>
                <c:pt idx="612">
                  <c:v>788</c:v>
                </c:pt>
                <c:pt idx="613">
                  <c:v>787</c:v>
                </c:pt>
                <c:pt idx="614">
                  <c:v>786</c:v>
                </c:pt>
                <c:pt idx="615">
                  <c:v>785</c:v>
                </c:pt>
                <c:pt idx="616">
                  <c:v>784</c:v>
                </c:pt>
                <c:pt idx="617">
                  <c:v>783</c:v>
                </c:pt>
                <c:pt idx="618">
                  <c:v>782</c:v>
                </c:pt>
                <c:pt idx="619">
                  <c:v>781</c:v>
                </c:pt>
                <c:pt idx="620">
                  <c:v>780</c:v>
                </c:pt>
                <c:pt idx="621">
                  <c:v>779</c:v>
                </c:pt>
                <c:pt idx="622">
                  <c:v>778</c:v>
                </c:pt>
                <c:pt idx="623">
                  <c:v>777</c:v>
                </c:pt>
                <c:pt idx="624">
                  <c:v>776</c:v>
                </c:pt>
                <c:pt idx="625">
                  <c:v>775</c:v>
                </c:pt>
                <c:pt idx="626">
                  <c:v>774</c:v>
                </c:pt>
                <c:pt idx="627">
                  <c:v>773</c:v>
                </c:pt>
                <c:pt idx="628">
                  <c:v>772</c:v>
                </c:pt>
                <c:pt idx="629">
                  <c:v>771</c:v>
                </c:pt>
                <c:pt idx="630">
                  <c:v>770</c:v>
                </c:pt>
                <c:pt idx="631">
                  <c:v>769</c:v>
                </c:pt>
                <c:pt idx="632">
                  <c:v>768</c:v>
                </c:pt>
                <c:pt idx="633">
                  <c:v>767</c:v>
                </c:pt>
                <c:pt idx="634">
                  <c:v>766</c:v>
                </c:pt>
                <c:pt idx="635">
                  <c:v>765</c:v>
                </c:pt>
                <c:pt idx="636">
                  <c:v>764</c:v>
                </c:pt>
                <c:pt idx="637">
                  <c:v>763</c:v>
                </c:pt>
                <c:pt idx="638">
                  <c:v>762</c:v>
                </c:pt>
                <c:pt idx="639">
                  <c:v>761</c:v>
                </c:pt>
                <c:pt idx="640">
                  <c:v>760</c:v>
                </c:pt>
                <c:pt idx="641">
                  <c:v>759</c:v>
                </c:pt>
                <c:pt idx="642">
                  <c:v>758</c:v>
                </c:pt>
                <c:pt idx="643">
                  <c:v>757</c:v>
                </c:pt>
                <c:pt idx="644">
                  <c:v>756</c:v>
                </c:pt>
                <c:pt idx="645">
                  <c:v>755</c:v>
                </c:pt>
                <c:pt idx="646">
                  <c:v>754</c:v>
                </c:pt>
                <c:pt idx="647">
                  <c:v>753</c:v>
                </c:pt>
                <c:pt idx="648">
                  <c:v>752</c:v>
                </c:pt>
                <c:pt idx="649">
                  <c:v>751</c:v>
                </c:pt>
                <c:pt idx="650">
                  <c:v>750</c:v>
                </c:pt>
                <c:pt idx="651">
                  <c:v>749</c:v>
                </c:pt>
                <c:pt idx="652">
                  <c:v>748</c:v>
                </c:pt>
                <c:pt idx="653">
                  <c:v>747</c:v>
                </c:pt>
                <c:pt idx="654">
                  <c:v>746</c:v>
                </c:pt>
                <c:pt idx="655">
                  <c:v>745</c:v>
                </c:pt>
                <c:pt idx="656">
                  <c:v>744</c:v>
                </c:pt>
                <c:pt idx="657">
                  <c:v>743</c:v>
                </c:pt>
                <c:pt idx="658">
                  <c:v>742</c:v>
                </c:pt>
                <c:pt idx="659">
                  <c:v>741</c:v>
                </c:pt>
                <c:pt idx="660">
                  <c:v>740</c:v>
                </c:pt>
                <c:pt idx="661">
                  <c:v>739</c:v>
                </c:pt>
                <c:pt idx="662">
                  <c:v>738</c:v>
                </c:pt>
                <c:pt idx="663">
                  <c:v>737</c:v>
                </c:pt>
                <c:pt idx="664">
                  <c:v>736</c:v>
                </c:pt>
                <c:pt idx="665">
                  <c:v>735</c:v>
                </c:pt>
                <c:pt idx="666">
                  <c:v>734</c:v>
                </c:pt>
                <c:pt idx="667">
                  <c:v>733</c:v>
                </c:pt>
                <c:pt idx="668">
                  <c:v>732</c:v>
                </c:pt>
                <c:pt idx="669">
                  <c:v>731</c:v>
                </c:pt>
                <c:pt idx="670">
                  <c:v>730</c:v>
                </c:pt>
                <c:pt idx="671">
                  <c:v>729</c:v>
                </c:pt>
                <c:pt idx="672">
                  <c:v>728</c:v>
                </c:pt>
                <c:pt idx="673">
                  <c:v>727</c:v>
                </c:pt>
                <c:pt idx="674">
                  <c:v>726</c:v>
                </c:pt>
                <c:pt idx="675">
                  <c:v>725</c:v>
                </c:pt>
                <c:pt idx="676">
                  <c:v>724</c:v>
                </c:pt>
                <c:pt idx="677">
                  <c:v>723</c:v>
                </c:pt>
                <c:pt idx="678">
                  <c:v>722</c:v>
                </c:pt>
                <c:pt idx="679">
                  <c:v>721</c:v>
                </c:pt>
                <c:pt idx="680">
                  <c:v>720</c:v>
                </c:pt>
                <c:pt idx="681">
                  <c:v>719</c:v>
                </c:pt>
                <c:pt idx="682">
                  <c:v>718</c:v>
                </c:pt>
                <c:pt idx="683">
                  <c:v>717</c:v>
                </c:pt>
                <c:pt idx="684">
                  <c:v>716</c:v>
                </c:pt>
                <c:pt idx="685">
                  <c:v>715</c:v>
                </c:pt>
                <c:pt idx="686">
                  <c:v>714</c:v>
                </c:pt>
                <c:pt idx="687">
                  <c:v>713</c:v>
                </c:pt>
                <c:pt idx="688">
                  <c:v>712</c:v>
                </c:pt>
                <c:pt idx="689">
                  <c:v>711</c:v>
                </c:pt>
                <c:pt idx="690">
                  <c:v>710</c:v>
                </c:pt>
                <c:pt idx="691">
                  <c:v>709</c:v>
                </c:pt>
                <c:pt idx="692">
                  <c:v>708</c:v>
                </c:pt>
                <c:pt idx="693">
                  <c:v>707</c:v>
                </c:pt>
                <c:pt idx="694">
                  <c:v>706</c:v>
                </c:pt>
                <c:pt idx="695">
                  <c:v>705</c:v>
                </c:pt>
                <c:pt idx="696">
                  <c:v>704</c:v>
                </c:pt>
                <c:pt idx="697">
                  <c:v>703</c:v>
                </c:pt>
                <c:pt idx="698">
                  <c:v>702</c:v>
                </c:pt>
                <c:pt idx="699">
                  <c:v>701</c:v>
                </c:pt>
                <c:pt idx="700">
                  <c:v>700</c:v>
                </c:pt>
                <c:pt idx="701">
                  <c:v>699</c:v>
                </c:pt>
                <c:pt idx="702">
                  <c:v>698</c:v>
                </c:pt>
                <c:pt idx="703">
                  <c:v>697</c:v>
                </c:pt>
                <c:pt idx="704">
                  <c:v>696</c:v>
                </c:pt>
                <c:pt idx="705">
                  <c:v>695</c:v>
                </c:pt>
                <c:pt idx="706">
                  <c:v>694</c:v>
                </c:pt>
                <c:pt idx="707">
                  <c:v>693</c:v>
                </c:pt>
                <c:pt idx="708">
                  <c:v>692</c:v>
                </c:pt>
                <c:pt idx="709">
                  <c:v>691</c:v>
                </c:pt>
                <c:pt idx="710">
                  <c:v>690</c:v>
                </c:pt>
                <c:pt idx="711">
                  <c:v>689</c:v>
                </c:pt>
                <c:pt idx="712">
                  <c:v>688</c:v>
                </c:pt>
                <c:pt idx="713">
                  <c:v>687</c:v>
                </c:pt>
                <c:pt idx="714">
                  <c:v>686</c:v>
                </c:pt>
                <c:pt idx="715">
                  <c:v>685</c:v>
                </c:pt>
                <c:pt idx="716">
                  <c:v>684</c:v>
                </c:pt>
                <c:pt idx="717">
                  <c:v>683</c:v>
                </c:pt>
                <c:pt idx="718">
                  <c:v>682</c:v>
                </c:pt>
                <c:pt idx="719">
                  <c:v>681</c:v>
                </c:pt>
                <c:pt idx="720">
                  <c:v>680</c:v>
                </c:pt>
                <c:pt idx="721">
                  <c:v>679</c:v>
                </c:pt>
                <c:pt idx="722">
                  <c:v>678</c:v>
                </c:pt>
                <c:pt idx="723">
                  <c:v>677</c:v>
                </c:pt>
                <c:pt idx="724">
                  <c:v>676</c:v>
                </c:pt>
                <c:pt idx="725">
                  <c:v>675</c:v>
                </c:pt>
                <c:pt idx="726">
                  <c:v>674</c:v>
                </c:pt>
                <c:pt idx="727">
                  <c:v>673</c:v>
                </c:pt>
                <c:pt idx="728">
                  <c:v>672</c:v>
                </c:pt>
                <c:pt idx="729">
                  <c:v>671</c:v>
                </c:pt>
                <c:pt idx="730">
                  <c:v>670</c:v>
                </c:pt>
                <c:pt idx="731">
                  <c:v>669</c:v>
                </c:pt>
                <c:pt idx="732">
                  <c:v>668</c:v>
                </c:pt>
                <c:pt idx="733">
                  <c:v>667</c:v>
                </c:pt>
                <c:pt idx="734">
                  <c:v>666</c:v>
                </c:pt>
                <c:pt idx="735">
                  <c:v>665</c:v>
                </c:pt>
                <c:pt idx="736">
                  <c:v>664</c:v>
                </c:pt>
                <c:pt idx="737">
                  <c:v>663</c:v>
                </c:pt>
                <c:pt idx="738">
                  <c:v>662</c:v>
                </c:pt>
                <c:pt idx="739">
                  <c:v>661</c:v>
                </c:pt>
                <c:pt idx="740">
                  <c:v>660</c:v>
                </c:pt>
                <c:pt idx="741">
                  <c:v>659</c:v>
                </c:pt>
                <c:pt idx="742">
                  <c:v>658</c:v>
                </c:pt>
                <c:pt idx="743">
                  <c:v>657</c:v>
                </c:pt>
                <c:pt idx="744">
                  <c:v>656</c:v>
                </c:pt>
                <c:pt idx="745">
                  <c:v>655</c:v>
                </c:pt>
                <c:pt idx="746">
                  <c:v>654</c:v>
                </c:pt>
                <c:pt idx="747">
                  <c:v>653</c:v>
                </c:pt>
                <c:pt idx="748">
                  <c:v>652</c:v>
                </c:pt>
                <c:pt idx="749">
                  <c:v>651</c:v>
                </c:pt>
                <c:pt idx="750">
                  <c:v>650</c:v>
                </c:pt>
                <c:pt idx="751">
                  <c:v>649</c:v>
                </c:pt>
                <c:pt idx="752">
                  <c:v>648</c:v>
                </c:pt>
                <c:pt idx="753">
                  <c:v>647</c:v>
                </c:pt>
                <c:pt idx="754">
                  <c:v>646</c:v>
                </c:pt>
                <c:pt idx="755">
                  <c:v>645</c:v>
                </c:pt>
                <c:pt idx="756">
                  <c:v>644</c:v>
                </c:pt>
                <c:pt idx="757">
                  <c:v>643</c:v>
                </c:pt>
                <c:pt idx="758">
                  <c:v>642</c:v>
                </c:pt>
                <c:pt idx="759">
                  <c:v>641</c:v>
                </c:pt>
                <c:pt idx="760">
                  <c:v>640</c:v>
                </c:pt>
                <c:pt idx="761">
                  <c:v>639</c:v>
                </c:pt>
                <c:pt idx="762">
                  <c:v>638</c:v>
                </c:pt>
                <c:pt idx="763">
                  <c:v>637</c:v>
                </c:pt>
                <c:pt idx="764">
                  <c:v>636</c:v>
                </c:pt>
                <c:pt idx="765">
                  <c:v>635</c:v>
                </c:pt>
                <c:pt idx="766">
                  <c:v>634</c:v>
                </c:pt>
                <c:pt idx="767">
                  <c:v>633</c:v>
                </c:pt>
                <c:pt idx="768">
                  <c:v>632</c:v>
                </c:pt>
                <c:pt idx="769">
                  <c:v>631</c:v>
                </c:pt>
                <c:pt idx="770">
                  <c:v>630</c:v>
                </c:pt>
                <c:pt idx="771">
                  <c:v>629</c:v>
                </c:pt>
                <c:pt idx="772">
                  <c:v>628</c:v>
                </c:pt>
                <c:pt idx="773">
                  <c:v>627</c:v>
                </c:pt>
                <c:pt idx="774">
                  <c:v>626</c:v>
                </c:pt>
                <c:pt idx="775">
                  <c:v>625</c:v>
                </c:pt>
                <c:pt idx="776">
                  <c:v>624</c:v>
                </c:pt>
                <c:pt idx="777">
                  <c:v>623</c:v>
                </c:pt>
                <c:pt idx="778">
                  <c:v>622</c:v>
                </c:pt>
                <c:pt idx="779">
                  <c:v>621</c:v>
                </c:pt>
                <c:pt idx="780">
                  <c:v>620</c:v>
                </c:pt>
                <c:pt idx="781">
                  <c:v>619</c:v>
                </c:pt>
                <c:pt idx="782">
                  <c:v>618</c:v>
                </c:pt>
                <c:pt idx="783">
                  <c:v>617</c:v>
                </c:pt>
                <c:pt idx="784">
                  <c:v>616</c:v>
                </c:pt>
                <c:pt idx="785">
                  <c:v>615</c:v>
                </c:pt>
                <c:pt idx="786">
                  <c:v>614</c:v>
                </c:pt>
                <c:pt idx="787">
                  <c:v>613</c:v>
                </c:pt>
                <c:pt idx="788">
                  <c:v>612</c:v>
                </c:pt>
                <c:pt idx="789">
                  <c:v>611</c:v>
                </c:pt>
                <c:pt idx="790">
                  <c:v>610</c:v>
                </c:pt>
                <c:pt idx="791">
                  <c:v>609</c:v>
                </c:pt>
                <c:pt idx="792">
                  <c:v>608</c:v>
                </c:pt>
                <c:pt idx="793">
                  <c:v>607</c:v>
                </c:pt>
                <c:pt idx="794">
                  <c:v>606</c:v>
                </c:pt>
                <c:pt idx="795">
                  <c:v>605</c:v>
                </c:pt>
                <c:pt idx="796">
                  <c:v>604</c:v>
                </c:pt>
                <c:pt idx="797">
                  <c:v>603</c:v>
                </c:pt>
                <c:pt idx="798">
                  <c:v>602</c:v>
                </c:pt>
                <c:pt idx="799">
                  <c:v>601</c:v>
                </c:pt>
                <c:pt idx="800">
                  <c:v>600</c:v>
                </c:pt>
                <c:pt idx="801">
                  <c:v>599</c:v>
                </c:pt>
                <c:pt idx="802">
                  <c:v>598</c:v>
                </c:pt>
                <c:pt idx="803">
                  <c:v>597</c:v>
                </c:pt>
                <c:pt idx="804">
                  <c:v>596</c:v>
                </c:pt>
                <c:pt idx="805">
                  <c:v>595</c:v>
                </c:pt>
                <c:pt idx="806">
                  <c:v>594</c:v>
                </c:pt>
                <c:pt idx="807">
                  <c:v>593</c:v>
                </c:pt>
                <c:pt idx="808">
                  <c:v>592</c:v>
                </c:pt>
                <c:pt idx="809">
                  <c:v>591</c:v>
                </c:pt>
                <c:pt idx="810">
                  <c:v>590</c:v>
                </c:pt>
                <c:pt idx="811">
                  <c:v>589</c:v>
                </c:pt>
                <c:pt idx="812">
                  <c:v>588</c:v>
                </c:pt>
                <c:pt idx="813">
                  <c:v>587</c:v>
                </c:pt>
                <c:pt idx="814">
                  <c:v>586</c:v>
                </c:pt>
                <c:pt idx="815">
                  <c:v>585</c:v>
                </c:pt>
                <c:pt idx="816">
                  <c:v>584</c:v>
                </c:pt>
                <c:pt idx="817">
                  <c:v>583</c:v>
                </c:pt>
                <c:pt idx="818">
                  <c:v>582</c:v>
                </c:pt>
                <c:pt idx="819">
                  <c:v>581</c:v>
                </c:pt>
                <c:pt idx="820">
                  <c:v>580</c:v>
                </c:pt>
                <c:pt idx="821">
                  <c:v>579</c:v>
                </c:pt>
                <c:pt idx="822">
                  <c:v>578</c:v>
                </c:pt>
                <c:pt idx="823">
                  <c:v>577</c:v>
                </c:pt>
                <c:pt idx="824">
                  <c:v>576</c:v>
                </c:pt>
                <c:pt idx="825">
                  <c:v>575</c:v>
                </c:pt>
                <c:pt idx="826">
                  <c:v>574</c:v>
                </c:pt>
                <c:pt idx="827">
                  <c:v>573</c:v>
                </c:pt>
                <c:pt idx="828">
                  <c:v>572</c:v>
                </c:pt>
                <c:pt idx="829">
                  <c:v>571</c:v>
                </c:pt>
                <c:pt idx="830">
                  <c:v>570</c:v>
                </c:pt>
                <c:pt idx="831">
                  <c:v>569</c:v>
                </c:pt>
                <c:pt idx="832">
                  <c:v>568</c:v>
                </c:pt>
                <c:pt idx="833">
                  <c:v>567</c:v>
                </c:pt>
                <c:pt idx="834">
                  <c:v>566</c:v>
                </c:pt>
                <c:pt idx="835">
                  <c:v>565</c:v>
                </c:pt>
                <c:pt idx="836">
                  <c:v>564</c:v>
                </c:pt>
                <c:pt idx="837">
                  <c:v>563</c:v>
                </c:pt>
                <c:pt idx="838">
                  <c:v>562</c:v>
                </c:pt>
                <c:pt idx="839">
                  <c:v>561</c:v>
                </c:pt>
                <c:pt idx="840">
                  <c:v>560</c:v>
                </c:pt>
                <c:pt idx="841">
                  <c:v>559</c:v>
                </c:pt>
                <c:pt idx="842">
                  <c:v>558</c:v>
                </c:pt>
                <c:pt idx="843">
                  <c:v>557</c:v>
                </c:pt>
                <c:pt idx="844">
                  <c:v>556</c:v>
                </c:pt>
                <c:pt idx="845">
                  <c:v>555</c:v>
                </c:pt>
                <c:pt idx="846">
                  <c:v>554</c:v>
                </c:pt>
                <c:pt idx="847">
                  <c:v>553</c:v>
                </c:pt>
                <c:pt idx="848">
                  <c:v>552</c:v>
                </c:pt>
                <c:pt idx="849">
                  <c:v>551</c:v>
                </c:pt>
                <c:pt idx="850">
                  <c:v>550</c:v>
                </c:pt>
                <c:pt idx="851">
                  <c:v>549</c:v>
                </c:pt>
                <c:pt idx="852">
                  <c:v>548</c:v>
                </c:pt>
                <c:pt idx="853">
                  <c:v>547</c:v>
                </c:pt>
                <c:pt idx="854">
                  <c:v>546</c:v>
                </c:pt>
                <c:pt idx="855">
                  <c:v>545</c:v>
                </c:pt>
                <c:pt idx="856">
                  <c:v>544</c:v>
                </c:pt>
                <c:pt idx="857">
                  <c:v>543</c:v>
                </c:pt>
                <c:pt idx="858">
                  <c:v>542</c:v>
                </c:pt>
                <c:pt idx="859">
                  <c:v>541</c:v>
                </c:pt>
                <c:pt idx="860">
                  <c:v>540</c:v>
                </c:pt>
                <c:pt idx="861">
                  <c:v>539</c:v>
                </c:pt>
                <c:pt idx="862">
                  <c:v>538</c:v>
                </c:pt>
                <c:pt idx="863">
                  <c:v>537</c:v>
                </c:pt>
                <c:pt idx="864">
                  <c:v>536</c:v>
                </c:pt>
                <c:pt idx="865">
                  <c:v>535</c:v>
                </c:pt>
                <c:pt idx="866">
                  <c:v>534</c:v>
                </c:pt>
                <c:pt idx="867">
                  <c:v>533</c:v>
                </c:pt>
                <c:pt idx="868">
                  <c:v>532</c:v>
                </c:pt>
                <c:pt idx="869">
                  <c:v>531</c:v>
                </c:pt>
                <c:pt idx="870">
                  <c:v>530</c:v>
                </c:pt>
                <c:pt idx="871">
                  <c:v>529</c:v>
                </c:pt>
                <c:pt idx="872">
                  <c:v>528</c:v>
                </c:pt>
                <c:pt idx="873">
                  <c:v>527</c:v>
                </c:pt>
                <c:pt idx="874">
                  <c:v>526</c:v>
                </c:pt>
                <c:pt idx="875">
                  <c:v>525</c:v>
                </c:pt>
                <c:pt idx="876">
                  <c:v>524</c:v>
                </c:pt>
                <c:pt idx="877">
                  <c:v>523</c:v>
                </c:pt>
                <c:pt idx="878">
                  <c:v>522</c:v>
                </c:pt>
                <c:pt idx="879">
                  <c:v>521</c:v>
                </c:pt>
                <c:pt idx="880">
                  <c:v>520</c:v>
                </c:pt>
                <c:pt idx="881">
                  <c:v>519</c:v>
                </c:pt>
                <c:pt idx="882">
                  <c:v>518</c:v>
                </c:pt>
                <c:pt idx="883">
                  <c:v>517</c:v>
                </c:pt>
                <c:pt idx="884">
                  <c:v>516</c:v>
                </c:pt>
                <c:pt idx="885">
                  <c:v>515</c:v>
                </c:pt>
                <c:pt idx="886">
                  <c:v>514</c:v>
                </c:pt>
                <c:pt idx="887">
                  <c:v>513</c:v>
                </c:pt>
                <c:pt idx="888">
                  <c:v>512</c:v>
                </c:pt>
                <c:pt idx="889">
                  <c:v>511</c:v>
                </c:pt>
                <c:pt idx="890">
                  <c:v>510</c:v>
                </c:pt>
                <c:pt idx="891">
                  <c:v>509</c:v>
                </c:pt>
                <c:pt idx="892">
                  <c:v>508</c:v>
                </c:pt>
                <c:pt idx="893">
                  <c:v>507</c:v>
                </c:pt>
                <c:pt idx="894">
                  <c:v>506</c:v>
                </c:pt>
                <c:pt idx="895">
                  <c:v>505</c:v>
                </c:pt>
                <c:pt idx="896">
                  <c:v>504</c:v>
                </c:pt>
                <c:pt idx="897">
                  <c:v>503</c:v>
                </c:pt>
                <c:pt idx="898">
                  <c:v>502</c:v>
                </c:pt>
                <c:pt idx="899">
                  <c:v>501</c:v>
                </c:pt>
                <c:pt idx="900">
                  <c:v>500</c:v>
                </c:pt>
                <c:pt idx="901">
                  <c:v>499</c:v>
                </c:pt>
                <c:pt idx="902">
                  <c:v>498</c:v>
                </c:pt>
                <c:pt idx="903">
                  <c:v>497</c:v>
                </c:pt>
                <c:pt idx="904">
                  <c:v>496</c:v>
                </c:pt>
                <c:pt idx="905">
                  <c:v>495</c:v>
                </c:pt>
                <c:pt idx="906">
                  <c:v>494</c:v>
                </c:pt>
                <c:pt idx="907">
                  <c:v>493</c:v>
                </c:pt>
                <c:pt idx="908">
                  <c:v>492</c:v>
                </c:pt>
                <c:pt idx="909">
                  <c:v>491</c:v>
                </c:pt>
                <c:pt idx="910">
                  <c:v>490</c:v>
                </c:pt>
                <c:pt idx="911">
                  <c:v>489</c:v>
                </c:pt>
                <c:pt idx="912">
                  <c:v>488</c:v>
                </c:pt>
                <c:pt idx="913">
                  <c:v>487</c:v>
                </c:pt>
                <c:pt idx="914">
                  <c:v>486</c:v>
                </c:pt>
                <c:pt idx="915">
                  <c:v>485</c:v>
                </c:pt>
                <c:pt idx="916">
                  <c:v>484</c:v>
                </c:pt>
                <c:pt idx="917">
                  <c:v>483</c:v>
                </c:pt>
                <c:pt idx="918">
                  <c:v>482</c:v>
                </c:pt>
                <c:pt idx="919">
                  <c:v>481</c:v>
                </c:pt>
                <c:pt idx="920">
                  <c:v>480</c:v>
                </c:pt>
                <c:pt idx="921">
                  <c:v>479</c:v>
                </c:pt>
                <c:pt idx="922">
                  <c:v>478</c:v>
                </c:pt>
                <c:pt idx="923">
                  <c:v>477</c:v>
                </c:pt>
                <c:pt idx="924">
                  <c:v>476</c:v>
                </c:pt>
                <c:pt idx="925">
                  <c:v>475</c:v>
                </c:pt>
                <c:pt idx="926">
                  <c:v>474</c:v>
                </c:pt>
                <c:pt idx="927">
                  <c:v>473</c:v>
                </c:pt>
                <c:pt idx="928">
                  <c:v>472</c:v>
                </c:pt>
                <c:pt idx="929">
                  <c:v>471</c:v>
                </c:pt>
                <c:pt idx="930">
                  <c:v>470</c:v>
                </c:pt>
                <c:pt idx="931">
                  <c:v>469</c:v>
                </c:pt>
                <c:pt idx="932">
                  <c:v>468</c:v>
                </c:pt>
                <c:pt idx="933">
                  <c:v>467</c:v>
                </c:pt>
                <c:pt idx="934">
                  <c:v>466</c:v>
                </c:pt>
                <c:pt idx="935">
                  <c:v>465</c:v>
                </c:pt>
                <c:pt idx="936">
                  <c:v>464</c:v>
                </c:pt>
                <c:pt idx="937">
                  <c:v>463</c:v>
                </c:pt>
                <c:pt idx="938">
                  <c:v>462</c:v>
                </c:pt>
                <c:pt idx="939">
                  <c:v>461</c:v>
                </c:pt>
                <c:pt idx="940">
                  <c:v>460</c:v>
                </c:pt>
                <c:pt idx="941">
                  <c:v>459</c:v>
                </c:pt>
                <c:pt idx="942">
                  <c:v>458</c:v>
                </c:pt>
                <c:pt idx="943">
                  <c:v>457</c:v>
                </c:pt>
                <c:pt idx="944">
                  <c:v>456</c:v>
                </c:pt>
                <c:pt idx="945">
                  <c:v>455</c:v>
                </c:pt>
                <c:pt idx="946">
                  <c:v>454</c:v>
                </c:pt>
                <c:pt idx="947">
                  <c:v>453</c:v>
                </c:pt>
                <c:pt idx="948">
                  <c:v>452</c:v>
                </c:pt>
                <c:pt idx="949">
                  <c:v>451</c:v>
                </c:pt>
                <c:pt idx="950">
                  <c:v>450</c:v>
                </c:pt>
                <c:pt idx="951">
                  <c:v>449</c:v>
                </c:pt>
                <c:pt idx="952">
                  <c:v>448</c:v>
                </c:pt>
                <c:pt idx="953">
                  <c:v>447</c:v>
                </c:pt>
                <c:pt idx="954">
                  <c:v>446</c:v>
                </c:pt>
                <c:pt idx="955">
                  <c:v>445</c:v>
                </c:pt>
                <c:pt idx="956">
                  <c:v>444</c:v>
                </c:pt>
                <c:pt idx="957">
                  <c:v>443</c:v>
                </c:pt>
                <c:pt idx="958">
                  <c:v>442</c:v>
                </c:pt>
                <c:pt idx="959">
                  <c:v>441</c:v>
                </c:pt>
                <c:pt idx="960">
                  <c:v>440</c:v>
                </c:pt>
                <c:pt idx="961">
                  <c:v>439</c:v>
                </c:pt>
                <c:pt idx="962">
                  <c:v>438</c:v>
                </c:pt>
                <c:pt idx="963">
                  <c:v>437</c:v>
                </c:pt>
                <c:pt idx="964">
                  <c:v>436</c:v>
                </c:pt>
                <c:pt idx="965">
                  <c:v>435</c:v>
                </c:pt>
                <c:pt idx="966">
                  <c:v>434</c:v>
                </c:pt>
                <c:pt idx="967">
                  <c:v>433</c:v>
                </c:pt>
                <c:pt idx="968">
                  <c:v>432</c:v>
                </c:pt>
                <c:pt idx="969">
                  <c:v>431</c:v>
                </c:pt>
                <c:pt idx="970">
                  <c:v>430</c:v>
                </c:pt>
                <c:pt idx="971">
                  <c:v>429</c:v>
                </c:pt>
                <c:pt idx="972">
                  <c:v>428</c:v>
                </c:pt>
                <c:pt idx="973">
                  <c:v>427</c:v>
                </c:pt>
                <c:pt idx="974">
                  <c:v>426</c:v>
                </c:pt>
                <c:pt idx="975">
                  <c:v>425</c:v>
                </c:pt>
                <c:pt idx="976">
                  <c:v>424</c:v>
                </c:pt>
                <c:pt idx="977">
                  <c:v>423</c:v>
                </c:pt>
                <c:pt idx="978">
                  <c:v>422</c:v>
                </c:pt>
                <c:pt idx="979">
                  <c:v>421</c:v>
                </c:pt>
                <c:pt idx="980">
                  <c:v>420</c:v>
                </c:pt>
                <c:pt idx="981">
                  <c:v>419</c:v>
                </c:pt>
                <c:pt idx="982">
                  <c:v>418</c:v>
                </c:pt>
                <c:pt idx="983">
                  <c:v>417</c:v>
                </c:pt>
                <c:pt idx="984">
                  <c:v>416</c:v>
                </c:pt>
                <c:pt idx="985">
                  <c:v>415</c:v>
                </c:pt>
                <c:pt idx="986">
                  <c:v>414</c:v>
                </c:pt>
                <c:pt idx="987">
                  <c:v>413</c:v>
                </c:pt>
                <c:pt idx="988">
                  <c:v>412</c:v>
                </c:pt>
                <c:pt idx="989">
                  <c:v>411</c:v>
                </c:pt>
                <c:pt idx="990">
                  <c:v>410</c:v>
                </c:pt>
                <c:pt idx="991">
                  <c:v>409</c:v>
                </c:pt>
                <c:pt idx="992">
                  <c:v>408</c:v>
                </c:pt>
                <c:pt idx="993">
                  <c:v>407</c:v>
                </c:pt>
                <c:pt idx="994">
                  <c:v>406</c:v>
                </c:pt>
                <c:pt idx="995">
                  <c:v>405</c:v>
                </c:pt>
                <c:pt idx="996">
                  <c:v>404</c:v>
                </c:pt>
                <c:pt idx="997">
                  <c:v>403</c:v>
                </c:pt>
                <c:pt idx="998">
                  <c:v>402</c:v>
                </c:pt>
                <c:pt idx="999">
                  <c:v>401</c:v>
                </c:pt>
                <c:pt idx="1000">
                  <c:v>400</c:v>
                </c:pt>
                <c:pt idx="1001">
                  <c:v>399</c:v>
                </c:pt>
                <c:pt idx="1002">
                  <c:v>398</c:v>
                </c:pt>
                <c:pt idx="1003">
                  <c:v>397</c:v>
                </c:pt>
                <c:pt idx="1004">
                  <c:v>396</c:v>
                </c:pt>
                <c:pt idx="1005">
                  <c:v>395</c:v>
                </c:pt>
                <c:pt idx="1006">
                  <c:v>394</c:v>
                </c:pt>
                <c:pt idx="1007">
                  <c:v>393</c:v>
                </c:pt>
                <c:pt idx="1008">
                  <c:v>392</c:v>
                </c:pt>
                <c:pt idx="1009">
                  <c:v>391</c:v>
                </c:pt>
                <c:pt idx="1010">
                  <c:v>390</c:v>
                </c:pt>
                <c:pt idx="1011">
                  <c:v>389</c:v>
                </c:pt>
                <c:pt idx="1012">
                  <c:v>388</c:v>
                </c:pt>
                <c:pt idx="1013">
                  <c:v>387</c:v>
                </c:pt>
                <c:pt idx="1014">
                  <c:v>386</c:v>
                </c:pt>
                <c:pt idx="1015">
                  <c:v>385</c:v>
                </c:pt>
                <c:pt idx="1016">
                  <c:v>384</c:v>
                </c:pt>
                <c:pt idx="1017">
                  <c:v>383</c:v>
                </c:pt>
                <c:pt idx="1018">
                  <c:v>382</c:v>
                </c:pt>
                <c:pt idx="1019">
                  <c:v>381</c:v>
                </c:pt>
                <c:pt idx="1020">
                  <c:v>380</c:v>
                </c:pt>
                <c:pt idx="1021">
                  <c:v>379</c:v>
                </c:pt>
                <c:pt idx="1022">
                  <c:v>378</c:v>
                </c:pt>
                <c:pt idx="1023">
                  <c:v>377</c:v>
                </c:pt>
                <c:pt idx="1024">
                  <c:v>376</c:v>
                </c:pt>
                <c:pt idx="1025">
                  <c:v>375</c:v>
                </c:pt>
                <c:pt idx="1026">
                  <c:v>374</c:v>
                </c:pt>
                <c:pt idx="1027">
                  <c:v>373</c:v>
                </c:pt>
                <c:pt idx="1028">
                  <c:v>372</c:v>
                </c:pt>
                <c:pt idx="1029">
                  <c:v>371</c:v>
                </c:pt>
                <c:pt idx="1030">
                  <c:v>370</c:v>
                </c:pt>
                <c:pt idx="1031">
                  <c:v>369</c:v>
                </c:pt>
                <c:pt idx="1032">
                  <c:v>368</c:v>
                </c:pt>
                <c:pt idx="1033">
                  <c:v>367</c:v>
                </c:pt>
                <c:pt idx="1034">
                  <c:v>366</c:v>
                </c:pt>
                <c:pt idx="1035">
                  <c:v>365</c:v>
                </c:pt>
                <c:pt idx="1036">
                  <c:v>364</c:v>
                </c:pt>
                <c:pt idx="1037">
                  <c:v>363</c:v>
                </c:pt>
                <c:pt idx="1038">
                  <c:v>362</c:v>
                </c:pt>
                <c:pt idx="1039">
                  <c:v>361</c:v>
                </c:pt>
                <c:pt idx="1040">
                  <c:v>360</c:v>
                </c:pt>
                <c:pt idx="1041">
                  <c:v>359</c:v>
                </c:pt>
                <c:pt idx="1042">
                  <c:v>358</c:v>
                </c:pt>
                <c:pt idx="1043">
                  <c:v>357</c:v>
                </c:pt>
                <c:pt idx="1044">
                  <c:v>356</c:v>
                </c:pt>
                <c:pt idx="1045">
                  <c:v>355</c:v>
                </c:pt>
                <c:pt idx="1046">
                  <c:v>354</c:v>
                </c:pt>
                <c:pt idx="1047">
                  <c:v>353</c:v>
                </c:pt>
                <c:pt idx="1048">
                  <c:v>352</c:v>
                </c:pt>
                <c:pt idx="1049">
                  <c:v>351</c:v>
                </c:pt>
                <c:pt idx="1050">
                  <c:v>350</c:v>
                </c:pt>
                <c:pt idx="1051">
                  <c:v>349</c:v>
                </c:pt>
                <c:pt idx="1052">
                  <c:v>348</c:v>
                </c:pt>
                <c:pt idx="1053">
                  <c:v>347</c:v>
                </c:pt>
                <c:pt idx="1054">
                  <c:v>346</c:v>
                </c:pt>
                <c:pt idx="1055">
                  <c:v>345</c:v>
                </c:pt>
                <c:pt idx="1056">
                  <c:v>344</c:v>
                </c:pt>
                <c:pt idx="1057">
                  <c:v>343</c:v>
                </c:pt>
                <c:pt idx="1058">
                  <c:v>342</c:v>
                </c:pt>
                <c:pt idx="1059">
                  <c:v>341</c:v>
                </c:pt>
                <c:pt idx="1060">
                  <c:v>340</c:v>
                </c:pt>
                <c:pt idx="1061">
                  <c:v>339</c:v>
                </c:pt>
                <c:pt idx="1062">
                  <c:v>338</c:v>
                </c:pt>
                <c:pt idx="1063">
                  <c:v>337</c:v>
                </c:pt>
                <c:pt idx="1064">
                  <c:v>336</c:v>
                </c:pt>
                <c:pt idx="1065">
                  <c:v>335</c:v>
                </c:pt>
                <c:pt idx="1066">
                  <c:v>334</c:v>
                </c:pt>
                <c:pt idx="1067">
                  <c:v>333</c:v>
                </c:pt>
                <c:pt idx="1068">
                  <c:v>332</c:v>
                </c:pt>
                <c:pt idx="1069">
                  <c:v>331</c:v>
                </c:pt>
                <c:pt idx="1070">
                  <c:v>330</c:v>
                </c:pt>
                <c:pt idx="1071">
                  <c:v>329</c:v>
                </c:pt>
                <c:pt idx="1072">
                  <c:v>328</c:v>
                </c:pt>
                <c:pt idx="1073">
                  <c:v>327</c:v>
                </c:pt>
                <c:pt idx="1074">
                  <c:v>326</c:v>
                </c:pt>
                <c:pt idx="1075">
                  <c:v>325</c:v>
                </c:pt>
                <c:pt idx="1076">
                  <c:v>324</c:v>
                </c:pt>
                <c:pt idx="1077">
                  <c:v>323</c:v>
                </c:pt>
                <c:pt idx="1078">
                  <c:v>322</c:v>
                </c:pt>
                <c:pt idx="1079">
                  <c:v>321</c:v>
                </c:pt>
                <c:pt idx="1080">
                  <c:v>320</c:v>
                </c:pt>
                <c:pt idx="1081">
                  <c:v>319</c:v>
                </c:pt>
                <c:pt idx="1082">
                  <c:v>318</c:v>
                </c:pt>
                <c:pt idx="1083">
                  <c:v>317</c:v>
                </c:pt>
                <c:pt idx="1084">
                  <c:v>316</c:v>
                </c:pt>
                <c:pt idx="1085">
                  <c:v>315</c:v>
                </c:pt>
                <c:pt idx="1086">
                  <c:v>314</c:v>
                </c:pt>
                <c:pt idx="1087">
                  <c:v>313</c:v>
                </c:pt>
                <c:pt idx="1088">
                  <c:v>312</c:v>
                </c:pt>
                <c:pt idx="1089">
                  <c:v>311</c:v>
                </c:pt>
                <c:pt idx="1090">
                  <c:v>310</c:v>
                </c:pt>
                <c:pt idx="1091">
                  <c:v>309</c:v>
                </c:pt>
                <c:pt idx="1092">
                  <c:v>308</c:v>
                </c:pt>
                <c:pt idx="1093">
                  <c:v>307</c:v>
                </c:pt>
                <c:pt idx="1094">
                  <c:v>306</c:v>
                </c:pt>
                <c:pt idx="1095">
                  <c:v>305</c:v>
                </c:pt>
                <c:pt idx="1096">
                  <c:v>304</c:v>
                </c:pt>
                <c:pt idx="1097">
                  <c:v>303</c:v>
                </c:pt>
                <c:pt idx="1098">
                  <c:v>302</c:v>
                </c:pt>
                <c:pt idx="1099">
                  <c:v>301</c:v>
                </c:pt>
                <c:pt idx="1100">
                  <c:v>300</c:v>
                </c:pt>
                <c:pt idx="1101">
                  <c:v>299</c:v>
                </c:pt>
              </c:numCache>
            </c:numRef>
          </c:xVal>
          <c:yVal>
            <c:numRef>
              <c:f>'CG 20260703'!$M$2:$M$1103</c:f>
              <c:numCache>
                <c:formatCode>General</c:formatCode>
                <c:ptCount val="1102"/>
                <c:pt idx="0">
                  <c:v>-5.417576432E-2</c:v>
                </c:pt>
                <c:pt idx="1">
                  <c:v>-4.9319569020000002E-2</c:v>
                </c:pt>
                <c:pt idx="2">
                  <c:v>-4.7366473819999998E-2</c:v>
                </c:pt>
                <c:pt idx="3">
                  <c:v>-4.4823262840000003E-2</c:v>
                </c:pt>
                <c:pt idx="4">
                  <c:v>-4.2911566790000001E-2</c:v>
                </c:pt>
                <c:pt idx="5">
                  <c:v>-4.2380459609999997E-2</c:v>
                </c:pt>
                <c:pt idx="6">
                  <c:v>-3.6974910649999998E-2</c:v>
                </c:pt>
                <c:pt idx="7">
                  <c:v>-4.3549887840000003E-2</c:v>
                </c:pt>
                <c:pt idx="8">
                  <c:v>-3.4777749330000003E-2</c:v>
                </c:pt>
                <c:pt idx="9">
                  <c:v>-3.3678337930000003E-2</c:v>
                </c:pt>
                <c:pt idx="10">
                  <c:v>-3.8391105830000001E-2</c:v>
                </c:pt>
                <c:pt idx="11">
                  <c:v>-3.2525561750000001E-2</c:v>
                </c:pt>
                <c:pt idx="12">
                  <c:v>-3.1674727799999997E-2</c:v>
                </c:pt>
                <c:pt idx="13">
                  <c:v>-2.9820399359999999E-2</c:v>
                </c:pt>
                <c:pt idx="14">
                  <c:v>-2.9615549370000001E-2</c:v>
                </c:pt>
                <c:pt idx="15">
                  <c:v>-2.8882725160000001E-2</c:v>
                </c:pt>
                <c:pt idx="16">
                  <c:v>-2.8173020109999999E-2</c:v>
                </c:pt>
                <c:pt idx="17">
                  <c:v>-2.7799157429999999E-2</c:v>
                </c:pt>
                <c:pt idx="18">
                  <c:v>-2.6522096249999998E-2</c:v>
                </c:pt>
                <c:pt idx="19">
                  <c:v>-2.5988547130000001E-2</c:v>
                </c:pt>
                <c:pt idx="20">
                  <c:v>-2.4679487569999999E-2</c:v>
                </c:pt>
                <c:pt idx="21">
                  <c:v>-2.4461921300000002E-2</c:v>
                </c:pt>
                <c:pt idx="22">
                  <c:v>-2.3288946599999999E-2</c:v>
                </c:pt>
                <c:pt idx="23">
                  <c:v>-1.0434492490000001E-2</c:v>
                </c:pt>
                <c:pt idx="24">
                  <c:v>-1.211185008E-2</c:v>
                </c:pt>
                <c:pt idx="25">
                  <c:v>-1.8007682640000001E-2</c:v>
                </c:pt>
                <c:pt idx="26">
                  <c:v>-2.052550018E-2</c:v>
                </c:pt>
                <c:pt idx="27">
                  <c:v>-2.1576263009999999E-2</c:v>
                </c:pt>
                <c:pt idx="28">
                  <c:v>-2.086388133E-2</c:v>
                </c:pt>
                <c:pt idx="29">
                  <c:v>-2.083629742E-2</c:v>
                </c:pt>
                <c:pt idx="30">
                  <c:v>-1.9624084230000002E-2</c:v>
                </c:pt>
                <c:pt idx="31">
                  <c:v>-1.9121574240000001E-2</c:v>
                </c:pt>
                <c:pt idx="32">
                  <c:v>-1.855449378E-2</c:v>
                </c:pt>
                <c:pt idx="33">
                  <c:v>-1.762779616E-2</c:v>
                </c:pt>
                <c:pt idx="34">
                  <c:v>-1.7341606320000001E-2</c:v>
                </c:pt>
                <c:pt idx="35">
                  <c:v>-1.65810287E-2</c:v>
                </c:pt>
                <c:pt idx="36">
                  <c:v>-1.6630908470000001E-2</c:v>
                </c:pt>
                <c:pt idx="37">
                  <c:v>-1.548337657E-2</c:v>
                </c:pt>
                <c:pt idx="38">
                  <c:v>-1.535046566E-2</c:v>
                </c:pt>
                <c:pt idx="39">
                  <c:v>-1.4865197239999999E-2</c:v>
                </c:pt>
                <c:pt idx="40">
                  <c:v>-1.4507837589999999E-2</c:v>
                </c:pt>
                <c:pt idx="41">
                  <c:v>-1.4023180119999999E-2</c:v>
                </c:pt>
                <c:pt idx="42">
                  <c:v>-1.361891814E-2</c:v>
                </c:pt>
                <c:pt idx="43">
                  <c:v>-1.3152555559999999E-2</c:v>
                </c:pt>
                <c:pt idx="44">
                  <c:v>-1.269715466E-2</c:v>
                </c:pt>
                <c:pt idx="45">
                  <c:v>-1.2354913170000001E-2</c:v>
                </c:pt>
                <c:pt idx="46">
                  <c:v>-1.214311551E-2</c:v>
                </c:pt>
                <c:pt idx="47">
                  <c:v>-1.2015624900000001E-2</c:v>
                </c:pt>
                <c:pt idx="48">
                  <c:v>-1.1370397169999999E-2</c:v>
                </c:pt>
                <c:pt idx="49">
                  <c:v>-1.1168058959999999E-2</c:v>
                </c:pt>
                <c:pt idx="50">
                  <c:v>-1.0986121370000001E-2</c:v>
                </c:pt>
                <c:pt idx="51">
                  <c:v>-1.030493155E-2</c:v>
                </c:pt>
                <c:pt idx="52">
                  <c:v>-1.0222109970000001E-2</c:v>
                </c:pt>
                <c:pt idx="53">
                  <c:v>-1.0076400819999999E-2</c:v>
                </c:pt>
                <c:pt idx="54">
                  <c:v>-9.6671814099999996E-3</c:v>
                </c:pt>
                <c:pt idx="55">
                  <c:v>-9.1825621199999995E-3</c:v>
                </c:pt>
                <c:pt idx="56">
                  <c:v>-8.9449193329999999E-3</c:v>
                </c:pt>
                <c:pt idx="57">
                  <c:v>-8.3272093910000001E-3</c:v>
                </c:pt>
                <c:pt idx="58">
                  <c:v>-8.2888109610000007E-3</c:v>
                </c:pt>
                <c:pt idx="59">
                  <c:v>-8.2035213709999999E-3</c:v>
                </c:pt>
                <c:pt idx="60">
                  <c:v>-7.8174490480000004E-3</c:v>
                </c:pt>
                <c:pt idx="61">
                  <c:v>-7.491134107E-3</c:v>
                </c:pt>
                <c:pt idx="62">
                  <c:v>-7.1337120609999997E-3</c:v>
                </c:pt>
                <c:pt idx="63">
                  <c:v>-6.6689960659999997E-3</c:v>
                </c:pt>
                <c:pt idx="64">
                  <c:v>-6.6078631210000002E-3</c:v>
                </c:pt>
                <c:pt idx="65">
                  <c:v>-6.209038664E-3</c:v>
                </c:pt>
                <c:pt idx="66">
                  <c:v>-6.038490683E-3</c:v>
                </c:pt>
                <c:pt idx="67">
                  <c:v>-5.6134364569999998E-3</c:v>
                </c:pt>
                <c:pt idx="68">
                  <c:v>-5.368820392E-3</c:v>
                </c:pt>
                <c:pt idx="69">
                  <c:v>-4.9230959269999999E-3</c:v>
                </c:pt>
                <c:pt idx="70">
                  <c:v>-4.6709715390000003E-3</c:v>
                </c:pt>
                <c:pt idx="71">
                  <c:v>-4.3759061950000002E-3</c:v>
                </c:pt>
                <c:pt idx="72">
                  <c:v>-4.0951031259999996E-3</c:v>
                </c:pt>
                <c:pt idx="73">
                  <c:v>-3.8249469359999998E-3</c:v>
                </c:pt>
                <c:pt idx="74">
                  <c:v>-3.3816413489999998E-3</c:v>
                </c:pt>
                <c:pt idx="75">
                  <c:v>-2.9923876280000001E-3</c:v>
                </c:pt>
                <c:pt idx="76">
                  <c:v>-2.5883750059999999E-3</c:v>
                </c:pt>
                <c:pt idx="77">
                  <c:v>-2.3425121330000001E-3</c:v>
                </c:pt>
                <c:pt idx="78">
                  <c:v>-2.1447322800000001E-3</c:v>
                </c:pt>
                <c:pt idx="79">
                  <c:v>-1.9757754639999998E-3</c:v>
                </c:pt>
                <c:pt idx="80">
                  <c:v>-1.6781507289999999E-3</c:v>
                </c:pt>
                <c:pt idx="81">
                  <c:v>-1.326698228E-3</c:v>
                </c:pt>
                <c:pt idx="82">
                  <c:v>-1.020674128E-3</c:v>
                </c:pt>
                <c:pt idx="83">
                  <c:v>-7.9107907369999997E-4</c:v>
                </c:pt>
                <c:pt idx="84">
                  <c:v>-4.335805424E-4</c:v>
                </c:pt>
                <c:pt idx="85">
                  <c:v>-2.139207209E-4</c:v>
                </c:pt>
                <c:pt idx="86">
                  <c:v>-5.45124276E-5</c:v>
                </c:pt>
                <c:pt idx="87">
                  <c:v>3.657673951E-4</c:v>
                </c:pt>
                <c:pt idx="88">
                  <c:v>5.3085724360000001E-4</c:v>
                </c:pt>
                <c:pt idx="89">
                  <c:v>8.7616546079999998E-4</c:v>
                </c:pt>
                <c:pt idx="90">
                  <c:v>1.067579957E-3</c:v>
                </c:pt>
                <c:pt idx="91">
                  <c:v>1.2935047269999999E-3</c:v>
                </c:pt>
                <c:pt idx="92">
                  <c:v>1.5373674690000001E-3</c:v>
                </c:pt>
                <c:pt idx="93">
                  <c:v>1.8624709919999999E-3</c:v>
                </c:pt>
                <c:pt idx="94">
                  <c:v>1.9975996109999998E-3</c:v>
                </c:pt>
                <c:pt idx="95">
                  <c:v>2.250991296E-3</c:v>
                </c:pt>
                <c:pt idx="96">
                  <c:v>2.41864752E-3</c:v>
                </c:pt>
                <c:pt idx="97">
                  <c:v>2.6667632630000002E-3</c:v>
                </c:pt>
                <c:pt idx="98">
                  <c:v>2.8304113080000002E-3</c:v>
                </c:pt>
                <c:pt idx="99">
                  <c:v>3.0325166880000001E-3</c:v>
                </c:pt>
                <c:pt idx="100">
                  <c:v>3.2974679489999998E-3</c:v>
                </c:pt>
                <c:pt idx="101">
                  <c:v>3.3945085019999998E-3</c:v>
                </c:pt>
                <c:pt idx="102">
                  <c:v>3.629948013E-3</c:v>
                </c:pt>
                <c:pt idx="103">
                  <c:v>3.710927907E-3</c:v>
                </c:pt>
                <c:pt idx="104">
                  <c:v>3.8110639430000001E-3</c:v>
                </c:pt>
                <c:pt idx="105">
                  <c:v>3.964406904E-3</c:v>
                </c:pt>
                <c:pt idx="106">
                  <c:v>4.1399393229999996E-3</c:v>
                </c:pt>
                <c:pt idx="107">
                  <c:v>4.2598582799999998E-3</c:v>
                </c:pt>
                <c:pt idx="108">
                  <c:v>4.3509434909999997E-3</c:v>
                </c:pt>
                <c:pt idx="109">
                  <c:v>4.4554900380000002E-3</c:v>
                </c:pt>
                <c:pt idx="110">
                  <c:v>4.6460293230000003E-3</c:v>
                </c:pt>
                <c:pt idx="111">
                  <c:v>4.7415923330000002E-3</c:v>
                </c:pt>
                <c:pt idx="112">
                  <c:v>4.8863110130000003E-3</c:v>
                </c:pt>
                <c:pt idx="113">
                  <c:v>5.0689470949999999E-3</c:v>
                </c:pt>
                <c:pt idx="114">
                  <c:v>5.2162115459999997E-3</c:v>
                </c:pt>
                <c:pt idx="115">
                  <c:v>5.3005008960000004E-3</c:v>
                </c:pt>
                <c:pt idx="116">
                  <c:v>5.4507013409999996E-3</c:v>
                </c:pt>
                <c:pt idx="117">
                  <c:v>5.470649805E-3</c:v>
                </c:pt>
                <c:pt idx="118">
                  <c:v>5.6071681900000002E-3</c:v>
                </c:pt>
                <c:pt idx="119">
                  <c:v>5.7031787000000004E-3</c:v>
                </c:pt>
                <c:pt idx="120">
                  <c:v>5.8534396809999997E-3</c:v>
                </c:pt>
                <c:pt idx="121">
                  <c:v>5.8942665349999996E-3</c:v>
                </c:pt>
                <c:pt idx="122">
                  <c:v>6.0278470630000004E-3</c:v>
                </c:pt>
                <c:pt idx="123">
                  <c:v>6.0773007569999999E-3</c:v>
                </c:pt>
                <c:pt idx="124">
                  <c:v>6.1123468909999997E-3</c:v>
                </c:pt>
                <c:pt idx="125">
                  <c:v>6.1606024389999998E-3</c:v>
                </c:pt>
                <c:pt idx="126">
                  <c:v>6.2563153920000003E-3</c:v>
                </c:pt>
                <c:pt idx="127">
                  <c:v>6.3134641390000003E-3</c:v>
                </c:pt>
                <c:pt idx="128">
                  <c:v>6.3583008009999997E-3</c:v>
                </c:pt>
                <c:pt idx="129">
                  <c:v>6.4374529760000002E-3</c:v>
                </c:pt>
                <c:pt idx="130">
                  <c:v>6.4760227689999996E-3</c:v>
                </c:pt>
                <c:pt idx="131">
                  <c:v>6.5243449060000003E-3</c:v>
                </c:pt>
                <c:pt idx="132">
                  <c:v>6.6154855300000004E-3</c:v>
                </c:pt>
                <c:pt idx="133">
                  <c:v>6.6693960690000003E-3</c:v>
                </c:pt>
                <c:pt idx="134">
                  <c:v>6.7226560789999997E-3</c:v>
                </c:pt>
                <c:pt idx="135">
                  <c:v>6.7970096130000003E-3</c:v>
                </c:pt>
                <c:pt idx="136">
                  <c:v>6.7847832110000004E-3</c:v>
                </c:pt>
                <c:pt idx="137">
                  <c:v>6.9495961069999997E-3</c:v>
                </c:pt>
                <c:pt idx="138">
                  <c:v>7.0031005889999998E-3</c:v>
                </c:pt>
                <c:pt idx="139">
                  <c:v>7.0124925109999996E-3</c:v>
                </c:pt>
                <c:pt idx="140">
                  <c:v>7.0624789220000003E-3</c:v>
                </c:pt>
                <c:pt idx="141">
                  <c:v>7.0768184960000001E-3</c:v>
                </c:pt>
                <c:pt idx="142">
                  <c:v>7.1478649040000002E-3</c:v>
                </c:pt>
                <c:pt idx="143">
                  <c:v>7.2047887370000003E-3</c:v>
                </c:pt>
                <c:pt idx="144">
                  <c:v>7.2431638840000003E-3</c:v>
                </c:pt>
                <c:pt idx="145">
                  <c:v>7.3123415929999998E-3</c:v>
                </c:pt>
                <c:pt idx="146">
                  <c:v>7.3421429839999998E-3</c:v>
                </c:pt>
                <c:pt idx="147">
                  <c:v>7.3752640750000004E-3</c:v>
                </c:pt>
                <c:pt idx="148">
                  <c:v>7.428268436E-3</c:v>
                </c:pt>
                <c:pt idx="149">
                  <c:v>7.537878118E-3</c:v>
                </c:pt>
                <c:pt idx="150">
                  <c:v>7.552707568E-3</c:v>
                </c:pt>
                <c:pt idx="151">
                  <c:v>7.5599774719999997E-3</c:v>
                </c:pt>
                <c:pt idx="152">
                  <c:v>7.6690409330000004E-3</c:v>
                </c:pt>
                <c:pt idx="153">
                  <c:v>7.7396305279999996E-3</c:v>
                </c:pt>
                <c:pt idx="154">
                  <c:v>7.7853263359999999E-3</c:v>
                </c:pt>
                <c:pt idx="155">
                  <c:v>7.9131629319999994E-3</c:v>
                </c:pt>
                <c:pt idx="156">
                  <c:v>7.9721389340000007E-3</c:v>
                </c:pt>
                <c:pt idx="157">
                  <c:v>8.1117134540000004E-3</c:v>
                </c:pt>
                <c:pt idx="158">
                  <c:v>8.1561030820000002E-3</c:v>
                </c:pt>
                <c:pt idx="159">
                  <c:v>8.3215963100000002E-3</c:v>
                </c:pt>
                <c:pt idx="160">
                  <c:v>8.4166247399999998E-3</c:v>
                </c:pt>
                <c:pt idx="161">
                  <c:v>8.5230004039999994E-3</c:v>
                </c:pt>
                <c:pt idx="162">
                  <c:v>8.6366888139999994E-3</c:v>
                </c:pt>
                <c:pt idx="163">
                  <c:v>8.7525732819999993E-3</c:v>
                </c:pt>
                <c:pt idx="164">
                  <c:v>8.9360242709999992E-3</c:v>
                </c:pt>
                <c:pt idx="165">
                  <c:v>9.0961046519999998E-3</c:v>
                </c:pt>
                <c:pt idx="166">
                  <c:v>9.2534404250000004E-3</c:v>
                </c:pt>
                <c:pt idx="167">
                  <c:v>9.4749610869999997E-3</c:v>
                </c:pt>
                <c:pt idx="168">
                  <c:v>9.6612311899999994E-3</c:v>
                </c:pt>
                <c:pt idx="169">
                  <c:v>9.8916990680000001E-3</c:v>
                </c:pt>
                <c:pt idx="170">
                  <c:v>1.01415785E-2</c:v>
                </c:pt>
                <c:pt idx="171">
                  <c:v>1.0456139220000001E-2</c:v>
                </c:pt>
                <c:pt idx="172">
                  <c:v>1.0754130779999999E-2</c:v>
                </c:pt>
                <c:pt idx="173">
                  <c:v>1.114224456E-2</c:v>
                </c:pt>
                <c:pt idx="174">
                  <c:v>1.1461252349999999E-2</c:v>
                </c:pt>
                <c:pt idx="175">
                  <c:v>1.1943462300000001E-2</c:v>
                </c:pt>
                <c:pt idx="176">
                  <c:v>1.238220651E-2</c:v>
                </c:pt>
                <c:pt idx="177">
                  <c:v>1.2861627150000001E-2</c:v>
                </c:pt>
                <c:pt idx="178">
                  <c:v>1.333981752E-2</c:v>
                </c:pt>
                <c:pt idx="179">
                  <c:v>1.38554126E-2</c:v>
                </c:pt>
                <c:pt idx="180">
                  <c:v>1.436506584E-2</c:v>
                </c:pt>
                <c:pt idx="181">
                  <c:v>1.48129873E-2</c:v>
                </c:pt>
                <c:pt idx="182">
                  <c:v>1.527306065E-2</c:v>
                </c:pt>
                <c:pt idx="183">
                  <c:v>1.5698622910000001E-2</c:v>
                </c:pt>
                <c:pt idx="184">
                  <c:v>1.602599025E-2</c:v>
                </c:pt>
                <c:pt idx="185">
                  <c:v>1.62737295E-2</c:v>
                </c:pt>
                <c:pt idx="186">
                  <c:v>1.653317176E-2</c:v>
                </c:pt>
                <c:pt idx="187">
                  <c:v>1.6625307499999999E-2</c:v>
                </c:pt>
                <c:pt idx="188">
                  <c:v>1.6712244599999999E-2</c:v>
                </c:pt>
                <c:pt idx="189">
                  <c:v>1.6661027450000001E-2</c:v>
                </c:pt>
                <c:pt idx="190">
                  <c:v>1.661116071E-2</c:v>
                </c:pt>
                <c:pt idx="191">
                  <c:v>1.6483642159999999E-2</c:v>
                </c:pt>
                <c:pt idx="192">
                  <c:v>1.6265694050000001E-2</c:v>
                </c:pt>
                <c:pt idx="193">
                  <c:v>1.6095587979999999E-2</c:v>
                </c:pt>
                <c:pt idx="194">
                  <c:v>1.584956236E-2</c:v>
                </c:pt>
                <c:pt idx="195">
                  <c:v>1.5541670840000001E-2</c:v>
                </c:pt>
                <c:pt idx="196">
                  <c:v>1.526788529E-2</c:v>
                </c:pt>
                <c:pt idx="197">
                  <c:v>1.4901195650000001E-2</c:v>
                </c:pt>
                <c:pt idx="198">
                  <c:v>1.4658603819999999E-2</c:v>
                </c:pt>
                <c:pt idx="199">
                  <c:v>1.434901264E-2</c:v>
                </c:pt>
                <c:pt idx="200">
                  <c:v>1.4080389400000001E-2</c:v>
                </c:pt>
                <c:pt idx="201">
                  <c:v>1.4827879150000001E-2</c:v>
                </c:pt>
                <c:pt idx="202">
                  <c:v>1.4541774990000001E-2</c:v>
                </c:pt>
                <c:pt idx="203">
                  <c:v>1.4339514080000001E-2</c:v>
                </c:pt>
                <c:pt idx="204">
                  <c:v>1.424368843E-2</c:v>
                </c:pt>
                <c:pt idx="205">
                  <c:v>1.414387301E-2</c:v>
                </c:pt>
                <c:pt idx="206">
                  <c:v>1.379082259E-2</c:v>
                </c:pt>
                <c:pt idx="207">
                  <c:v>1.3842718679999999E-2</c:v>
                </c:pt>
                <c:pt idx="208">
                  <c:v>1.371654496E-2</c:v>
                </c:pt>
                <c:pt idx="209">
                  <c:v>1.3591501860000001E-2</c:v>
                </c:pt>
                <c:pt idx="210">
                  <c:v>1.335116196E-2</c:v>
                </c:pt>
                <c:pt idx="211">
                  <c:v>1.3261639509999999E-2</c:v>
                </c:pt>
                <c:pt idx="212">
                  <c:v>1.314486563E-2</c:v>
                </c:pt>
                <c:pt idx="213">
                  <c:v>1.307672635E-2</c:v>
                </c:pt>
                <c:pt idx="214">
                  <c:v>1.2774071660000001E-2</c:v>
                </c:pt>
                <c:pt idx="215">
                  <c:v>1.281456836E-2</c:v>
                </c:pt>
                <c:pt idx="216">
                  <c:v>1.2502690780000001E-2</c:v>
                </c:pt>
                <c:pt idx="217">
                  <c:v>1.238590851E-2</c:v>
                </c:pt>
                <c:pt idx="218">
                  <c:v>1.2231507339999999E-2</c:v>
                </c:pt>
                <c:pt idx="219">
                  <c:v>1.213854086E-2</c:v>
                </c:pt>
                <c:pt idx="220">
                  <c:v>1.195495762E-2</c:v>
                </c:pt>
                <c:pt idx="221">
                  <c:v>1.194162667E-2</c:v>
                </c:pt>
                <c:pt idx="222">
                  <c:v>1.1841726489999999E-2</c:v>
                </c:pt>
                <c:pt idx="223">
                  <c:v>1.1781664569999999E-2</c:v>
                </c:pt>
                <c:pt idx="224">
                  <c:v>1.1765865610000001E-2</c:v>
                </c:pt>
                <c:pt idx="225">
                  <c:v>1.168868877E-2</c:v>
                </c:pt>
                <c:pt idx="226">
                  <c:v>1.160328276E-2</c:v>
                </c:pt>
                <c:pt idx="227">
                  <c:v>1.1583396229999999E-2</c:v>
                </c:pt>
                <c:pt idx="228">
                  <c:v>1.156795025E-2</c:v>
                </c:pt>
                <c:pt idx="229">
                  <c:v>1.154543366E-2</c:v>
                </c:pt>
                <c:pt idx="230">
                  <c:v>1.1536182840000001E-2</c:v>
                </c:pt>
                <c:pt idx="231">
                  <c:v>1.150553394E-2</c:v>
                </c:pt>
                <c:pt idx="232">
                  <c:v>1.15318764E-2</c:v>
                </c:pt>
                <c:pt idx="233">
                  <c:v>1.150792651E-2</c:v>
                </c:pt>
                <c:pt idx="234">
                  <c:v>1.1629365379999999E-2</c:v>
                </c:pt>
                <c:pt idx="235">
                  <c:v>1.155859232E-2</c:v>
                </c:pt>
                <c:pt idx="236">
                  <c:v>1.160144806E-2</c:v>
                </c:pt>
                <c:pt idx="237">
                  <c:v>1.16669368E-2</c:v>
                </c:pt>
                <c:pt idx="238">
                  <c:v>1.1588102209999999E-2</c:v>
                </c:pt>
                <c:pt idx="239">
                  <c:v>1.1633247140000001E-2</c:v>
                </c:pt>
                <c:pt idx="240">
                  <c:v>1.161857042E-2</c:v>
                </c:pt>
                <c:pt idx="241">
                  <c:v>1.1656752790000001E-2</c:v>
                </c:pt>
                <c:pt idx="242">
                  <c:v>1.165523659E-2</c:v>
                </c:pt>
                <c:pt idx="243">
                  <c:v>1.1518000630000001E-2</c:v>
                </c:pt>
                <c:pt idx="244">
                  <c:v>1.155487075E-2</c:v>
                </c:pt>
                <c:pt idx="245">
                  <c:v>1.179427188E-2</c:v>
                </c:pt>
                <c:pt idx="246">
                  <c:v>1.174674276E-2</c:v>
                </c:pt>
                <c:pt idx="247">
                  <c:v>1.1803820729999999E-2</c:v>
                </c:pt>
                <c:pt idx="248">
                  <c:v>1.18682757E-2</c:v>
                </c:pt>
                <c:pt idx="249">
                  <c:v>1.198851131E-2</c:v>
                </c:pt>
                <c:pt idx="250">
                  <c:v>1.216971409E-2</c:v>
                </c:pt>
                <c:pt idx="251">
                  <c:v>1.2372697699999999E-2</c:v>
                </c:pt>
                <c:pt idx="252">
                  <c:v>1.2639599850000001E-2</c:v>
                </c:pt>
                <c:pt idx="253">
                  <c:v>1.290725172E-2</c:v>
                </c:pt>
                <c:pt idx="254">
                  <c:v>1.316575706E-2</c:v>
                </c:pt>
                <c:pt idx="255">
                  <c:v>1.368216146E-2</c:v>
                </c:pt>
                <c:pt idx="256">
                  <c:v>1.392664108E-2</c:v>
                </c:pt>
                <c:pt idx="257">
                  <c:v>1.4248263089999999E-2</c:v>
                </c:pt>
                <c:pt idx="258">
                  <c:v>1.465057116E-2</c:v>
                </c:pt>
                <c:pt idx="259">
                  <c:v>1.4958475719999999E-2</c:v>
                </c:pt>
                <c:pt idx="260">
                  <c:v>1.5255203469999999E-2</c:v>
                </c:pt>
                <c:pt idx="261">
                  <c:v>1.5811171379999999E-2</c:v>
                </c:pt>
                <c:pt idx="262">
                  <c:v>1.5942333270000001E-2</c:v>
                </c:pt>
                <c:pt idx="263">
                  <c:v>1.6409492120000001E-2</c:v>
                </c:pt>
                <c:pt idx="264">
                  <c:v>1.678461581E-2</c:v>
                </c:pt>
                <c:pt idx="265">
                  <c:v>1.7079524700000001E-2</c:v>
                </c:pt>
                <c:pt idx="266">
                  <c:v>1.649477333E-2</c:v>
                </c:pt>
                <c:pt idx="267">
                  <c:v>1.657582074E-2</c:v>
                </c:pt>
                <c:pt idx="268">
                  <c:v>1.708803326E-2</c:v>
                </c:pt>
                <c:pt idx="269">
                  <c:v>1.7266150559999999E-2</c:v>
                </c:pt>
                <c:pt idx="270">
                  <c:v>1.7451291899999999E-2</c:v>
                </c:pt>
                <c:pt idx="271">
                  <c:v>1.7452020200000001E-2</c:v>
                </c:pt>
                <c:pt idx="272">
                  <c:v>1.7481312160000002E-2</c:v>
                </c:pt>
                <c:pt idx="273">
                  <c:v>1.7378270630000001E-2</c:v>
                </c:pt>
                <c:pt idx="274">
                  <c:v>1.7717991020000001E-2</c:v>
                </c:pt>
                <c:pt idx="275">
                  <c:v>1.7532870169999999E-2</c:v>
                </c:pt>
                <c:pt idx="276">
                  <c:v>1.7615756020000001E-2</c:v>
                </c:pt>
                <c:pt idx="277">
                  <c:v>1.772362739E-2</c:v>
                </c:pt>
                <c:pt idx="278">
                  <c:v>1.7734412099999999E-2</c:v>
                </c:pt>
                <c:pt idx="279">
                  <c:v>1.7581870780000002E-2</c:v>
                </c:pt>
                <c:pt idx="280">
                  <c:v>1.7822731290000001E-2</c:v>
                </c:pt>
                <c:pt idx="281">
                  <c:v>1.7889192330000001E-2</c:v>
                </c:pt>
                <c:pt idx="282">
                  <c:v>1.787562296E-2</c:v>
                </c:pt>
                <c:pt idx="283">
                  <c:v>1.7996078360000001E-2</c:v>
                </c:pt>
                <c:pt idx="284">
                  <c:v>1.7993999649999998E-2</c:v>
                </c:pt>
                <c:pt idx="285">
                  <c:v>1.7962621519999999E-2</c:v>
                </c:pt>
                <c:pt idx="286">
                  <c:v>1.798776723E-2</c:v>
                </c:pt>
                <c:pt idx="287">
                  <c:v>1.8066234890000001E-2</c:v>
                </c:pt>
                <c:pt idx="288">
                  <c:v>1.8043512479999999E-2</c:v>
                </c:pt>
                <c:pt idx="289">
                  <c:v>1.812530868E-2</c:v>
                </c:pt>
                <c:pt idx="290">
                  <c:v>1.8109656870000001E-2</c:v>
                </c:pt>
                <c:pt idx="291">
                  <c:v>1.816158369E-2</c:v>
                </c:pt>
                <c:pt idx="292">
                  <c:v>1.8208011980000001E-2</c:v>
                </c:pt>
                <c:pt idx="293">
                  <c:v>1.8250260500000001E-2</c:v>
                </c:pt>
                <c:pt idx="294">
                  <c:v>1.8275124949999999E-2</c:v>
                </c:pt>
                <c:pt idx="295">
                  <c:v>1.8394069749999999E-2</c:v>
                </c:pt>
                <c:pt idx="296">
                  <c:v>1.8364418300000001E-2</c:v>
                </c:pt>
                <c:pt idx="297">
                  <c:v>1.8465641889999999E-2</c:v>
                </c:pt>
                <c:pt idx="298">
                  <c:v>1.8464777620000001E-2</c:v>
                </c:pt>
                <c:pt idx="299">
                  <c:v>1.857877523E-2</c:v>
                </c:pt>
                <c:pt idx="300">
                  <c:v>1.859363541E-2</c:v>
                </c:pt>
                <c:pt idx="301">
                  <c:v>1.8656780939999999E-2</c:v>
                </c:pt>
                <c:pt idx="302">
                  <c:v>1.87248569E-2</c:v>
                </c:pt>
                <c:pt idx="303">
                  <c:v>1.8830245360000001E-2</c:v>
                </c:pt>
                <c:pt idx="304">
                  <c:v>1.8871797249999999E-2</c:v>
                </c:pt>
                <c:pt idx="305">
                  <c:v>1.8877500669999998E-2</c:v>
                </c:pt>
                <c:pt idx="306">
                  <c:v>1.8997287379999998E-2</c:v>
                </c:pt>
                <c:pt idx="307">
                  <c:v>1.9032256680000002E-2</c:v>
                </c:pt>
                <c:pt idx="308">
                  <c:v>1.9137449559999999E-2</c:v>
                </c:pt>
                <c:pt idx="309">
                  <c:v>1.9163500520000001E-2</c:v>
                </c:pt>
                <c:pt idx="310">
                  <c:v>1.9286395979999999E-2</c:v>
                </c:pt>
                <c:pt idx="311">
                  <c:v>1.9284799700000001E-2</c:v>
                </c:pt>
                <c:pt idx="312">
                  <c:v>1.9388997929999999E-2</c:v>
                </c:pt>
                <c:pt idx="313">
                  <c:v>1.9429007549999999E-2</c:v>
                </c:pt>
                <c:pt idx="314">
                  <c:v>1.957025565E-2</c:v>
                </c:pt>
                <c:pt idx="315">
                  <c:v>1.957938075E-2</c:v>
                </c:pt>
                <c:pt idx="316">
                  <c:v>1.9647410139999998E-2</c:v>
                </c:pt>
                <c:pt idx="317">
                  <c:v>1.9734006379999999E-2</c:v>
                </c:pt>
                <c:pt idx="318">
                  <c:v>1.980943047E-2</c:v>
                </c:pt>
                <c:pt idx="319">
                  <c:v>1.9846117119999999E-2</c:v>
                </c:pt>
                <c:pt idx="320">
                  <c:v>1.9918063659999999E-2</c:v>
                </c:pt>
                <c:pt idx="321">
                  <c:v>1.992752217E-2</c:v>
                </c:pt>
                <c:pt idx="322">
                  <c:v>2.0021980629999998E-2</c:v>
                </c:pt>
                <c:pt idx="323">
                  <c:v>2.0117977629999999E-2</c:v>
                </c:pt>
                <c:pt idx="324">
                  <c:v>2.0121909680000001E-2</c:v>
                </c:pt>
                <c:pt idx="325">
                  <c:v>2.0237755029999999E-2</c:v>
                </c:pt>
                <c:pt idx="326">
                  <c:v>2.0278627050000001E-2</c:v>
                </c:pt>
                <c:pt idx="327">
                  <c:v>2.032134868E-2</c:v>
                </c:pt>
                <c:pt idx="328">
                  <c:v>2.0367573949999999E-2</c:v>
                </c:pt>
                <c:pt idx="329">
                  <c:v>2.0453173670000001E-2</c:v>
                </c:pt>
                <c:pt idx="330">
                  <c:v>2.0506089549999999E-2</c:v>
                </c:pt>
                <c:pt idx="331">
                  <c:v>2.0590901370000001E-2</c:v>
                </c:pt>
                <c:pt idx="332">
                  <c:v>2.061381005E-2</c:v>
                </c:pt>
                <c:pt idx="333">
                  <c:v>2.0692372689999999E-2</c:v>
                </c:pt>
                <c:pt idx="334">
                  <c:v>2.0779557529999999E-2</c:v>
                </c:pt>
                <c:pt idx="335">
                  <c:v>2.0814398299999998E-2</c:v>
                </c:pt>
                <c:pt idx="336">
                  <c:v>2.0980848E-2</c:v>
                </c:pt>
                <c:pt idx="337">
                  <c:v>2.0974082870000001E-2</c:v>
                </c:pt>
                <c:pt idx="338">
                  <c:v>2.1076433360000001E-2</c:v>
                </c:pt>
                <c:pt idx="339">
                  <c:v>2.1067220720000002E-2</c:v>
                </c:pt>
                <c:pt idx="340">
                  <c:v>2.1139886229999998E-2</c:v>
                </c:pt>
                <c:pt idx="341">
                  <c:v>2.1218707789999999E-2</c:v>
                </c:pt>
                <c:pt idx="342">
                  <c:v>2.1319428460000001E-2</c:v>
                </c:pt>
                <c:pt idx="343">
                  <c:v>2.1375168109999999E-2</c:v>
                </c:pt>
                <c:pt idx="344">
                  <c:v>2.1388465539999998E-2</c:v>
                </c:pt>
                <c:pt idx="345">
                  <c:v>2.1434614429999999E-2</c:v>
                </c:pt>
                <c:pt idx="346">
                  <c:v>2.146398649E-2</c:v>
                </c:pt>
                <c:pt idx="347">
                  <c:v>2.1488655360000001E-2</c:v>
                </c:pt>
                <c:pt idx="348">
                  <c:v>2.1594118329999999E-2</c:v>
                </c:pt>
                <c:pt idx="349">
                  <c:v>2.167811058E-2</c:v>
                </c:pt>
                <c:pt idx="350">
                  <c:v>2.1718630570000001E-2</c:v>
                </c:pt>
                <c:pt idx="351">
                  <c:v>2.174916491E-2</c:v>
                </c:pt>
                <c:pt idx="352">
                  <c:v>2.1796384830000001E-2</c:v>
                </c:pt>
                <c:pt idx="353">
                  <c:v>2.1890761330000001E-2</c:v>
                </c:pt>
                <c:pt idx="354">
                  <c:v>2.189405635E-2</c:v>
                </c:pt>
                <c:pt idx="355">
                  <c:v>2.1983660759999999E-2</c:v>
                </c:pt>
                <c:pt idx="356">
                  <c:v>2.2002939129999999E-2</c:v>
                </c:pt>
                <c:pt idx="357">
                  <c:v>2.205078676E-2</c:v>
                </c:pt>
                <c:pt idx="358">
                  <c:v>2.214908786E-2</c:v>
                </c:pt>
                <c:pt idx="359">
                  <c:v>2.2175537419999999E-2</c:v>
                </c:pt>
                <c:pt idx="360">
                  <c:v>2.2185590120000001E-2</c:v>
                </c:pt>
                <c:pt idx="361">
                  <c:v>2.212857641E-2</c:v>
                </c:pt>
                <c:pt idx="362">
                  <c:v>2.2159466520000001E-2</c:v>
                </c:pt>
                <c:pt idx="363">
                  <c:v>2.2171614690000001E-2</c:v>
                </c:pt>
                <c:pt idx="364">
                  <c:v>2.2146554660000001E-2</c:v>
                </c:pt>
                <c:pt idx="365">
                  <c:v>2.221501432E-2</c:v>
                </c:pt>
                <c:pt idx="366">
                  <c:v>2.2195370870000002E-2</c:v>
                </c:pt>
                <c:pt idx="367">
                  <c:v>2.2220490499999999E-2</c:v>
                </c:pt>
                <c:pt idx="368">
                  <c:v>2.2181967269999998E-2</c:v>
                </c:pt>
                <c:pt idx="369">
                  <c:v>2.2147152569999998E-2</c:v>
                </c:pt>
                <c:pt idx="370">
                  <c:v>2.2200465199999998E-2</c:v>
                </c:pt>
                <c:pt idx="371">
                  <c:v>2.22195629E-2</c:v>
                </c:pt>
                <c:pt idx="372">
                  <c:v>2.2266019139999999E-2</c:v>
                </c:pt>
                <c:pt idx="373">
                  <c:v>2.2246563810000002E-2</c:v>
                </c:pt>
                <c:pt idx="374">
                  <c:v>2.2256482389999999E-2</c:v>
                </c:pt>
                <c:pt idx="375">
                  <c:v>2.2225556899999999E-2</c:v>
                </c:pt>
                <c:pt idx="376">
                  <c:v>2.2265665229999999E-2</c:v>
                </c:pt>
                <c:pt idx="377">
                  <c:v>2.2361477840000001E-2</c:v>
                </c:pt>
                <c:pt idx="378">
                  <c:v>2.2406475620000001E-2</c:v>
                </c:pt>
                <c:pt idx="379">
                  <c:v>2.2496949879999999E-2</c:v>
                </c:pt>
                <c:pt idx="380">
                  <c:v>2.2511618210000001E-2</c:v>
                </c:pt>
                <c:pt idx="381">
                  <c:v>2.2505210710000001E-2</c:v>
                </c:pt>
                <c:pt idx="382">
                  <c:v>2.2584907710000001E-2</c:v>
                </c:pt>
                <c:pt idx="383">
                  <c:v>2.261032164E-2</c:v>
                </c:pt>
                <c:pt idx="384">
                  <c:v>2.257896215E-2</c:v>
                </c:pt>
                <c:pt idx="385">
                  <c:v>2.2670673209999999E-2</c:v>
                </c:pt>
                <c:pt idx="386">
                  <c:v>2.2646181290000001E-2</c:v>
                </c:pt>
                <c:pt idx="387">
                  <c:v>2.266355418E-2</c:v>
                </c:pt>
                <c:pt idx="388">
                  <c:v>2.271990292E-2</c:v>
                </c:pt>
                <c:pt idx="389">
                  <c:v>2.2751489650000001E-2</c:v>
                </c:pt>
                <c:pt idx="390">
                  <c:v>2.273136005E-2</c:v>
                </c:pt>
                <c:pt idx="391">
                  <c:v>2.2768540310000002E-2</c:v>
                </c:pt>
                <c:pt idx="392">
                  <c:v>2.2833360359999999E-2</c:v>
                </c:pt>
                <c:pt idx="393">
                  <c:v>2.2821055730000001E-2</c:v>
                </c:pt>
                <c:pt idx="394">
                  <c:v>2.291243523E-2</c:v>
                </c:pt>
                <c:pt idx="395">
                  <c:v>2.28436999E-2</c:v>
                </c:pt>
                <c:pt idx="396">
                  <c:v>2.2836634889999999E-2</c:v>
                </c:pt>
                <c:pt idx="397">
                  <c:v>2.29451824E-2</c:v>
                </c:pt>
                <c:pt idx="398">
                  <c:v>2.301330306E-2</c:v>
                </c:pt>
                <c:pt idx="399">
                  <c:v>2.305190079E-2</c:v>
                </c:pt>
                <c:pt idx="400">
                  <c:v>2.3035794500000002E-2</c:v>
                </c:pt>
                <c:pt idx="401">
                  <c:v>2.3140106349999998E-2</c:v>
                </c:pt>
                <c:pt idx="402">
                  <c:v>2.3068197070000001E-2</c:v>
                </c:pt>
                <c:pt idx="403">
                  <c:v>2.3221967739999998E-2</c:v>
                </c:pt>
                <c:pt idx="404">
                  <c:v>2.3173362020000001E-2</c:v>
                </c:pt>
                <c:pt idx="405">
                  <c:v>2.3216806350000001E-2</c:v>
                </c:pt>
                <c:pt idx="406">
                  <c:v>2.323594876E-2</c:v>
                </c:pt>
                <c:pt idx="407">
                  <c:v>2.3310452700000001E-2</c:v>
                </c:pt>
                <c:pt idx="408">
                  <c:v>2.3311763999999999E-2</c:v>
                </c:pt>
                <c:pt idx="409">
                  <c:v>2.3348283019999999E-2</c:v>
                </c:pt>
                <c:pt idx="410">
                  <c:v>2.345362678E-2</c:v>
                </c:pt>
                <c:pt idx="411">
                  <c:v>2.3488108069999999E-2</c:v>
                </c:pt>
                <c:pt idx="412">
                  <c:v>2.348996699E-2</c:v>
                </c:pt>
                <c:pt idx="413">
                  <c:v>2.3590996860000001E-2</c:v>
                </c:pt>
                <c:pt idx="414">
                  <c:v>2.3548334840000001E-2</c:v>
                </c:pt>
                <c:pt idx="415">
                  <c:v>2.3660123349999999E-2</c:v>
                </c:pt>
                <c:pt idx="416">
                  <c:v>2.3695113140000001E-2</c:v>
                </c:pt>
                <c:pt idx="417">
                  <c:v>2.3775411770000001E-2</c:v>
                </c:pt>
                <c:pt idx="418">
                  <c:v>2.3799939079999999E-2</c:v>
                </c:pt>
                <c:pt idx="419">
                  <c:v>2.3860948159999999E-2</c:v>
                </c:pt>
                <c:pt idx="420">
                  <c:v>2.397505753E-2</c:v>
                </c:pt>
                <c:pt idx="421">
                  <c:v>2.4003617469999999E-2</c:v>
                </c:pt>
                <c:pt idx="422">
                  <c:v>2.4135552349999999E-2</c:v>
                </c:pt>
                <c:pt idx="423">
                  <c:v>2.419858053E-2</c:v>
                </c:pt>
                <c:pt idx="424">
                  <c:v>2.4312971159999999E-2</c:v>
                </c:pt>
                <c:pt idx="425">
                  <c:v>2.4394368749999999E-2</c:v>
                </c:pt>
                <c:pt idx="426">
                  <c:v>2.456499077E-2</c:v>
                </c:pt>
                <c:pt idx="427">
                  <c:v>2.459887601E-2</c:v>
                </c:pt>
                <c:pt idx="428">
                  <c:v>2.4698793890000001E-2</c:v>
                </c:pt>
                <c:pt idx="429">
                  <c:v>2.4801449850000001E-2</c:v>
                </c:pt>
                <c:pt idx="430">
                  <c:v>2.496965416E-2</c:v>
                </c:pt>
                <c:pt idx="431">
                  <c:v>2.500494197E-2</c:v>
                </c:pt>
                <c:pt idx="432">
                  <c:v>2.5107560679999998E-2</c:v>
                </c:pt>
                <c:pt idx="433">
                  <c:v>2.523231506E-2</c:v>
                </c:pt>
                <c:pt idx="434">
                  <c:v>2.5319565089999999E-2</c:v>
                </c:pt>
                <c:pt idx="435">
                  <c:v>2.542393096E-2</c:v>
                </c:pt>
                <c:pt idx="436">
                  <c:v>2.5560142470000002E-2</c:v>
                </c:pt>
                <c:pt idx="437">
                  <c:v>2.5767698879999999E-2</c:v>
                </c:pt>
                <c:pt idx="438">
                  <c:v>2.586983889E-2</c:v>
                </c:pt>
                <c:pt idx="439">
                  <c:v>2.5990441440000001E-2</c:v>
                </c:pt>
                <c:pt idx="440">
                  <c:v>2.6135325429999998E-2</c:v>
                </c:pt>
                <c:pt idx="441">
                  <c:v>2.6390219110000002E-2</c:v>
                </c:pt>
                <c:pt idx="442">
                  <c:v>2.654296905E-2</c:v>
                </c:pt>
                <c:pt idx="443">
                  <c:v>2.6771562169999999E-2</c:v>
                </c:pt>
                <c:pt idx="444">
                  <c:v>2.697135136E-2</c:v>
                </c:pt>
                <c:pt idx="445">
                  <c:v>2.7209319169999999E-2</c:v>
                </c:pt>
                <c:pt idx="446">
                  <c:v>2.754876576E-2</c:v>
                </c:pt>
                <c:pt idx="447">
                  <c:v>2.7860794219999999E-2</c:v>
                </c:pt>
                <c:pt idx="448">
                  <c:v>2.8121618550000001E-2</c:v>
                </c:pt>
                <c:pt idx="449">
                  <c:v>2.846039832E-2</c:v>
                </c:pt>
                <c:pt idx="450">
                  <c:v>2.871754579E-2</c:v>
                </c:pt>
                <c:pt idx="451">
                  <c:v>2.8981350360000002E-2</c:v>
                </c:pt>
                <c:pt idx="452">
                  <c:v>2.9304267839999999E-2</c:v>
                </c:pt>
                <c:pt idx="453">
                  <c:v>2.962437645E-2</c:v>
                </c:pt>
                <c:pt idx="454">
                  <c:v>2.99641639E-2</c:v>
                </c:pt>
                <c:pt idx="455">
                  <c:v>3.0194120479999999E-2</c:v>
                </c:pt>
                <c:pt idx="456">
                  <c:v>3.043977544E-2</c:v>
                </c:pt>
                <c:pt idx="457">
                  <c:v>3.0656343329999999E-2</c:v>
                </c:pt>
                <c:pt idx="458">
                  <c:v>3.0853481960000002E-2</c:v>
                </c:pt>
                <c:pt idx="459">
                  <c:v>3.1073065470000001E-2</c:v>
                </c:pt>
                <c:pt idx="460">
                  <c:v>3.1343676149999999E-2</c:v>
                </c:pt>
                <c:pt idx="461">
                  <c:v>3.159852698E-2</c:v>
                </c:pt>
                <c:pt idx="462">
                  <c:v>3.1836871060000001E-2</c:v>
                </c:pt>
                <c:pt idx="463">
                  <c:v>3.2085713000000002E-2</c:v>
                </c:pt>
                <c:pt idx="464">
                  <c:v>3.2349284739999998E-2</c:v>
                </c:pt>
                <c:pt idx="465">
                  <c:v>3.2610140740000002E-2</c:v>
                </c:pt>
                <c:pt idx="466">
                  <c:v>3.2835140819999997E-2</c:v>
                </c:pt>
                <c:pt idx="467">
                  <c:v>3.3085953440000003E-2</c:v>
                </c:pt>
                <c:pt idx="468">
                  <c:v>3.3350717279999997E-2</c:v>
                </c:pt>
                <c:pt idx="469">
                  <c:v>3.3602274949999997E-2</c:v>
                </c:pt>
                <c:pt idx="470">
                  <c:v>3.3780105409999997E-2</c:v>
                </c:pt>
                <c:pt idx="471">
                  <c:v>3.4052547070000001E-2</c:v>
                </c:pt>
                <c:pt idx="472">
                  <c:v>3.4251596779999997E-2</c:v>
                </c:pt>
                <c:pt idx="473">
                  <c:v>3.4425519410000001E-2</c:v>
                </c:pt>
                <c:pt idx="474">
                  <c:v>3.4628469500000002E-2</c:v>
                </c:pt>
                <c:pt idx="475">
                  <c:v>3.4768134360000001E-2</c:v>
                </c:pt>
                <c:pt idx="476">
                  <c:v>3.5028539599999998E-2</c:v>
                </c:pt>
                <c:pt idx="477">
                  <c:v>3.5115059470000001E-2</c:v>
                </c:pt>
                <c:pt idx="478">
                  <c:v>3.52996327E-2</c:v>
                </c:pt>
                <c:pt idx="479">
                  <c:v>3.5503074529999998E-2</c:v>
                </c:pt>
                <c:pt idx="480">
                  <c:v>3.5678453739999998E-2</c:v>
                </c:pt>
                <c:pt idx="481">
                  <c:v>3.580785543E-2</c:v>
                </c:pt>
                <c:pt idx="482">
                  <c:v>3.5978157070000003E-2</c:v>
                </c:pt>
                <c:pt idx="483">
                  <c:v>3.6209996789999997E-2</c:v>
                </c:pt>
                <c:pt idx="484">
                  <c:v>3.6255218089999999E-2</c:v>
                </c:pt>
                <c:pt idx="485">
                  <c:v>3.651536256E-2</c:v>
                </c:pt>
                <c:pt idx="486">
                  <c:v>3.6709658800000003E-2</c:v>
                </c:pt>
                <c:pt idx="487">
                  <c:v>3.6835197360000002E-2</c:v>
                </c:pt>
                <c:pt idx="488">
                  <c:v>3.7006888539999998E-2</c:v>
                </c:pt>
                <c:pt idx="489">
                  <c:v>3.7090417000000001E-2</c:v>
                </c:pt>
                <c:pt idx="490">
                  <c:v>3.7265621130000003E-2</c:v>
                </c:pt>
                <c:pt idx="491">
                  <c:v>3.7575483319999999E-2</c:v>
                </c:pt>
                <c:pt idx="492">
                  <c:v>3.7788663059999998E-2</c:v>
                </c:pt>
                <c:pt idx="493">
                  <c:v>3.7934601310000003E-2</c:v>
                </c:pt>
                <c:pt idx="494">
                  <c:v>3.8013081999999997E-2</c:v>
                </c:pt>
                <c:pt idx="495">
                  <c:v>3.8270864639999999E-2</c:v>
                </c:pt>
                <c:pt idx="496">
                  <c:v>3.8398496810000002E-2</c:v>
                </c:pt>
                <c:pt idx="497">
                  <c:v>3.8609903309999999E-2</c:v>
                </c:pt>
                <c:pt idx="498">
                  <c:v>3.8765937090000001E-2</c:v>
                </c:pt>
                <c:pt idx="499">
                  <c:v>3.9022155109999998E-2</c:v>
                </c:pt>
                <c:pt idx="500">
                  <c:v>3.9176635440000003E-2</c:v>
                </c:pt>
                <c:pt idx="501">
                  <c:v>3.9411693810000002E-2</c:v>
                </c:pt>
                <c:pt idx="502">
                  <c:v>3.9592545479999998E-2</c:v>
                </c:pt>
                <c:pt idx="503">
                  <c:v>3.9748761799999997E-2</c:v>
                </c:pt>
                <c:pt idx="504">
                  <c:v>3.9915535600000003E-2</c:v>
                </c:pt>
                <c:pt idx="505">
                  <c:v>4.022169858E-2</c:v>
                </c:pt>
                <c:pt idx="506">
                  <c:v>4.0357463060000001E-2</c:v>
                </c:pt>
                <c:pt idx="507">
                  <c:v>4.0674369779999997E-2</c:v>
                </c:pt>
                <c:pt idx="508">
                  <c:v>4.0856856849999998E-2</c:v>
                </c:pt>
                <c:pt idx="509">
                  <c:v>4.109438881E-2</c:v>
                </c:pt>
                <c:pt idx="510">
                  <c:v>4.1221261019999997E-2</c:v>
                </c:pt>
                <c:pt idx="511">
                  <c:v>4.1505560279999999E-2</c:v>
                </c:pt>
                <c:pt idx="512">
                  <c:v>4.1743878280000001E-2</c:v>
                </c:pt>
                <c:pt idx="513">
                  <c:v>4.2016912250000003E-2</c:v>
                </c:pt>
                <c:pt idx="514">
                  <c:v>4.2230259630000003E-2</c:v>
                </c:pt>
                <c:pt idx="515">
                  <c:v>4.2526155709999999E-2</c:v>
                </c:pt>
                <c:pt idx="516">
                  <c:v>4.2763575909999997E-2</c:v>
                </c:pt>
                <c:pt idx="517">
                  <c:v>4.3027881529999999E-2</c:v>
                </c:pt>
                <c:pt idx="518">
                  <c:v>4.3270237740000002E-2</c:v>
                </c:pt>
                <c:pt idx="519">
                  <c:v>4.3509952720000002E-2</c:v>
                </c:pt>
                <c:pt idx="520">
                  <c:v>4.3788138779999999E-2</c:v>
                </c:pt>
                <c:pt idx="521">
                  <c:v>4.4045846909999999E-2</c:v>
                </c:pt>
                <c:pt idx="522">
                  <c:v>4.4348746539999997E-2</c:v>
                </c:pt>
                <c:pt idx="523">
                  <c:v>4.4478349389999998E-2</c:v>
                </c:pt>
                <c:pt idx="524">
                  <c:v>4.4816963369999997E-2</c:v>
                </c:pt>
                <c:pt idx="525">
                  <c:v>4.4992323959999997E-2</c:v>
                </c:pt>
                <c:pt idx="526">
                  <c:v>4.527499527E-2</c:v>
                </c:pt>
                <c:pt idx="527">
                  <c:v>4.55015935E-2</c:v>
                </c:pt>
                <c:pt idx="528">
                  <c:v>4.578957334E-2</c:v>
                </c:pt>
                <c:pt idx="529">
                  <c:v>4.6102009710000003E-2</c:v>
                </c:pt>
                <c:pt idx="530">
                  <c:v>4.6357434240000002E-2</c:v>
                </c:pt>
                <c:pt idx="531">
                  <c:v>4.6574223790000001E-2</c:v>
                </c:pt>
                <c:pt idx="532">
                  <c:v>4.6916320919999997E-2</c:v>
                </c:pt>
                <c:pt idx="533">
                  <c:v>4.7024194149999997E-2</c:v>
                </c:pt>
                <c:pt idx="534">
                  <c:v>4.7430105510000001E-2</c:v>
                </c:pt>
                <c:pt idx="535">
                  <c:v>4.7738146039999999E-2</c:v>
                </c:pt>
                <c:pt idx="536">
                  <c:v>4.8011105509999999E-2</c:v>
                </c:pt>
                <c:pt idx="537">
                  <c:v>4.8331335189999998E-2</c:v>
                </c:pt>
                <c:pt idx="538">
                  <c:v>4.867172241E-2</c:v>
                </c:pt>
                <c:pt idx="539">
                  <c:v>4.889288545E-2</c:v>
                </c:pt>
                <c:pt idx="540">
                  <c:v>4.9398280679999997E-2</c:v>
                </c:pt>
                <c:pt idx="541">
                  <c:v>4.9571122969999999E-2</c:v>
                </c:pt>
                <c:pt idx="542">
                  <c:v>4.9939606339999998E-2</c:v>
                </c:pt>
                <c:pt idx="543">
                  <c:v>5.0269864499999997E-2</c:v>
                </c:pt>
                <c:pt idx="544">
                  <c:v>5.0468899310000002E-2</c:v>
                </c:pt>
                <c:pt idx="545">
                  <c:v>5.0810240210000003E-2</c:v>
                </c:pt>
                <c:pt idx="546">
                  <c:v>5.1275022330000003E-2</c:v>
                </c:pt>
                <c:pt idx="547">
                  <c:v>5.1519665870000002E-2</c:v>
                </c:pt>
                <c:pt idx="548">
                  <c:v>5.1819920540000002E-2</c:v>
                </c:pt>
                <c:pt idx="549">
                  <c:v>5.2248150110000002E-2</c:v>
                </c:pt>
                <c:pt idx="550">
                  <c:v>5.2526906130000002E-2</c:v>
                </c:pt>
                <c:pt idx="551">
                  <c:v>5.2913140509999998E-2</c:v>
                </c:pt>
                <c:pt idx="552">
                  <c:v>5.3238470109999998E-2</c:v>
                </c:pt>
                <c:pt idx="553">
                  <c:v>5.3611986340000001E-2</c:v>
                </c:pt>
                <c:pt idx="554">
                  <c:v>5.3939245640000001E-2</c:v>
                </c:pt>
                <c:pt idx="555">
                  <c:v>5.431259796E-2</c:v>
                </c:pt>
                <c:pt idx="556">
                  <c:v>5.4725032299999997E-2</c:v>
                </c:pt>
                <c:pt idx="557">
                  <c:v>5.508971587E-2</c:v>
                </c:pt>
                <c:pt idx="558">
                  <c:v>5.552053824E-2</c:v>
                </c:pt>
                <c:pt idx="559">
                  <c:v>5.5793456730000003E-2</c:v>
                </c:pt>
                <c:pt idx="560">
                  <c:v>5.6226685640000003E-2</c:v>
                </c:pt>
                <c:pt idx="561">
                  <c:v>5.6664001200000001E-2</c:v>
                </c:pt>
                <c:pt idx="562">
                  <c:v>5.7127211240000003E-2</c:v>
                </c:pt>
                <c:pt idx="563">
                  <c:v>5.7458579539999999E-2</c:v>
                </c:pt>
                <c:pt idx="564">
                  <c:v>5.7895809409999999E-2</c:v>
                </c:pt>
                <c:pt idx="565">
                  <c:v>5.831541866E-2</c:v>
                </c:pt>
                <c:pt idx="566">
                  <c:v>5.8728590609999999E-2</c:v>
                </c:pt>
                <c:pt idx="567">
                  <c:v>5.9134352950000003E-2</c:v>
                </c:pt>
                <c:pt idx="568">
                  <c:v>5.9537824240000002E-2</c:v>
                </c:pt>
                <c:pt idx="569">
                  <c:v>5.998060107E-2</c:v>
                </c:pt>
                <c:pt idx="570">
                  <c:v>6.0456704350000001E-2</c:v>
                </c:pt>
                <c:pt idx="571">
                  <c:v>6.0891218480000002E-2</c:v>
                </c:pt>
                <c:pt idx="572">
                  <c:v>6.1321273449999998E-2</c:v>
                </c:pt>
                <c:pt idx="573">
                  <c:v>6.1665527519999999E-2</c:v>
                </c:pt>
                <c:pt idx="574">
                  <c:v>6.2170125540000003E-2</c:v>
                </c:pt>
                <c:pt idx="575">
                  <c:v>6.2684193250000006E-2</c:v>
                </c:pt>
                <c:pt idx="576">
                  <c:v>6.3142225149999995E-2</c:v>
                </c:pt>
                <c:pt idx="577">
                  <c:v>6.3583955169999998E-2</c:v>
                </c:pt>
                <c:pt idx="578">
                  <c:v>6.4067870380000003E-2</c:v>
                </c:pt>
                <c:pt idx="579">
                  <c:v>6.4409747719999993E-2</c:v>
                </c:pt>
                <c:pt idx="580">
                  <c:v>6.4931102099999999E-2</c:v>
                </c:pt>
                <c:pt idx="581">
                  <c:v>6.5465964380000005E-2</c:v>
                </c:pt>
                <c:pt idx="582">
                  <c:v>6.6023036839999993E-2</c:v>
                </c:pt>
                <c:pt idx="583">
                  <c:v>6.6444724799999993E-2</c:v>
                </c:pt>
                <c:pt idx="584">
                  <c:v>6.7085005340000003E-2</c:v>
                </c:pt>
                <c:pt idx="585">
                  <c:v>6.7535035310000005E-2</c:v>
                </c:pt>
                <c:pt idx="586">
                  <c:v>6.8055041129999994E-2</c:v>
                </c:pt>
                <c:pt idx="587">
                  <c:v>6.8541720510000001E-2</c:v>
                </c:pt>
                <c:pt idx="588">
                  <c:v>6.9113403559999995E-2</c:v>
                </c:pt>
                <c:pt idx="589">
                  <c:v>6.9602303209999994E-2</c:v>
                </c:pt>
                <c:pt idx="590">
                  <c:v>7.0213913919999996E-2</c:v>
                </c:pt>
                <c:pt idx="591">
                  <c:v>7.0763245220000007E-2</c:v>
                </c:pt>
                <c:pt idx="592">
                  <c:v>7.122204453E-2</c:v>
                </c:pt>
                <c:pt idx="593">
                  <c:v>7.1776844559999997E-2</c:v>
                </c:pt>
                <c:pt idx="594">
                  <c:v>7.2355493899999998E-2</c:v>
                </c:pt>
                <c:pt idx="595">
                  <c:v>7.2855964300000006E-2</c:v>
                </c:pt>
                <c:pt idx="596">
                  <c:v>7.3492370550000005E-2</c:v>
                </c:pt>
                <c:pt idx="597">
                  <c:v>7.4089340870000006E-2</c:v>
                </c:pt>
                <c:pt idx="598">
                  <c:v>7.461176068E-2</c:v>
                </c:pt>
                <c:pt idx="599">
                  <c:v>7.5110465289999997E-2</c:v>
                </c:pt>
                <c:pt idx="600">
                  <c:v>7.5699031350000001E-2</c:v>
                </c:pt>
                <c:pt idx="601">
                  <c:v>7.4816249309999999E-2</c:v>
                </c:pt>
                <c:pt idx="602">
                  <c:v>7.5280241669999998E-2</c:v>
                </c:pt>
                <c:pt idx="603">
                  <c:v>7.6202042400000003E-2</c:v>
                </c:pt>
                <c:pt idx="604">
                  <c:v>7.670409232E-2</c:v>
                </c:pt>
                <c:pt idx="605">
                  <c:v>7.7219858769999997E-2</c:v>
                </c:pt>
                <c:pt idx="606">
                  <c:v>7.8043602409999996E-2</c:v>
                </c:pt>
                <c:pt idx="607">
                  <c:v>7.8594498339999999E-2</c:v>
                </c:pt>
                <c:pt idx="608">
                  <c:v>7.9237729310000005E-2</c:v>
                </c:pt>
                <c:pt idx="609">
                  <c:v>7.9773627220000004E-2</c:v>
                </c:pt>
                <c:pt idx="610">
                  <c:v>8.047494292E-2</c:v>
                </c:pt>
                <c:pt idx="611">
                  <c:v>8.1096850339999998E-2</c:v>
                </c:pt>
                <c:pt idx="612">
                  <c:v>8.1731401379999999E-2</c:v>
                </c:pt>
                <c:pt idx="613">
                  <c:v>8.2493320110000004E-2</c:v>
                </c:pt>
                <c:pt idx="614">
                  <c:v>8.3294488489999999E-2</c:v>
                </c:pt>
                <c:pt idx="615">
                  <c:v>8.3764091129999996E-2</c:v>
                </c:pt>
                <c:pt idx="616">
                  <c:v>8.4570966659999997E-2</c:v>
                </c:pt>
                <c:pt idx="617">
                  <c:v>8.5145078599999993E-2</c:v>
                </c:pt>
                <c:pt idx="618">
                  <c:v>8.5885412990000007E-2</c:v>
                </c:pt>
                <c:pt idx="619">
                  <c:v>8.6455762389999996E-2</c:v>
                </c:pt>
                <c:pt idx="620">
                  <c:v>8.7439797819999998E-2</c:v>
                </c:pt>
                <c:pt idx="621">
                  <c:v>8.8058203459999998E-2</c:v>
                </c:pt>
                <c:pt idx="622">
                  <c:v>8.8947184380000002E-2</c:v>
                </c:pt>
                <c:pt idx="623">
                  <c:v>8.9603856209999999E-2</c:v>
                </c:pt>
                <c:pt idx="624">
                  <c:v>9.0374462310000001E-2</c:v>
                </c:pt>
                <c:pt idx="625">
                  <c:v>9.0982854370000005E-2</c:v>
                </c:pt>
                <c:pt idx="626">
                  <c:v>9.1869667170000002E-2</c:v>
                </c:pt>
                <c:pt idx="627">
                  <c:v>9.2601150270000002E-2</c:v>
                </c:pt>
                <c:pt idx="628">
                  <c:v>9.3390226359999995E-2</c:v>
                </c:pt>
                <c:pt idx="629">
                  <c:v>9.4227105379999995E-2</c:v>
                </c:pt>
                <c:pt idx="630">
                  <c:v>9.5160149040000003E-2</c:v>
                </c:pt>
                <c:pt idx="631">
                  <c:v>9.5867410299999997E-2</c:v>
                </c:pt>
                <c:pt idx="632">
                  <c:v>9.6653357149999994E-2</c:v>
                </c:pt>
                <c:pt idx="633">
                  <c:v>9.7561947999999996E-2</c:v>
                </c:pt>
                <c:pt idx="634">
                  <c:v>9.8428085449999994E-2</c:v>
                </c:pt>
                <c:pt idx="635">
                  <c:v>9.9135681990000002E-2</c:v>
                </c:pt>
                <c:pt idx="636">
                  <c:v>0.1000489593</c:v>
                </c:pt>
                <c:pt idx="637">
                  <c:v>0.1009358242</c:v>
                </c:pt>
                <c:pt idx="638">
                  <c:v>0.10172197970000001</c:v>
                </c:pt>
                <c:pt idx="639">
                  <c:v>0.1027084291</c:v>
                </c:pt>
                <c:pt idx="640">
                  <c:v>0.103495501</c:v>
                </c:pt>
                <c:pt idx="641">
                  <c:v>0.1043060571</c:v>
                </c:pt>
                <c:pt idx="642">
                  <c:v>0.1053869873</c:v>
                </c:pt>
                <c:pt idx="643">
                  <c:v>0.106265977</c:v>
                </c:pt>
                <c:pt idx="644">
                  <c:v>0.1070919931</c:v>
                </c:pt>
                <c:pt idx="645">
                  <c:v>0.10809339580000001</c:v>
                </c:pt>
                <c:pt idx="646">
                  <c:v>0.1092105657</c:v>
                </c:pt>
                <c:pt idx="647">
                  <c:v>0.1098992229</c:v>
                </c:pt>
                <c:pt idx="648">
                  <c:v>0.1109687462</c:v>
                </c:pt>
                <c:pt idx="649">
                  <c:v>0.111855939</c:v>
                </c:pt>
                <c:pt idx="650">
                  <c:v>0.1129631698</c:v>
                </c:pt>
                <c:pt idx="651">
                  <c:v>0.1139380634</c:v>
                </c:pt>
                <c:pt idx="652">
                  <c:v>0.1149188578</c:v>
                </c:pt>
                <c:pt idx="653">
                  <c:v>0.1159950867</c:v>
                </c:pt>
                <c:pt idx="654">
                  <c:v>0.1168932915</c:v>
                </c:pt>
                <c:pt idx="655">
                  <c:v>0.118039988</c:v>
                </c:pt>
                <c:pt idx="656">
                  <c:v>0.11926755310000001</c:v>
                </c:pt>
                <c:pt idx="657">
                  <c:v>0.1202285513</c:v>
                </c:pt>
                <c:pt idx="658">
                  <c:v>0.1213873476</c:v>
                </c:pt>
                <c:pt idx="659">
                  <c:v>0.12233922630000001</c:v>
                </c:pt>
                <c:pt idx="660">
                  <c:v>0.1236597821</c:v>
                </c:pt>
                <c:pt idx="661">
                  <c:v>0.1247684434</c:v>
                </c:pt>
                <c:pt idx="662">
                  <c:v>0.12588626150000001</c:v>
                </c:pt>
                <c:pt idx="663">
                  <c:v>0.12709745759999999</c:v>
                </c:pt>
                <c:pt idx="664">
                  <c:v>0.12821194529999999</c:v>
                </c:pt>
                <c:pt idx="665">
                  <c:v>0.129555434</c:v>
                </c:pt>
                <c:pt idx="666">
                  <c:v>0.13073031600000001</c:v>
                </c:pt>
                <c:pt idx="667">
                  <c:v>0.1319377571</c:v>
                </c:pt>
                <c:pt idx="668">
                  <c:v>0.13323910529999999</c:v>
                </c:pt>
                <c:pt idx="669">
                  <c:v>0.13470819589999999</c:v>
                </c:pt>
                <c:pt idx="670">
                  <c:v>0.13588201999999999</c:v>
                </c:pt>
                <c:pt idx="671">
                  <c:v>0.1373566836</c:v>
                </c:pt>
                <c:pt idx="672">
                  <c:v>0.13856543599999999</c:v>
                </c:pt>
                <c:pt idx="673">
                  <c:v>0.14005243780000001</c:v>
                </c:pt>
                <c:pt idx="674">
                  <c:v>0.1412682384</c:v>
                </c:pt>
                <c:pt idx="675">
                  <c:v>0.1429214925</c:v>
                </c:pt>
                <c:pt idx="676">
                  <c:v>0.14423187079999999</c:v>
                </c:pt>
                <c:pt idx="677">
                  <c:v>0.14571174980000001</c:v>
                </c:pt>
                <c:pt idx="678">
                  <c:v>0.14718750119999999</c:v>
                </c:pt>
                <c:pt idx="679">
                  <c:v>0.1489289999</c:v>
                </c:pt>
                <c:pt idx="680">
                  <c:v>0.1505050808</c:v>
                </c:pt>
                <c:pt idx="681">
                  <c:v>0.1520288289</c:v>
                </c:pt>
                <c:pt idx="682">
                  <c:v>0.15365619959999999</c:v>
                </c:pt>
                <c:pt idx="683">
                  <c:v>0.1553269327</c:v>
                </c:pt>
                <c:pt idx="684">
                  <c:v>0.15695799890000001</c:v>
                </c:pt>
                <c:pt idx="685">
                  <c:v>0.1587489396</c:v>
                </c:pt>
                <c:pt idx="686">
                  <c:v>0.1605440229</c:v>
                </c:pt>
                <c:pt idx="687">
                  <c:v>0.16236177090000001</c:v>
                </c:pt>
                <c:pt idx="688">
                  <c:v>0.16414068640000001</c:v>
                </c:pt>
                <c:pt idx="689">
                  <c:v>0.16614879669999999</c:v>
                </c:pt>
                <c:pt idx="690">
                  <c:v>0.1679447442</c:v>
                </c:pt>
                <c:pt idx="691">
                  <c:v>0.16998343169999999</c:v>
                </c:pt>
                <c:pt idx="692">
                  <c:v>0.17182213069999999</c:v>
                </c:pt>
                <c:pt idx="693">
                  <c:v>0.1739970595</c:v>
                </c:pt>
                <c:pt idx="694">
                  <c:v>0.1761785746</c:v>
                </c:pt>
                <c:pt idx="695">
                  <c:v>0.1782104075</c:v>
                </c:pt>
                <c:pt idx="696">
                  <c:v>0.18043909969999999</c:v>
                </c:pt>
                <c:pt idx="697">
                  <c:v>0.1828095615</c:v>
                </c:pt>
                <c:pt idx="698">
                  <c:v>0.1850021929</c:v>
                </c:pt>
                <c:pt idx="699">
                  <c:v>0.18734261390000001</c:v>
                </c:pt>
                <c:pt idx="700">
                  <c:v>0.1896836013</c:v>
                </c:pt>
                <c:pt idx="701">
                  <c:v>0.19220726190000001</c:v>
                </c:pt>
                <c:pt idx="702">
                  <c:v>0.19466421010000001</c:v>
                </c:pt>
                <c:pt idx="703">
                  <c:v>0.19726680220000001</c:v>
                </c:pt>
                <c:pt idx="704">
                  <c:v>0.1999608427</c:v>
                </c:pt>
                <c:pt idx="705">
                  <c:v>0.20256774129999999</c:v>
                </c:pt>
                <c:pt idx="706">
                  <c:v>0.2053091675</c:v>
                </c:pt>
                <c:pt idx="707">
                  <c:v>0.20819610359999999</c:v>
                </c:pt>
                <c:pt idx="708">
                  <c:v>0.21104444559999999</c:v>
                </c:pt>
                <c:pt idx="709">
                  <c:v>0.21394841370000001</c:v>
                </c:pt>
                <c:pt idx="710">
                  <c:v>0.2170240879</c:v>
                </c:pt>
                <c:pt idx="711">
                  <c:v>0.22029572729999999</c:v>
                </c:pt>
                <c:pt idx="712">
                  <c:v>0.2233134061</c:v>
                </c:pt>
                <c:pt idx="713">
                  <c:v>0.22673478720000001</c:v>
                </c:pt>
                <c:pt idx="714">
                  <c:v>0.2300689816</c:v>
                </c:pt>
                <c:pt idx="715">
                  <c:v>0.23347152769999999</c:v>
                </c:pt>
                <c:pt idx="716">
                  <c:v>0.2370187342</c:v>
                </c:pt>
                <c:pt idx="717">
                  <c:v>0.2405664176</c:v>
                </c:pt>
                <c:pt idx="718">
                  <c:v>0.24415430430000001</c:v>
                </c:pt>
                <c:pt idx="719">
                  <c:v>0.24816653129999999</c:v>
                </c:pt>
                <c:pt idx="720">
                  <c:v>0.2520729303</c:v>
                </c:pt>
                <c:pt idx="721">
                  <c:v>0.25612840059999997</c:v>
                </c:pt>
                <c:pt idx="722">
                  <c:v>0.26013436909999998</c:v>
                </c:pt>
                <c:pt idx="723">
                  <c:v>0.26439669729999998</c:v>
                </c:pt>
                <c:pt idx="724">
                  <c:v>0.2686965764</c:v>
                </c:pt>
                <c:pt idx="725">
                  <c:v>0.27322292329999998</c:v>
                </c:pt>
                <c:pt idx="726">
                  <c:v>0.27759829159999999</c:v>
                </c:pt>
                <c:pt idx="727">
                  <c:v>0.28227043149999997</c:v>
                </c:pt>
                <c:pt idx="728">
                  <c:v>0.28705218430000001</c:v>
                </c:pt>
                <c:pt idx="729">
                  <c:v>0.2919271886</c:v>
                </c:pt>
                <c:pt idx="730">
                  <c:v>0.29690533879999997</c:v>
                </c:pt>
                <c:pt idx="731">
                  <c:v>0.30216842890000001</c:v>
                </c:pt>
                <c:pt idx="732">
                  <c:v>0.30731227989999998</c:v>
                </c:pt>
                <c:pt idx="733">
                  <c:v>0.31286624070000002</c:v>
                </c:pt>
                <c:pt idx="734">
                  <c:v>0.31836619970000002</c:v>
                </c:pt>
                <c:pt idx="735">
                  <c:v>0.32414916160000001</c:v>
                </c:pt>
                <c:pt idx="736">
                  <c:v>0.32998910549999999</c:v>
                </c:pt>
                <c:pt idx="737">
                  <c:v>0.33604240419999998</c:v>
                </c:pt>
                <c:pt idx="738">
                  <c:v>0.34211251139999999</c:v>
                </c:pt>
                <c:pt idx="739">
                  <c:v>0.34844309089999997</c:v>
                </c:pt>
                <c:pt idx="740">
                  <c:v>0.35486182570000002</c:v>
                </c:pt>
                <c:pt idx="741">
                  <c:v>0.36154070500000002</c:v>
                </c:pt>
                <c:pt idx="742">
                  <c:v>0.36839547750000001</c:v>
                </c:pt>
                <c:pt idx="743">
                  <c:v>0.37537381050000002</c:v>
                </c:pt>
                <c:pt idx="744">
                  <c:v>0.38270160559999999</c:v>
                </c:pt>
                <c:pt idx="745">
                  <c:v>0.39000356200000003</c:v>
                </c:pt>
                <c:pt idx="746">
                  <c:v>0.3975347877</c:v>
                </c:pt>
                <c:pt idx="747">
                  <c:v>0.40531259780000001</c:v>
                </c:pt>
                <c:pt idx="748">
                  <c:v>0.41318669920000001</c:v>
                </c:pt>
                <c:pt idx="749">
                  <c:v>0.42123746870000001</c:v>
                </c:pt>
                <c:pt idx="750">
                  <c:v>0.42964407799999998</c:v>
                </c:pt>
                <c:pt idx="751">
                  <c:v>0.4380527139</c:v>
                </c:pt>
                <c:pt idx="752">
                  <c:v>0.44690057640000003</c:v>
                </c:pt>
                <c:pt idx="753">
                  <c:v>0.45584607119999998</c:v>
                </c:pt>
                <c:pt idx="754">
                  <c:v>0.46509012579999998</c:v>
                </c:pt>
                <c:pt idx="755">
                  <c:v>0.47455677390000001</c:v>
                </c:pt>
                <c:pt idx="756">
                  <c:v>0.48429211970000002</c:v>
                </c:pt>
                <c:pt idx="757">
                  <c:v>0.49425381419999997</c:v>
                </c:pt>
                <c:pt idx="758">
                  <c:v>0.50430399179999996</c:v>
                </c:pt>
                <c:pt idx="759">
                  <c:v>0.51467454430000004</c:v>
                </c:pt>
                <c:pt idx="760">
                  <c:v>0.52541971210000005</c:v>
                </c:pt>
                <c:pt idx="761">
                  <c:v>0.53616613150000003</c:v>
                </c:pt>
                <c:pt idx="762">
                  <c:v>0.54739338159999995</c:v>
                </c:pt>
                <c:pt idx="763">
                  <c:v>0.55873799319999995</c:v>
                </c:pt>
                <c:pt idx="764">
                  <c:v>0.57036429639999997</c:v>
                </c:pt>
                <c:pt idx="765">
                  <c:v>0.58223116399999997</c:v>
                </c:pt>
                <c:pt idx="766">
                  <c:v>0.59430623049999998</c:v>
                </c:pt>
                <c:pt idx="767">
                  <c:v>0.60671603679999997</c:v>
                </c:pt>
                <c:pt idx="768">
                  <c:v>0.6193346381</c:v>
                </c:pt>
                <c:pt idx="769">
                  <c:v>0.63229054210000002</c:v>
                </c:pt>
                <c:pt idx="770">
                  <c:v>0.64532744880000004</c:v>
                </c:pt>
                <c:pt idx="771">
                  <c:v>0.65866851810000004</c:v>
                </c:pt>
                <c:pt idx="772">
                  <c:v>0.67244213819999998</c:v>
                </c:pt>
                <c:pt idx="773">
                  <c:v>0.68615508079999998</c:v>
                </c:pt>
                <c:pt idx="774">
                  <c:v>0.70008069279999996</c:v>
                </c:pt>
                <c:pt idx="775">
                  <c:v>0.71455591919999994</c:v>
                </c:pt>
                <c:pt idx="776">
                  <c:v>0.72909796240000002</c:v>
                </c:pt>
                <c:pt idx="777">
                  <c:v>0.7436866164</c:v>
                </c:pt>
                <c:pt idx="778">
                  <c:v>0.75844031570000003</c:v>
                </c:pt>
                <c:pt idx="779">
                  <c:v>0.77343440060000002</c:v>
                </c:pt>
                <c:pt idx="780">
                  <c:v>0.78863561149999994</c:v>
                </c:pt>
                <c:pt idx="781">
                  <c:v>0.80398309229999998</c:v>
                </c:pt>
                <c:pt idx="782">
                  <c:v>0.81931340689999999</c:v>
                </c:pt>
                <c:pt idx="783">
                  <c:v>0.83473497630000004</c:v>
                </c:pt>
                <c:pt idx="784">
                  <c:v>0.85023701190000001</c:v>
                </c:pt>
                <c:pt idx="785">
                  <c:v>0.86568588020000004</c:v>
                </c:pt>
                <c:pt idx="786">
                  <c:v>0.88107681270000004</c:v>
                </c:pt>
                <c:pt idx="787">
                  <c:v>0.8964421749</c:v>
                </c:pt>
                <c:pt idx="788">
                  <c:v>0.91176915169999995</c:v>
                </c:pt>
                <c:pt idx="789">
                  <c:v>0.92688930030000005</c:v>
                </c:pt>
                <c:pt idx="790">
                  <c:v>0.94174218180000002</c:v>
                </c:pt>
                <c:pt idx="791">
                  <c:v>0.95683598520000002</c:v>
                </c:pt>
                <c:pt idx="792">
                  <c:v>0.9712340236</c:v>
                </c:pt>
                <c:pt idx="793">
                  <c:v>0.98558473589999995</c:v>
                </c:pt>
                <c:pt idx="794">
                  <c:v>0.99950778480000002</c:v>
                </c:pt>
                <c:pt idx="795">
                  <c:v>1.0131301880000001</c:v>
                </c:pt>
                <c:pt idx="796">
                  <c:v>1.026275992</c:v>
                </c:pt>
                <c:pt idx="797">
                  <c:v>1.0388674739999999</c:v>
                </c:pt>
                <c:pt idx="798">
                  <c:v>1.0513826610000001</c:v>
                </c:pt>
                <c:pt idx="799">
                  <c:v>1.0629920960000001</c:v>
                </c:pt>
                <c:pt idx="800">
                  <c:v>1.0742011069999999</c:v>
                </c:pt>
                <c:pt idx="801">
                  <c:v>1.084683657</c:v>
                </c:pt>
                <c:pt idx="802">
                  <c:v>1.0945839879999999</c:v>
                </c:pt>
                <c:pt idx="803">
                  <c:v>1.1038211579999999</c:v>
                </c:pt>
                <c:pt idx="804">
                  <c:v>1.1122453210000001</c:v>
                </c:pt>
                <c:pt idx="805">
                  <c:v>1.1201080080000001</c:v>
                </c:pt>
                <c:pt idx="806">
                  <c:v>1.1268192530000001</c:v>
                </c:pt>
                <c:pt idx="807">
                  <c:v>1.133233905</c:v>
                </c:pt>
                <c:pt idx="808">
                  <c:v>1.138625145</c:v>
                </c:pt>
                <c:pt idx="809">
                  <c:v>1.1431008579999999</c:v>
                </c:pt>
                <c:pt idx="810">
                  <c:v>1.1471095090000001</c:v>
                </c:pt>
                <c:pt idx="811">
                  <c:v>1.149976611</c:v>
                </c:pt>
                <c:pt idx="812">
                  <c:v>1.152180314</c:v>
                </c:pt>
                <c:pt idx="813">
                  <c:v>1.1534861329999999</c:v>
                </c:pt>
                <c:pt idx="814">
                  <c:v>1.153970242</c:v>
                </c:pt>
                <c:pt idx="815">
                  <c:v>1.1539468770000001</c:v>
                </c:pt>
                <c:pt idx="816">
                  <c:v>1.152985454</c:v>
                </c:pt>
                <c:pt idx="817">
                  <c:v>1.1514645809999999</c:v>
                </c:pt>
                <c:pt idx="818">
                  <c:v>1.148865461</c:v>
                </c:pt>
                <c:pt idx="819">
                  <c:v>1.146148086</c:v>
                </c:pt>
                <c:pt idx="820">
                  <c:v>1.142503858</c:v>
                </c:pt>
                <c:pt idx="821">
                  <c:v>1.1385507580000001</c:v>
                </c:pt>
                <c:pt idx="822">
                  <c:v>1.1339495180000001</c:v>
                </c:pt>
                <c:pt idx="823">
                  <c:v>1.1287791730000001</c:v>
                </c:pt>
                <c:pt idx="824">
                  <c:v>1.123082519</c:v>
                </c:pt>
                <c:pt idx="825">
                  <c:v>1.1169774530000001</c:v>
                </c:pt>
                <c:pt idx="826">
                  <c:v>1.110547781</c:v>
                </c:pt>
                <c:pt idx="827">
                  <c:v>1.1037516590000001</c:v>
                </c:pt>
                <c:pt idx="828">
                  <c:v>1.096769452</c:v>
                </c:pt>
                <c:pt idx="829">
                  <c:v>1.089302182</c:v>
                </c:pt>
                <c:pt idx="830">
                  <c:v>1.0816180710000001</c:v>
                </c:pt>
                <c:pt idx="831">
                  <c:v>1.073639035</c:v>
                </c:pt>
                <c:pt idx="832">
                  <c:v>1.0654233689999999</c:v>
                </c:pt>
                <c:pt idx="833">
                  <c:v>1.0571392770000001</c:v>
                </c:pt>
                <c:pt idx="834">
                  <c:v>1.048697233</c:v>
                </c:pt>
                <c:pt idx="835">
                  <c:v>1.0402547120000001</c:v>
                </c:pt>
                <c:pt idx="836">
                  <c:v>1.0316551920000001</c:v>
                </c:pt>
                <c:pt idx="837">
                  <c:v>1.0229059460000001</c:v>
                </c:pt>
                <c:pt idx="838">
                  <c:v>1.014058948</c:v>
                </c:pt>
                <c:pt idx="839">
                  <c:v>1.0052561760000001</c:v>
                </c:pt>
                <c:pt idx="840">
                  <c:v>0.996224463</c:v>
                </c:pt>
                <c:pt idx="841">
                  <c:v>0.98720580339999997</c:v>
                </c:pt>
                <c:pt idx="842">
                  <c:v>0.97819030279999997</c:v>
                </c:pt>
                <c:pt idx="843">
                  <c:v>0.96892797949999998</c:v>
                </c:pt>
                <c:pt idx="844">
                  <c:v>0.9596813917</c:v>
                </c:pt>
                <c:pt idx="845">
                  <c:v>0.95026814940000004</c:v>
                </c:pt>
                <c:pt idx="846">
                  <c:v>0.94142019750000006</c:v>
                </c:pt>
                <c:pt idx="847">
                  <c:v>0.9319770932</c:v>
                </c:pt>
                <c:pt idx="848">
                  <c:v>0.92274391649999998</c:v>
                </c:pt>
                <c:pt idx="849">
                  <c:v>0.91315913199999998</c:v>
                </c:pt>
                <c:pt idx="850">
                  <c:v>0.90382397169999995</c:v>
                </c:pt>
                <c:pt idx="851">
                  <c:v>0.89439123870000004</c:v>
                </c:pt>
                <c:pt idx="852">
                  <c:v>0.88508743050000005</c:v>
                </c:pt>
                <c:pt idx="853">
                  <c:v>0.87549364569999999</c:v>
                </c:pt>
                <c:pt idx="854">
                  <c:v>0.86601978540000002</c:v>
                </c:pt>
                <c:pt idx="855">
                  <c:v>0.8563191295</c:v>
                </c:pt>
                <c:pt idx="856">
                  <c:v>0.84659385679999999</c:v>
                </c:pt>
                <c:pt idx="857">
                  <c:v>0.83710587020000005</c:v>
                </c:pt>
                <c:pt idx="858">
                  <c:v>0.82744389770000004</c:v>
                </c:pt>
                <c:pt idx="859">
                  <c:v>0.81797456739999996</c:v>
                </c:pt>
                <c:pt idx="860">
                  <c:v>0.80822241309999998</c:v>
                </c:pt>
                <c:pt idx="861">
                  <c:v>0.79835486410000001</c:v>
                </c:pt>
                <c:pt idx="862">
                  <c:v>0.78877711299999997</c:v>
                </c:pt>
                <c:pt idx="863">
                  <c:v>0.77912759779999996</c:v>
                </c:pt>
                <c:pt idx="864">
                  <c:v>0.76950466630000003</c:v>
                </c:pt>
                <c:pt idx="865">
                  <c:v>0.75987118480000004</c:v>
                </c:pt>
                <c:pt idx="866">
                  <c:v>0.75008499620000002</c:v>
                </c:pt>
                <c:pt idx="867">
                  <c:v>0.74022626879999998</c:v>
                </c:pt>
                <c:pt idx="868">
                  <c:v>0.73073142769999999</c:v>
                </c:pt>
                <c:pt idx="869">
                  <c:v>0.72114121909999995</c:v>
                </c:pt>
                <c:pt idx="870">
                  <c:v>0.71156424279999997</c:v>
                </c:pt>
                <c:pt idx="871">
                  <c:v>0.70211750269999995</c:v>
                </c:pt>
                <c:pt idx="872">
                  <c:v>0.69279092549999999</c:v>
                </c:pt>
                <c:pt idx="873">
                  <c:v>0.68325412269999997</c:v>
                </c:pt>
                <c:pt idx="874">
                  <c:v>0.67395985130000002</c:v>
                </c:pt>
                <c:pt idx="875">
                  <c:v>0.66481500859999998</c:v>
                </c:pt>
                <c:pt idx="876">
                  <c:v>0.65554875140000002</c:v>
                </c:pt>
                <c:pt idx="877">
                  <c:v>0.64642715449999999</c:v>
                </c:pt>
                <c:pt idx="878">
                  <c:v>0.63756060599999997</c:v>
                </c:pt>
                <c:pt idx="879">
                  <c:v>0.62869167329999998</c:v>
                </c:pt>
                <c:pt idx="880">
                  <c:v>0.6199826598</c:v>
                </c:pt>
                <c:pt idx="881">
                  <c:v>0.61109519000000001</c:v>
                </c:pt>
                <c:pt idx="882">
                  <c:v>0.60250079629999997</c:v>
                </c:pt>
                <c:pt idx="883">
                  <c:v>0.59411871429999996</c:v>
                </c:pt>
                <c:pt idx="884">
                  <c:v>0.58573883770000001</c:v>
                </c:pt>
                <c:pt idx="885">
                  <c:v>0.57746499780000005</c:v>
                </c:pt>
                <c:pt idx="886">
                  <c:v>0.56938683990000005</c:v>
                </c:pt>
                <c:pt idx="887">
                  <c:v>0.56125408409999999</c:v>
                </c:pt>
                <c:pt idx="888">
                  <c:v>0.55347573760000002</c:v>
                </c:pt>
                <c:pt idx="889">
                  <c:v>0.54588407279999995</c:v>
                </c:pt>
                <c:pt idx="890">
                  <c:v>0.53825807569999995</c:v>
                </c:pt>
                <c:pt idx="891">
                  <c:v>0.53097879889999999</c:v>
                </c:pt>
                <c:pt idx="892">
                  <c:v>0.5238297582</c:v>
                </c:pt>
                <c:pt idx="893">
                  <c:v>0.51689165829999995</c:v>
                </c:pt>
                <c:pt idx="894">
                  <c:v>0.51023072000000003</c:v>
                </c:pt>
                <c:pt idx="895">
                  <c:v>0.50371474029999996</c:v>
                </c:pt>
                <c:pt idx="896">
                  <c:v>0.49770522119999999</c:v>
                </c:pt>
                <c:pt idx="897">
                  <c:v>0.4916767776</c:v>
                </c:pt>
                <c:pt idx="898">
                  <c:v>0.48605352639999999</c:v>
                </c:pt>
                <c:pt idx="899">
                  <c:v>0.48059290649999997</c:v>
                </c:pt>
                <c:pt idx="900">
                  <c:v>0.47542259100000001</c:v>
                </c:pt>
                <c:pt idx="901">
                  <c:v>0.47066986560000001</c:v>
                </c:pt>
                <c:pt idx="902">
                  <c:v>0.46600860360000002</c:v>
                </c:pt>
                <c:pt idx="903">
                  <c:v>0.46182423830000002</c:v>
                </c:pt>
                <c:pt idx="904">
                  <c:v>0.45792600509999998</c:v>
                </c:pt>
                <c:pt idx="905">
                  <c:v>0.45423954729999999</c:v>
                </c:pt>
                <c:pt idx="906">
                  <c:v>0.4510097206</c:v>
                </c:pt>
                <c:pt idx="907">
                  <c:v>0.44786912200000001</c:v>
                </c:pt>
                <c:pt idx="908">
                  <c:v>0.44519808890000001</c:v>
                </c:pt>
                <c:pt idx="909">
                  <c:v>0.44286254050000001</c:v>
                </c:pt>
                <c:pt idx="910">
                  <c:v>0.44065877799999997</c:v>
                </c:pt>
                <c:pt idx="911">
                  <c:v>0.43881541489999998</c:v>
                </c:pt>
                <c:pt idx="912">
                  <c:v>0.43722695109999998</c:v>
                </c:pt>
                <c:pt idx="913">
                  <c:v>0.43568792940000001</c:v>
                </c:pt>
                <c:pt idx="914">
                  <c:v>0.43458813429999998</c:v>
                </c:pt>
                <c:pt idx="915">
                  <c:v>0.43353238700000002</c:v>
                </c:pt>
                <c:pt idx="916">
                  <c:v>0.43289542199999997</c:v>
                </c:pt>
                <c:pt idx="917">
                  <c:v>0.43232479689999997</c:v>
                </c:pt>
                <c:pt idx="918">
                  <c:v>0.431833148</c:v>
                </c:pt>
                <c:pt idx="919">
                  <c:v>0.43157288430000001</c:v>
                </c:pt>
                <c:pt idx="920">
                  <c:v>0.43143558500000001</c:v>
                </c:pt>
                <c:pt idx="921">
                  <c:v>0.43148601060000003</c:v>
                </c:pt>
                <c:pt idx="922">
                  <c:v>0.43158563970000002</c:v>
                </c:pt>
                <c:pt idx="923">
                  <c:v>0.43178668619999999</c:v>
                </c:pt>
                <c:pt idx="924">
                  <c:v>0.431997627</c:v>
                </c:pt>
                <c:pt idx="925">
                  <c:v>0.43241345879999998</c:v>
                </c:pt>
                <c:pt idx="926">
                  <c:v>0.4328657091</c:v>
                </c:pt>
                <c:pt idx="927">
                  <c:v>0.4333115816</c:v>
                </c:pt>
                <c:pt idx="928">
                  <c:v>0.43388268349999998</c:v>
                </c:pt>
                <c:pt idx="929">
                  <c:v>0.4344284236</c:v>
                </c:pt>
                <c:pt idx="930">
                  <c:v>0.4351358414</c:v>
                </c:pt>
                <c:pt idx="931">
                  <c:v>0.4357582331</c:v>
                </c:pt>
                <c:pt idx="932">
                  <c:v>0.43642136450000002</c:v>
                </c:pt>
                <c:pt idx="933">
                  <c:v>0.4372313619</c:v>
                </c:pt>
                <c:pt idx="934">
                  <c:v>0.43803235889999997</c:v>
                </c:pt>
                <c:pt idx="935">
                  <c:v>0.4387760758</c:v>
                </c:pt>
                <c:pt idx="936">
                  <c:v>0.43955707550000001</c:v>
                </c:pt>
                <c:pt idx="937">
                  <c:v>0.44037160279999998</c:v>
                </c:pt>
                <c:pt idx="938">
                  <c:v>0.4410123527</c:v>
                </c:pt>
                <c:pt idx="939">
                  <c:v>0.44194468860000002</c:v>
                </c:pt>
                <c:pt idx="940">
                  <c:v>0.44284218549999999</c:v>
                </c:pt>
                <c:pt idx="941">
                  <c:v>0.44370013479999998</c:v>
                </c:pt>
                <c:pt idx="942">
                  <c:v>0.4443425238</c:v>
                </c:pt>
                <c:pt idx="943">
                  <c:v>0.4452556372</c:v>
                </c:pt>
                <c:pt idx="944">
                  <c:v>0.44618818160000001</c:v>
                </c:pt>
                <c:pt idx="945">
                  <c:v>0.44705080990000001</c:v>
                </c:pt>
                <c:pt idx="946">
                  <c:v>0.44784474369999999</c:v>
                </c:pt>
                <c:pt idx="947">
                  <c:v>0.44866508249999998</c:v>
                </c:pt>
                <c:pt idx="948">
                  <c:v>0.44937601690000001</c:v>
                </c:pt>
                <c:pt idx="949">
                  <c:v>0.45039284229999998</c:v>
                </c:pt>
                <c:pt idx="950">
                  <c:v>0.45099213719999998</c:v>
                </c:pt>
                <c:pt idx="951">
                  <c:v>0.45182430740000001</c:v>
                </c:pt>
                <c:pt idx="952">
                  <c:v>0.45269474389999997</c:v>
                </c:pt>
                <c:pt idx="953">
                  <c:v>0.45350554589999997</c:v>
                </c:pt>
                <c:pt idx="954">
                  <c:v>0.45421200989999999</c:v>
                </c:pt>
                <c:pt idx="955">
                  <c:v>0.45509138700000001</c:v>
                </c:pt>
                <c:pt idx="956">
                  <c:v>0.4557964504</c:v>
                </c:pt>
                <c:pt idx="957">
                  <c:v>0.45664748550000001</c:v>
                </c:pt>
                <c:pt idx="958">
                  <c:v>0.45724427699999998</c:v>
                </c:pt>
                <c:pt idx="959">
                  <c:v>0.45796170829999999</c:v>
                </c:pt>
                <c:pt idx="960">
                  <c:v>0.45871844890000002</c:v>
                </c:pt>
                <c:pt idx="961">
                  <c:v>0.4592950046</c:v>
                </c:pt>
                <c:pt idx="962">
                  <c:v>0.4599601626</c:v>
                </c:pt>
                <c:pt idx="963">
                  <c:v>0.46054026479999999</c:v>
                </c:pt>
                <c:pt idx="964">
                  <c:v>0.46123388409999999</c:v>
                </c:pt>
                <c:pt idx="965">
                  <c:v>0.46195632219999999</c:v>
                </c:pt>
                <c:pt idx="966">
                  <c:v>0.46247938280000001</c:v>
                </c:pt>
                <c:pt idx="967">
                  <c:v>0.46306970720000001</c:v>
                </c:pt>
                <c:pt idx="968">
                  <c:v>0.46351465580000001</c:v>
                </c:pt>
                <c:pt idx="969">
                  <c:v>0.46430847050000001</c:v>
                </c:pt>
                <c:pt idx="970">
                  <c:v>0.46477955580000002</c:v>
                </c:pt>
                <c:pt idx="971">
                  <c:v>0.46526598930000002</c:v>
                </c:pt>
                <c:pt idx="972">
                  <c:v>0.46579745410000001</c:v>
                </c:pt>
                <c:pt idx="973">
                  <c:v>0.4664058089</c:v>
                </c:pt>
                <c:pt idx="974">
                  <c:v>0.46704649929999997</c:v>
                </c:pt>
                <c:pt idx="975">
                  <c:v>0.46751752499999999</c:v>
                </c:pt>
                <c:pt idx="976">
                  <c:v>0.4680517018</c:v>
                </c:pt>
                <c:pt idx="977">
                  <c:v>0.46851643920000002</c:v>
                </c:pt>
                <c:pt idx="978">
                  <c:v>0.46902385349999998</c:v>
                </c:pt>
                <c:pt idx="979">
                  <c:v>0.4695754647</c:v>
                </c:pt>
                <c:pt idx="980">
                  <c:v>0.47014251350000003</c:v>
                </c:pt>
                <c:pt idx="981">
                  <c:v>0.47047585250000001</c:v>
                </c:pt>
                <c:pt idx="982">
                  <c:v>0.47106802460000002</c:v>
                </c:pt>
                <c:pt idx="983">
                  <c:v>0.4714943767</c:v>
                </c:pt>
                <c:pt idx="984">
                  <c:v>0.47202494740000001</c:v>
                </c:pt>
                <c:pt idx="985">
                  <c:v>0.47249907260000001</c:v>
                </c:pt>
                <c:pt idx="986">
                  <c:v>0.47305449840000002</c:v>
                </c:pt>
                <c:pt idx="987">
                  <c:v>0.47368878129999997</c:v>
                </c:pt>
                <c:pt idx="988">
                  <c:v>0.4739351571</c:v>
                </c:pt>
                <c:pt idx="989">
                  <c:v>0.4744875133</c:v>
                </c:pt>
                <c:pt idx="990">
                  <c:v>0.4747246504</c:v>
                </c:pt>
                <c:pt idx="991">
                  <c:v>0.47536790369999998</c:v>
                </c:pt>
                <c:pt idx="992">
                  <c:v>0.47568565610000002</c:v>
                </c:pt>
                <c:pt idx="993">
                  <c:v>0.47601917389999998</c:v>
                </c:pt>
                <c:pt idx="994">
                  <c:v>0.47654923799999999</c:v>
                </c:pt>
                <c:pt idx="995">
                  <c:v>0.476855427</c:v>
                </c:pt>
                <c:pt idx="996">
                  <c:v>0.47733759879999998</c:v>
                </c:pt>
                <c:pt idx="997">
                  <c:v>0.47760286930000001</c:v>
                </c:pt>
                <c:pt idx="998">
                  <c:v>0.47786536810000002</c:v>
                </c:pt>
                <c:pt idx="999">
                  <c:v>0.47789934280000002</c:v>
                </c:pt>
                <c:pt idx="1000">
                  <c:v>0.47830024360000001</c:v>
                </c:pt>
                <c:pt idx="1001">
                  <c:v>0.47864159940000001</c:v>
                </c:pt>
                <c:pt idx="1002">
                  <c:v>0.4790325761</c:v>
                </c:pt>
                <c:pt idx="1003">
                  <c:v>0.47912511229999999</c:v>
                </c:pt>
                <c:pt idx="1004">
                  <c:v>0.47939702870000001</c:v>
                </c:pt>
                <c:pt idx="1005">
                  <c:v>0.4796783328</c:v>
                </c:pt>
                <c:pt idx="1006">
                  <c:v>0.47982245680000002</c:v>
                </c:pt>
                <c:pt idx="1007">
                  <c:v>0.47996437549999998</c:v>
                </c:pt>
                <c:pt idx="1008">
                  <c:v>0.48003515600000002</c:v>
                </c:pt>
                <c:pt idx="1009">
                  <c:v>0.48029211160000002</c:v>
                </c:pt>
                <c:pt idx="1010">
                  <c:v>0.48028582330000003</c:v>
                </c:pt>
                <c:pt idx="1011">
                  <c:v>0.4803580046</c:v>
                </c:pt>
                <c:pt idx="1012">
                  <c:v>0.4804984927</c:v>
                </c:pt>
                <c:pt idx="1013">
                  <c:v>0.48039186</c:v>
                </c:pt>
                <c:pt idx="1014">
                  <c:v>0.48002907630000002</c:v>
                </c:pt>
                <c:pt idx="1015">
                  <c:v>0.48044213650000001</c:v>
                </c:pt>
                <c:pt idx="1016">
                  <c:v>0.48028588290000002</c:v>
                </c:pt>
                <c:pt idx="1017">
                  <c:v>0.48010432720000001</c:v>
                </c:pt>
                <c:pt idx="1018">
                  <c:v>0.48010683059999998</c:v>
                </c:pt>
                <c:pt idx="1019">
                  <c:v>0.48001876469999999</c:v>
                </c:pt>
                <c:pt idx="1020">
                  <c:v>0.47977760429999999</c:v>
                </c:pt>
                <c:pt idx="1021">
                  <c:v>0.47955411669999998</c:v>
                </c:pt>
                <c:pt idx="1022">
                  <c:v>0.47929519409999999</c:v>
                </c:pt>
                <c:pt idx="1023">
                  <c:v>0.4790856838</c:v>
                </c:pt>
                <c:pt idx="1024">
                  <c:v>0.4787839055</c:v>
                </c:pt>
                <c:pt idx="1025">
                  <c:v>0.47834643719999997</c:v>
                </c:pt>
                <c:pt idx="1026">
                  <c:v>0.47814214230000002</c:v>
                </c:pt>
                <c:pt idx="1027">
                  <c:v>0.4780435562</c:v>
                </c:pt>
                <c:pt idx="1028">
                  <c:v>0.47774085399999999</c:v>
                </c:pt>
                <c:pt idx="1029">
                  <c:v>0.4774241447</c:v>
                </c:pt>
                <c:pt idx="1030">
                  <c:v>0.47728419300000002</c:v>
                </c:pt>
                <c:pt idx="1031">
                  <c:v>0.4765862823</c:v>
                </c:pt>
                <c:pt idx="1032">
                  <c:v>0.47661042209999999</c:v>
                </c:pt>
                <c:pt idx="1033">
                  <c:v>0.47592592239999998</c:v>
                </c:pt>
                <c:pt idx="1034">
                  <c:v>0.47560143469999999</c:v>
                </c:pt>
                <c:pt idx="1035">
                  <c:v>0.47504740950000002</c:v>
                </c:pt>
                <c:pt idx="1036">
                  <c:v>0.4748881459</c:v>
                </c:pt>
                <c:pt idx="1037">
                  <c:v>0.47441771630000001</c:v>
                </c:pt>
                <c:pt idx="1038">
                  <c:v>0.47433823349999998</c:v>
                </c:pt>
                <c:pt idx="1039">
                  <c:v>0.47379869219999998</c:v>
                </c:pt>
                <c:pt idx="1040">
                  <c:v>0.47373238210000002</c:v>
                </c:pt>
                <c:pt idx="1041">
                  <c:v>0.47345164420000002</c:v>
                </c:pt>
                <c:pt idx="1042">
                  <c:v>0.47305136920000002</c:v>
                </c:pt>
                <c:pt idx="1043">
                  <c:v>0.47318491340000002</c:v>
                </c:pt>
                <c:pt idx="1044">
                  <c:v>0.47284266349999998</c:v>
                </c:pt>
                <c:pt idx="1045">
                  <c:v>0.47296074030000002</c:v>
                </c:pt>
                <c:pt idx="1046">
                  <c:v>0.47315263749999997</c:v>
                </c:pt>
                <c:pt idx="1047">
                  <c:v>0.47328966859999999</c:v>
                </c:pt>
                <c:pt idx="1048">
                  <c:v>0.47344222660000002</c:v>
                </c:pt>
                <c:pt idx="1049">
                  <c:v>0.47389265889999999</c:v>
                </c:pt>
                <c:pt idx="1050">
                  <c:v>0.474493742</c:v>
                </c:pt>
                <c:pt idx="1051">
                  <c:v>0.473270148</c:v>
                </c:pt>
                <c:pt idx="1052">
                  <c:v>0.47363707420000001</c:v>
                </c:pt>
                <c:pt idx="1053">
                  <c:v>0.4736604989</c:v>
                </c:pt>
                <c:pt idx="1054">
                  <c:v>0.47448971870000001</c:v>
                </c:pt>
                <c:pt idx="1055">
                  <c:v>0.47503328319999999</c:v>
                </c:pt>
                <c:pt idx="1056">
                  <c:v>0.4758065045</c:v>
                </c:pt>
                <c:pt idx="1057">
                  <c:v>0.47724342349999999</c:v>
                </c:pt>
                <c:pt idx="1058">
                  <c:v>0.47740244869999998</c:v>
                </c:pt>
                <c:pt idx="1059">
                  <c:v>0.47913795710000001</c:v>
                </c:pt>
                <c:pt idx="1060">
                  <c:v>0.47999960180000001</c:v>
                </c:pt>
                <c:pt idx="1061">
                  <c:v>0.48094132540000001</c:v>
                </c:pt>
                <c:pt idx="1062">
                  <c:v>0.48250922559999998</c:v>
                </c:pt>
                <c:pt idx="1063">
                  <c:v>0.48327082399999999</c:v>
                </c:pt>
                <c:pt idx="1064">
                  <c:v>0.48402163390000003</c:v>
                </c:pt>
                <c:pt idx="1065">
                  <c:v>0.48519355060000002</c:v>
                </c:pt>
                <c:pt idx="1066">
                  <c:v>0.48638680579999999</c:v>
                </c:pt>
                <c:pt idx="1067">
                  <c:v>0.48747205729999998</c:v>
                </c:pt>
                <c:pt idx="1068">
                  <c:v>0.4883113503</c:v>
                </c:pt>
                <c:pt idx="1069">
                  <c:v>0.48953717949999997</c:v>
                </c:pt>
                <c:pt idx="1070">
                  <c:v>0.49077188970000002</c:v>
                </c:pt>
                <c:pt idx="1071">
                  <c:v>0.49103021619999998</c:v>
                </c:pt>
                <c:pt idx="1072">
                  <c:v>0.49211785200000002</c:v>
                </c:pt>
                <c:pt idx="1073">
                  <c:v>0.49291250110000001</c:v>
                </c:pt>
                <c:pt idx="1074">
                  <c:v>0.49366909269999998</c:v>
                </c:pt>
                <c:pt idx="1075">
                  <c:v>0.49400618670000002</c:v>
                </c:pt>
                <c:pt idx="1076">
                  <c:v>0.49416410919999998</c:v>
                </c:pt>
                <c:pt idx="1077">
                  <c:v>0.49473190309999998</c:v>
                </c:pt>
                <c:pt idx="1078">
                  <c:v>0.49516513940000001</c:v>
                </c:pt>
                <c:pt idx="1079">
                  <c:v>0.49567455049999998</c:v>
                </c:pt>
                <c:pt idx="1080">
                  <c:v>0.49598658080000002</c:v>
                </c:pt>
                <c:pt idx="1081">
                  <c:v>0.49643382429999999</c:v>
                </c:pt>
                <c:pt idx="1082">
                  <c:v>0.49682494999999999</c:v>
                </c:pt>
                <c:pt idx="1083">
                  <c:v>0.49715432520000002</c:v>
                </c:pt>
                <c:pt idx="1084">
                  <c:v>0.49777287240000001</c:v>
                </c:pt>
                <c:pt idx="1085">
                  <c:v>0.49814823270000003</c:v>
                </c:pt>
                <c:pt idx="1086">
                  <c:v>0.49873587489999999</c:v>
                </c:pt>
                <c:pt idx="1087">
                  <c:v>0.49883291130000001</c:v>
                </c:pt>
                <c:pt idx="1088">
                  <c:v>0.49914422629999999</c:v>
                </c:pt>
                <c:pt idx="1089">
                  <c:v>0.49963939190000001</c:v>
                </c:pt>
                <c:pt idx="1090">
                  <c:v>0.49955680969999999</c:v>
                </c:pt>
                <c:pt idx="1091">
                  <c:v>0.49943578239999997</c:v>
                </c:pt>
                <c:pt idx="1092">
                  <c:v>0.49975186589999998</c:v>
                </c:pt>
                <c:pt idx="1093">
                  <c:v>0.49999803300000001</c:v>
                </c:pt>
                <c:pt idx="1094">
                  <c:v>0.50026160480000004</c:v>
                </c:pt>
                <c:pt idx="1095">
                  <c:v>0.50011938810000001</c:v>
                </c:pt>
                <c:pt idx="1096">
                  <c:v>0.50108873840000001</c:v>
                </c:pt>
                <c:pt idx="1097">
                  <c:v>0.50016266109999996</c:v>
                </c:pt>
                <c:pt idx="1098">
                  <c:v>0.5011634827</c:v>
                </c:pt>
                <c:pt idx="1099">
                  <c:v>0.50090104339999997</c:v>
                </c:pt>
                <c:pt idx="1100">
                  <c:v>0.50143313410000001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A79E-4B09-8A7E-A08E846353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68266991"/>
        <c:axId val="768282383"/>
      </c:scatterChart>
      <c:valAx>
        <c:axId val="768266991"/>
        <c:scaling>
          <c:orientation val="minMax"/>
          <c:max val="1000"/>
          <c:min val="300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fr-FR" dirty="0" err="1"/>
                  <a:t>Wavelength</a:t>
                </a:r>
                <a:r>
                  <a:rPr lang="fr-FR" dirty="0"/>
                  <a:t> (nm)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768282383"/>
        <c:crosses val="autoZero"/>
        <c:crossBetween val="midCat"/>
      </c:valAx>
      <c:valAx>
        <c:axId val="768282383"/>
        <c:scaling>
          <c:orientation val="minMax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fr-FR" dirty="0"/>
                  <a:t>Absorbance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768266991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56504011088202266"/>
          <c:y val="4.9141780953821816E-2"/>
          <c:w val="0.43495988911797734"/>
          <c:h val="0.5196825174936541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921513-A729-4EC6-AE0F-984C24A4B2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7812C8A-0DDC-4D75-8523-30C37E9123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6CD6F38-5FFB-4554-A5F3-8BDDB49A2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3FEA4-FDFF-4480-A1A8-AEC57B769AC2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965D7B4-DA50-48D8-A803-6D7FC2EA9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5F80D08-3BBD-42C8-963C-1F5DB1DB8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D4209-4C54-429C-9521-74624A6A11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3821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8E9E41-5C70-4216-BABF-5FB057ACE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895DA6B-89BE-402B-9C01-9B740FD43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2793A13-E70F-4A87-8D78-3AC3A3E12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3FEA4-FDFF-4480-A1A8-AEC57B769AC2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07219DB-D20D-4BC4-A527-EC3EB8CED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98F69E8-AF2F-44F8-B640-28FD8EE40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D4209-4C54-429C-9521-74624A6A11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1947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D95D2B-4A7A-4ED8-BFD9-F9C2ED6CD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24BF5BB-D1B1-4724-9194-96D00B82B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2055D0C-359C-4019-8DFF-AB7D308A3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3FEA4-FDFF-4480-A1A8-AEC57B769AC2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252C804-6D71-4B73-9E45-9351ED0D5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9A7A7D-6DE1-4BB7-933F-FCF5921BC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D4209-4C54-429C-9521-74624A6A11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0880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D11280-ACB8-4969-89BF-56CF4C358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045DF59-0991-442F-8479-532CEB1E8E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1E78ED9-501D-4EFB-A1A6-D75C0657E2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896E410-DEB8-4BDE-83A7-68141F377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3FEA4-FDFF-4480-A1A8-AEC57B769AC2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9A05E6F-B801-4720-A9A6-90424C313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3DEF822-F20B-4B84-8412-950AA46FD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D4209-4C54-429C-9521-74624A6A11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9566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CE5647-B26E-43BE-BAB7-61320964C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2B322BB-6333-4FF5-B47E-CADF84608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804461B-EE2E-4C31-A50D-66A292AFD3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6B4E6BE-3C7D-4D24-B35F-823BD3E4AA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68C0EFF-AFBB-4AA1-A82D-7E1063E0E2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BC4F155-6EB6-4BAD-BE90-2A60A7A7F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3FEA4-FDFF-4480-A1A8-AEC57B769AC2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3DB89C5-4E48-4FEB-99FC-168680664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055C0A0-6301-48F8-A0B6-1F78BE5C4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D4209-4C54-429C-9521-74624A6A11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5174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A115FD-AB11-46CF-811D-765254AA4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E60D428-E56E-4D6F-B277-56C2118B7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3FEA4-FDFF-4480-A1A8-AEC57B769AC2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F518D8A-4730-491C-A3DE-C77F46B93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2EBD070-6434-446A-AEF1-BE2054713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D4209-4C54-429C-9521-74624A6A11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1894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F15E699-87C0-44D6-9E66-24DD503E0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3FEA4-FDFF-4480-A1A8-AEC57B769AC2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4E2A96A-AF9F-4F28-99E7-DD0D1530B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B9F13AB-6AF3-4637-82A7-AE8E771BE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D4209-4C54-429C-9521-74624A6A11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6414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FDF03C-A860-427D-9D4F-4CF71A41F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AC664CD-0123-45C8-B37D-C9B705513A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8BA40EA-9C85-484D-BF62-CA31119289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54038E7-EBA2-43B3-BC25-04991A216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3FEA4-FDFF-4480-A1A8-AEC57B769AC2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7FBAD3D-2BF5-4F6A-BDE3-62F830B27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C87A6C9-1B41-456E-9977-A33CA3143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D4209-4C54-429C-9521-74624A6A11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683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1106A1-F3B0-4CA4-833A-999908764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BE501D0-C9F1-4971-8298-44ECB873BC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D441F59-B8F2-444D-B5DE-5DC448B1F4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4142DC3-AE43-4314-A7DA-D98CC7BBA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3FEA4-FDFF-4480-A1A8-AEC57B769AC2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DC7D928-5086-4D1C-B3AD-954FE8FF1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6CC3FF8-AF26-4B2C-8718-CA9595FBA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D4209-4C54-429C-9521-74624A6A11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3877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265BF4-FFEC-4F9D-AD3C-2F1D82EDC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85723D7-74F0-4B2F-A4B0-151F889EA2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9D7DCB0-9CF1-4E99-A964-963DDFC34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3FEA4-FDFF-4480-A1A8-AEC57B769AC2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A28F44E-D94D-498F-9BDF-3BC891C69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51FDB9A-7847-4DBF-9ED6-C9C9F03F2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D4209-4C54-429C-9521-74624A6A11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8011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658C4E8-2353-41ED-9ECC-54C8B7C68B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7BB41E1-3714-4F45-B290-BCBD10A4B9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36DAE67-9538-40CE-8B49-6EF122A28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3FEA4-FDFF-4480-A1A8-AEC57B769AC2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FEAD62C-F5C6-4BFF-884D-606D29AC5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C82E235-9539-4C9F-A8FF-1BA4BB4CA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D4209-4C54-429C-9521-74624A6A11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7658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7B7295F-3890-4DDD-A0D8-15097453A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B03287E-FEF6-487E-B6FC-9DF42CB9DB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5099FFF-A0CB-436D-9879-5EA68836A0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63FEA4-FDFF-4480-A1A8-AEC57B769AC2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7EF1EEC-8CCE-449C-9AE8-9CEFADE956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74B8E12-C73C-4617-8F94-FB30A59061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AD4209-4C54-429C-9521-74624A6A11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1052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.xml"/><Relationship Id="rId3" Type="http://schemas.openxmlformats.org/officeDocument/2006/relationships/image" Target="../media/image2.tiff"/><Relationship Id="rId7" Type="http://schemas.openxmlformats.org/officeDocument/2006/relationships/image" Target="../media/image6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tiff"/><Relationship Id="rId5" Type="http://schemas.openxmlformats.org/officeDocument/2006/relationships/image" Target="../media/image4.tiff"/><Relationship Id="rId4" Type="http://schemas.openxmlformats.org/officeDocument/2006/relationships/image" Target="../media/image3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063E88F0-DA1C-4A9F-9C34-A1B975728A75}"/>
              </a:ext>
            </a:extLst>
          </p:cNvPr>
          <p:cNvSpPr txBox="1"/>
          <p:nvPr/>
        </p:nvSpPr>
        <p:spPr>
          <a:xfrm>
            <a:off x="0" y="4"/>
            <a:ext cx="15884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CGCH-158-DHs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B9B9ADC-3A0F-4286-BDD0-FAD0DA6FF7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324" y="775517"/>
            <a:ext cx="2174777" cy="2174069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E5AF3CCB-88F6-4BA7-8524-49465BC634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8254" y="775517"/>
            <a:ext cx="2174778" cy="2174069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F64006F0-FB09-40C1-A680-815EB01E8C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4961" y="775517"/>
            <a:ext cx="2174069" cy="2174069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CD91A685-B3BC-44F2-BD59-EC35A7F98B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9312" y="775517"/>
            <a:ext cx="2172653" cy="2174069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43484803-7EB3-4F25-9995-4460F97A845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3612" y="775517"/>
            <a:ext cx="2173361" cy="2174069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C52B9E1B-695B-457D-B4D4-CEE35E45D772}"/>
              </a:ext>
            </a:extLst>
          </p:cNvPr>
          <p:cNvSpPr txBox="1"/>
          <p:nvPr/>
        </p:nvSpPr>
        <p:spPr>
          <a:xfrm>
            <a:off x="1210235" y="450145"/>
            <a:ext cx="764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 = 40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FD127504-7B2B-4433-99A4-030A1175C7C5}"/>
              </a:ext>
            </a:extLst>
          </p:cNvPr>
          <p:cNvSpPr txBox="1"/>
          <p:nvPr/>
        </p:nvSpPr>
        <p:spPr>
          <a:xfrm>
            <a:off x="3345572" y="450145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 = 300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39E5B559-70DC-4762-B8E5-F9C9AB657A64}"/>
              </a:ext>
            </a:extLst>
          </p:cNvPr>
          <p:cNvSpPr txBox="1"/>
          <p:nvPr/>
        </p:nvSpPr>
        <p:spPr>
          <a:xfrm>
            <a:off x="5585929" y="450145"/>
            <a:ext cx="998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 = 1000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905E21EC-9019-4F32-95AA-0811C6B242D2}"/>
              </a:ext>
            </a:extLst>
          </p:cNvPr>
          <p:cNvSpPr txBox="1"/>
          <p:nvPr/>
        </p:nvSpPr>
        <p:spPr>
          <a:xfrm>
            <a:off x="7895567" y="450145"/>
            <a:ext cx="998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 = 2500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1C84769F-6FB5-4CF2-9DC8-BBABF2799917}"/>
              </a:ext>
            </a:extLst>
          </p:cNvPr>
          <p:cNvSpPr txBox="1"/>
          <p:nvPr/>
        </p:nvSpPr>
        <p:spPr>
          <a:xfrm>
            <a:off x="10180221" y="450145"/>
            <a:ext cx="998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 = 5000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2D579BA-BDA5-4B3E-8932-CD9F81331C35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66563" t="18332" r="8307" b="36411"/>
          <a:stretch/>
        </p:blipFill>
        <p:spPr>
          <a:xfrm>
            <a:off x="7816362" y="3057753"/>
            <a:ext cx="4030950" cy="4083276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D05F20FE-70C0-4AFF-9531-EC80132CF40A}"/>
              </a:ext>
            </a:extLst>
          </p:cNvPr>
          <p:cNvSpPr txBox="1"/>
          <p:nvPr/>
        </p:nvSpPr>
        <p:spPr>
          <a:xfrm>
            <a:off x="2602524" y="-7670"/>
            <a:ext cx="93696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The </a:t>
            </a:r>
            <a:r>
              <a:rPr lang="fr-FR" sz="1000" dirty="0" err="1"/>
              <a:t>synthesis</a:t>
            </a:r>
            <a:r>
              <a:rPr lang="fr-FR" sz="1000" dirty="0"/>
              <a:t> of </a:t>
            </a:r>
            <a:r>
              <a:rPr lang="fr-FR" sz="1000" dirty="0" err="1"/>
              <a:t>DHs</a:t>
            </a:r>
            <a:r>
              <a:rPr lang="fr-FR" sz="1000" dirty="0"/>
              <a:t> </a:t>
            </a:r>
            <a:r>
              <a:rPr lang="fr-FR" sz="1000" dirty="0" err="1"/>
              <a:t>involve</a:t>
            </a:r>
            <a:r>
              <a:rPr lang="fr-FR" sz="1000" dirty="0"/>
              <a:t> </a:t>
            </a:r>
            <a:r>
              <a:rPr lang="fr-FR" sz="1000" dirty="0" err="1"/>
              <a:t>pentatwinned</a:t>
            </a:r>
            <a:r>
              <a:rPr lang="fr-FR" sz="1000" dirty="0"/>
              <a:t> </a:t>
            </a:r>
            <a:r>
              <a:rPr lang="fr-FR" sz="1000" dirty="0" err="1"/>
              <a:t>seeds</a:t>
            </a:r>
            <a:r>
              <a:rPr lang="fr-FR" sz="1000" dirty="0"/>
              <a:t>. As the solution of PT </a:t>
            </a:r>
            <a:r>
              <a:rPr lang="fr-FR" sz="1000" dirty="0" err="1"/>
              <a:t>seeds</a:t>
            </a:r>
            <a:r>
              <a:rPr lang="fr-FR" sz="1000" dirty="0"/>
              <a:t> </a:t>
            </a:r>
            <a:r>
              <a:rPr lang="fr-FR" sz="1000" dirty="0" err="1"/>
              <a:t>is</a:t>
            </a:r>
            <a:r>
              <a:rPr lang="fr-FR" sz="1000" dirty="0"/>
              <a:t> not 100% PT, </a:t>
            </a:r>
            <a:r>
              <a:rPr lang="fr-FR" sz="1000" dirty="0" err="1"/>
              <a:t>we</a:t>
            </a:r>
            <a:r>
              <a:rPr lang="fr-FR" sz="1000" dirty="0"/>
              <a:t> </a:t>
            </a:r>
            <a:r>
              <a:rPr lang="fr-FR" sz="1000" dirty="0" err="1"/>
              <a:t>produce</a:t>
            </a:r>
            <a:r>
              <a:rPr lang="fr-FR" sz="1000" dirty="0"/>
              <a:t> </a:t>
            </a:r>
            <a:r>
              <a:rPr lang="fr-FR" sz="1000" dirty="0" err="1"/>
              <a:t>BPs</a:t>
            </a:r>
            <a:r>
              <a:rPr lang="fr-FR" sz="1000" dirty="0"/>
              <a:t> and </a:t>
            </a:r>
            <a:r>
              <a:rPr lang="fr-FR" sz="1000" dirty="0" err="1"/>
              <a:t>other</a:t>
            </a:r>
            <a:r>
              <a:rPr lang="fr-FR" sz="1000" dirty="0"/>
              <a:t> </a:t>
            </a:r>
            <a:r>
              <a:rPr lang="fr-FR" sz="1000" dirty="0" err="1"/>
              <a:t>shapes</a:t>
            </a:r>
            <a:r>
              <a:rPr lang="fr-FR" sz="1000" dirty="0"/>
              <a:t>. </a:t>
            </a:r>
            <a:r>
              <a:rPr lang="fr-FR" sz="1000" dirty="0" err="1"/>
              <a:t>These</a:t>
            </a:r>
            <a:r>
              <a:rPr lang="fr-FR" sz="1000" dirty="0"/>
              <a:t> </a:t>
            </a:r>
            <a:r>
              <a:rPr lang="fr-FR" sz="1000" dirty="0" err="1"/>
              <a:t>shapes</a:t>
            </a:r>
            <a:r>
              <a:rPr lang="fr-FR" sz="1000" dirty="0"/>
              <a:t> are </a:t>
            </a:r>
            <a:r>
              <a:rPr lang="fr-FR" sz="1000" dirty="0" err="1"/>
              <a:t>too</a:t>
            </a:r>
            <a:r>
              <a:rPr lang="fr-FR" sz="1000" dirty="0"/>
              <a:t> close to </a:t>
            </a:r>
            <a:r>
              <a:rPr lang="fr-FR" sz="1000" dirty="0" err="1"/>
              <a:t>DHs</a:t>
            </a:r>
            <a:r>
              <a:rPr lang="fr-FR" sz="1000" dirty="0"/>
              <a:t> </a:t>
            </a:r>
            <a:r>
              <a:rPr lang="fr-FR" sz="1000" dirty="0" err="1"/>
              <a:t>so</a:t>
            </a:r>
            <a:r>
              <a:rPr lang="fr-FR" sz="1000" dirty="0"/>
              <a:t> </a:t>
            </a:r>
            <a:r>
              <a:rPr lang="fr-FR" sz="1000" dirty="0" err="1"/>
              <a:t>they</a:t>
            </a:r>
            <a:r>
              <a:rPr lang="fr-FR" sz="1000" dirty="0"/>
              <a:t> </a:t>
            </a:r>
            <a:r>
              <a:rPr lang="fr-FR" sz="1000" dirty="0" err="1"/>
              <a:t>cannot</a:t>
            </a:r>
            <a:r>
              <a:rPr lang="fr-FR" sz="1000" dirty="0"/>
              <a:t> </a:t>
            </a:r>
            <a:r>
              <a:rPr lang="fr-FR" sz="1000" dirty="0" err="1"/>
              <a:t>be</a:t>
            </a:r>
            <a:r>
              <a:rPr lang="fr-FR" sz="1000" dirty="0"/>
              <a:t> </a:t>
            </a:r>
            <a:r>
              <a:rPr lang="fr-FR" sz="1000" dirty="0" err="1"/>
              <a:t>separated</a:t>
            </a:r>
            <a:r>
              <a:rPr lang="fr-FR" sz="1000" dirty="0"/>
              <a:t> by </a:t>
            </a:r>
            <a:r>
              <a:rPr lang="fr-FR" sz="1000" dirty="0" err="1"/>
              <a:t>depletion</a:t>
            </a:r>
            <a:r>
              <a:rPr lang="fr-FR" sz="1000" dirty="0"/>
              <a:t>.</a:t>
            </a:r>
          </a:p>
        </p:txBody>
      </p:sp>
      <p:sp>
        <p:nvSpPr>
          <p:cNvPr id="7" name="Forme libre : forme 6">
            <a:extLst>
              <a:ext uri="{FF2B5EF4-FFF2-40B4-BE49-F238E27FC236}">
                <a16:creationId xmlns:a16="http://schemas.microsoft.com/office/drawing/2014/main" id="{E3ED42A5-180F-4B06-97AE-96AD4AAA7BF9}"/>
              </a:ext>
            </a:extLst>
          </p:cNvPr>
          <p:cNvSpPr/>
          <p:nvPr/>
        </p:nvSpPr>
        <p:spPr>
          <a:xfrm>
            <a:off x="10935182" y="1739096"/>
            <a:ext cx="318304" cy="309623"/>
          </a:xfrm>
          <a:custGeom>
            <a:avLst/>
            <a:gdLst>
              <a:gd name="connsiteX0" fmla="*/ 0 w 318304"/>
              <a:gd name="connsiteY0" fmla="*/ 130215 h 309623"/>
              <a:gd name="connsiteX1" fmla="*/ 141790 w 318304"/>
              <a:gd name="connsiteY1" fmla="*/ 0 h 309623"/>
              <a:gd name="connsiteX2" fmla="*/ 318304 w 318304"/>
              <a:gd name="connsiteY2" fmla="*/ 86810 h 309623"/>
              <a:gd name="connsiteX3" fmla="*/ 300942 w 318304"/>
              <a:gd name="connsiteY3" fmla="*/ 280686 h 309623"/>
              <a:gd name="connsiteX4" fmla="*/ 98385 w 318304"/>
              <a:gd name="connsiteY4" fmla="*/ 309623 h 309623"/>
              <a:gd name="connsiteX5" fmla="*/ 0 w 318304"/>
              <a:gd name="connsiteY5" fmla="*/ 130215 h 309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8304" h="309623">
                <a:moveTo>
                  <a:pt x="0" y="130215"/>
                </a:moveTo>
                <a:lnTo>
                  <a:pt x="141790" y="0"/>
                </a:lnTo>
                <a:lnTo>
                  <a:pt x="318304" y="86810"/>
                </a:lnTo>
                <a:lnTo>
                  <a:pt x="300942" y="280686"/>
                </a:lnTo>
                <a:lnTo>
                  <a:pt x="98385" y="309623"/>
                </a:lnTo>
                <a:lnTo>
                  <a:pt x="0" y="130215"/>
                </a:lnTo>
                <a:close/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Forme libre : forme 8">
            <a:extLst>
              <a:ext uri="{FF2B5EF4-FFF2-40B4-BE49-F238E27FC236}">
                <a16:creationId xmlns:a16="http://schemas.microsoft.com/office/drawing/2014/main" id="{FA7FDBC8-425F-4729-95D8-6EAB5D5B0252}"/>
              </a:ext>
            </a:extLst>
          </p:cNvPr>
          <p:cNvSpPr/>
          <p:nvPr/>
        </p:nvSpPr>
        <p:spPr>
          <a:xfrm>
            <a:off x="10859947" y="2060294"/>
            <a:ext cx="289367" cy="318303"/>
          </a:xfrm>
          <a:custGeom>
            <a:avLst/>
            <a:gdLst>
              <a:gd name="connsiteX0" fmla="*/ 5787 w 289367"/>
              <a:gd name="connsiteY0" fmla="*/ 127321 h 318303"/>
              <a:gd name="connsiteX1" fmla="*/ 179407 w 289367"/>
              <a:gd name="connsiteY1" fmla="*/ 0 h 318303"/>
              <a:gd name="connsiteX2" fmla="*/ 237281 w 289367"/>
              <a:gd name="connsiteY2" fmla="*/ 11574 h 318303"/>
              <a:gd name="connsiteX3" fmla="*/ 263324 w 289367"/>
              <a:gd name="connsiteY3" fmla="*/ 31830 h 318303"/>
              <a:gd name="connsiteX4" fmla="*/ 266218 w 289367"/>
              <a:gd name="connsiteY4" fmla="*/ 81022 h 318303"/>
              <a:gd name="connsiteX5" fmla="*/ 289367 w 289367"/>
              <a:gd name="connsiteY5" fmla="*/ 260430 h 318303"/>
              <a:gd name="connsiteX6" fmla="*/ 269111 w 289367"/>
              <a:gd name="connsiteY6" fmla="*/ 303835 h 318303"/>
              <a:gd name="connsiteX7" fmla="*/ 243068 w 289367"/>
              <a:gd name="connsiteY7" fmla="*/ 318303 h 318303"/>
              <a:gd name="connsiteX8" fmla="*/ 17362 w 289367"/>
              <a:gd name="connsiteY8" fmla="*/ 228600 h 318303"/>
              <a:gd name="connsiteX9" fmla="*/ 0 w 289367"/>
              <a:gd name="connsiteY9" fmla="*/ 182301 h 318303"/>
              <a:gd name="connsiteX10" fmla="*/ 5787 w 289367"/>
              <a:gd name="connsiteY10" fmla="*/ 127321 h 318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9367" h="318303">
                <a:moveTo>
                  <a:pt x="5787" y="127321"/>
                </a:moveTo>
                <a:lnTo>
                  <a:pt x="179407" y="0"/>
                </a:lnTo>
                <a:lnTo>
                  <a:pt x="237281" y="11574"/>
                </a:lnTo>
                <a:lnTo>
                  <a:pt x="263324" y="31830"/>
                </a:lnTo>
                <a:lnTo>
                  <a:pt x="266218" y="81022"/>
                </a:lnTo>
                <a:lnTo>
                  <a:pt x="289367" y="260430"/>
                </a:lnTo>
                <a:lnTo>
                  <a:pt x="269111" y="303835"/>
                </a:lnTo>
                <a:lnTo>
                  <a:pt x="243068" y="318303"/>
                </a:lnTo>
                <a:lnTo>
                  <a:pt x="17362" y="228600"/>
                </a:lnTo>
                <a:lnTo>
                  <a:pt x="0" y="182301"/>
                </a:lnTo>
                <a:lnTo>
                  <a:pt x="5787" y="127321"/>
                </a:lnTo>
                <a:close/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Forme libre : forme 10">
            <a:extLst>
              <a:ext uri="{FF2B5EF4-FFF2-40B4-BE49-F238E27FC236}">
                <a16:creationId xmlns:a16="http://schemas.microsoft.com/office/drawing/2014/main" id="{20464C0B-2860-44DF-9A1C-E1CA7A10A5B8}"/>
              </a:ext>
            </a:extLst>
          </p:cNvPr>
          <p:cNvSpPr/>
          <p:nvPr/>
        </p:nvSpPr>
        <p:spPr>
          <a:xfrm>
            <a:off x="10738413" y="1898248"/>
            <a:ext cx="274898" cy="274899"/>
          </a:xfrm>
          <a:custGeom>
            <a:avLst/>
            <a:gdLst>
              <a:gd name="connsiteX0" fmla="*/ 60767 w 274898"/>
              <a:gd name="connsiteY0" fmla="*/ 0 h 274899"/>
              <a:gd name="connsiteX1" fmla="*/ 205450 w 274898"/>
              <a:gd name="connsiteY1" fmla="*/ 0 h 274899"/>
              <a:gd name="connsiteX2" fmla="*/ 266217 w 274898"/>
              <a:gd name="connsiteY2" fmla="*/ 78129 h 274899"/>
              <a:gd name="connsiteX3" fmla="*/ 274898 w 274898"/>
              <a:gd name="connsiteY3" fmla="*/ 138896 h 274899"/>
              <a:gd name="connsiteX4" fmla="*/ 257536 w 274898"/>
              <a:gd name="connsiteY4" fmla="*/ 190982 h 274899"/>
              <a:gd name="connsiteX5" fmla="*/ 193876 w 274898"/>
              <a:gd name="connsiteY5" fmla="*/ 248856 h 274899"/>
              <a:gd name="connsiteX6" fmla="*/ 136002 w 274898"/>
              <a:gd name="connsiteY6" fmla="*/ 274899 h 274899"/>
              <a:gd name="connsiteX7" fmla="*/ 81022 w 274898"/>
              <a:gd name="connsiteY7" fmla="*/ 266218 h 274899"/>
              <a:gd name="connsiteX8" fmla="*/ 23149 w 274898"/>
              <a:gd name="connsiteY8" fmla="*/ 234387 h 274899"/>
              <a:gd name="connsiteX9" fmla="*/ 0 w 274898"/>
              <a:gd name="connsiteY9" fmla="*/ 159152 h 274899"/>
              <a:gd name="connsiteX10" fmla="*/ 2893 w 274898"/>
              <a:gd name="connsiteY10" fmla="*/ 89704 h 274899"/>
              <a:gd name="connsiteX11" fmla="*/ 20255 w 274898"/>
              <a:gd name="connsiteY11" fmla="*/ 49193 h 274899"/>
              <a:gd name="connsiteX12" fmla="*/ 60767 w 274898"/>
              <a:gd name="connsiteY12" fmla="*/ 0 h 274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4898" h="274899">
                <a:moveTo>
                  <a:pt x="60767" y="0"/>
                </a:moveTo>
                <a:lnTo>
                  <a:pt x="205450" y="0"/>
                </a:lnTo>
                <a:lnTo>
                  <a:pt x="266217" y="78129"/>
                </a:lnTo>
                <a:lnTo>
                  <a:pt x="274898" y="138896"/>
                </a:lnTo>
                <a:lnTo>
                  <a:pt x="257536" y="190982"/>
                </a:lnTo>
                <a:lnTo>
                  <a:pt x="193876" y="248856"/>
                </a:lnTo>
                <a:lnTo>
                  <a:pt x="136002" y="274899"/>
                </a:lnTo>
                <a:lnTo>
                  <a:pt x="81022" y="266218"/>
                </a:lnTo>
                <a:lnTo>
                  <a:pt x="23149" y="234387"/>
                </a:lnTo>
                <a:lnTo>
                  <a:pt x="0" y="159152"/>
                </a:lnTo>
                <a:lnTo>
                  <a:pt x="2893" y="89704"/>
                </a:lnTo>
                <a:lnTo>
                  <a:pt x="20255" y="49193"/>
                </a:lnTo>
                <a:lnTo>
                  <a:pt x="60767" y="0"/>
                </a:lnTo>
                <a:close/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19" name="Graphique 18">
            <a:extLst>
              <a:ext uri="{FF2B5EF4-FFF2-40B4-BE49-F238E27FC236}">
                <a16:creationId xmlns:a16="http://schemas.microsoft.com/office/drawing/2014/main" id="{1C57DF9E-C1B4-4131-9E04-BC0D61D5125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64192011"/>
              </p:ext>
            </p:extLst>
          </p:nvPr>
        </p:nvGraphicFramePr>
        <p:xfrm>
          <a:off x="178520" y="3274958"/>
          <a:ext cx="4030951" cy="33908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  <p:extLst>
      <p:ext uri="{BB962C8B-B14F-4D97-AF65-F5344CB8AC3E}">
        <p14:creationId xmlns:p14="http://schemas.microsoft.com/office/powerpoint/2010/main" val="12962726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63</Words>
  <Application>Microsoft Office PowerPoint</Application>
  <PresentationFormat>Grand écran</PresentationFormat>
  <Paragraphs>9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Claire Goldmann</dc:creator>
  <cp:lastModifiedBy>Claire Goldmann</cp:lastModifiedBy>
  <cp:revision>5</cp:revision>
  <dcterms:created xsi:type="dcterms:W3CDTF">2026-07-23T11:44:27Z</dcterms:created>
  <dcterms:modified xsi:type="dcterms:W3CDTF">2026-09-11T06:41:19Z</dcterms:modified>
</cp:coreProperties>
</file>