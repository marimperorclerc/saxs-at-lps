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FA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3CB2-D4E7-4823-8E48-6B9551190721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48A3-F1EC-447E-A2B7-1CB0A8F5F2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422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3CB2-D4E7-4823-8E48-6B9551190721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48A3-F1EC-447E-A2B7-1CB0A8F5F2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102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3CB2-D4E7-4823-8E48-6B9551190721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48A3-F1EC-447E-A2B7-1CB0A8F5F2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4596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3CB2-D4E7-4823-8E48-6B9551190721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48A3-F1EC-447E-A2B7-1CB0A8F5F2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237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3CB2-D4E7-4823-8E48-6B9551190721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48A3-F1EC-447E-A2B7-1CB0A8F5F2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9777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3CB2-D4E7-4823-8E48-6B9551190721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48A3-F1EC-447E-A2B7-1CB0A8F5F2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9333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3CB2-D4E7-4823-8E48-6B9551190721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48A3-F1EC-447E-A2B7-1CB0A8F5F2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3861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3CB2-D4E7-4823-8E48-6B9551190721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48A3-F1EC-447E-A2B7-1CB0A8F5F2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5326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3CB2-D4E7-4823-8E48-6B9551190721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48A3-F1EC-447E-A2B7-1CB0A8F5F2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694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3CB2-D4E7-4823-8E48-6B9551190721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48A3-F1EC-447E-A2B7-1CB0A8F5F2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1583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73CB2-D4E7-4823-8E48-6B9551190721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448A3-F1EC-447E-A2B7-1CB0A8F5F2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1304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E73CB2-D4E7-4823-8E48-6B9551190721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448A3-F1EC-447E-A2B7-1CB0A8F5F28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794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imperorclerc/rods-2d" TargetMode="External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imperorclerc/rods-2d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685" y="0"/>
            <a:ext cx="8986630" cy="6858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BA346C7-7879-4915-A4A2-3FE9FC18BB84}"/>
              </a:ext>
            </a:extLst>
          </p:cNvPr>
          <p:cNvSpPr txBox="1"/>
          <p:nvPr/>
        </p:nvSpPr>
        <p:spPr>
          <a:xfrm>
            <a:off x="5598129" y="1268368"/>
            <a:ext cx="5049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Cuboid</a:t>
            </a:r>
            <a:r>
              <a:rPr lang="fr-FR" sz="2400" dirty="0"/>
              <a:t>: </a:t>
            </a:r>
            <a:r>
              <a:rPr lang="fr-FR" sz="2400" dirty="0" err="1"/>
              <a:t>Regrowth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8 Ag </a:t>
            </a:r>
            <a:r>
              <a:rPr lang="fr-FR" sz="2400" dirty="0" err="1"/>
              <a:t>equivalent</a:t>
            </a: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3874D2E-42E1-4671-9A8B-973BC6D091A5}"/>
              </a:ext>
            </a:extLst>
          </p:cNvPr>
          <p:cNvSpPr txBox="1"/>
          <p:nvPr/>
        </p:nvSpPr>
        <p:spPr>
          <a:xfrm>
            <a:off x="7428328" y="2494558"/>
            <a:ext cx="1079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rgbClr val="8CFA95"/>
                </a:solidFill>
              </a:rPr>
              <a:t>Au </a:t>
            </a:r>
            <a:r>
              <a:rPr lang="fr-FR" sz="2400" dirty="0" err="1">
                <a:solidFill>
                  <a:srgbClr val="8CFA95"/>
                </a:solidFill>
              </a:rPr>
              <a:t>NRs</a:t>
            </a:r>
            <a:endParaRPr lang="fr-FR" sz="2400" dirty="0">
              <a:solidFill>
                <a:srgbClr val="8CFA9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45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366" y="425347"/>
            <a:ext cx="5958553" cy="5952614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288758" y="173255"/>
            <a:ext cx="5176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Au NR 144 data </a:t>
            </a:r>
            <a:r>
              <a:rPr lang="fr-FR" sz="2400" dirty="0" err="1"/>
              <a:t>after</a:t>
            </a:r>
            <a:r>
              <a:rPr lang="fr-FR" sz="2400" dirty="0"/>
              <a:t> buffer </a:t>
            </a:r>
            <a:r>
              <a:rPr lang="fr-FR" sz="2400" dirty="0" err="1"/>
              <a:t>subtraction</a:t>
            </a:r>
            <a:r>
              <a:rPr lang="fr-FR" sz="2400" dirty="0"/>
              <a:t> 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21381" y="2087078"/>
            <a:ext cx="23977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Cut to </a:t>
            </a:r>
            <a:r>
              <a:rPr lang="fr-FR" dirty="0" err="1"/>
              <a:t>get</a:t>
            </a:r>
            <a:r>
              <a:rPr lang="fr-FR" dirty="0"/>
              <a:t>:</a:t>
            </a:r>
          </a:p>
          <a:p>
            <a:r>
              <a:rPr lang="fr-FR" dirty="0" err="1"/>
              <a:t>qmin</a:t>
            </a:r>
            <a:r>
              <a:rPr lang="fr-FR" dirty="0"/>
              <a:t> close to 0.002 A-1</a:t>
            </a:r>
          </a:p>
          <a:p>
            <a:r>
              <a:rPr lang="fr-FR" dirty="0" err="1"/>
              <a:t>qmax</a:t>
            </a:r>
            <a:r>
              <a:rPr lang="fr-FR" dirty="0"/>
              <a:t> close to 0.3 A-1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221381" y="3383462"/>
            <a:ext cx="1514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Slicing</a:t>
            </a:r>
            <a:r>
              <a:rPr lang="fr-FR" dirty="0"/>
              <a:t> </a:t>
            </a:r>
            <a:r>
              <a:rPr lang="fr-FR" dirty="0" err="1"/>
              <a:t>step</a:t>
            </a:r>
            <a:r>
              <a:rPr lang="fr-FR" dirty="0"/>
              <a:t>: 4 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221381" y="4125848"/>
            <a:ext cx="2637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Errors</a:t>
            </a:r>
            <a:r>
              <a:rPr lang="fr-FR" dirty="0"/>
              <a:t> bars </a:t>
            </a:r>
            <a:r>
              <a:rPr lang="fr-FR" dirty="0" err="1"/>
              <a:t>changed</a:t>
            </a:r>
            <a:r>
              <a:rPr lang="fr-FR" dirty="0"/>
              <a:t> to 10% of </a:t>
            </a:r>
            <a:r>
              <a:rPr lang="fr-FR" dirty="0" err="1"/>
              <a:t>intensity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221381" y="1007974"/>
            <a:ext cx="1879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Buffer </a:t>
            </a:r>
            <a:r>
              <a:rPr lang="fr-FR" dirty="0" err="1"/>
              <a:t>subtraction</a:t>
            </a:r>
            <a:endParaRPr lang="fr-FR" dirty="0"/>
          </a:p>
        </p:txBody>
      </p:sp>
      <p:sp>
        <p:nvSpPr>
          <p:cNvPr id="11" name="Rectangle 10"/>
          <p:cNvSpPr/>
          <p:nvPr/>
        </p:nvSpPr>
        <p:spPr>
          <a:xfrm>
            <a:off x="288758" y="6132004"/>
            <a:ext cx="44315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hlinkClick r:id="rId3"/>
              </a:rPr>
              <a:t>https://github.com/marimperorclerc/rods-2d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9220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849" y="5062893"/>
            <a:ext cx="5247121" cy="1517151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288758" y="173255"/>
            <a:ext cx="5824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Au NR 144 fit </a:t>
            </a:r>
            <a:r>
              <a:rPr lang="fr-FR" sz="2400" dirty="0" err="1"/>
              <a:t>with</a:t>
            </a:r>
            <a:r>
              <a:rPr lang="fr-FR" sz="2400" dirty="0"/>
              <a:t> new model nanoprisms.py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88758" y="4738346"/>
            <a:ext cx="293907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n=8 (octogonal cross-section)</a:t>
            </a:r>
          </a:p>
          <a:p>
            <a:endParaRPr lang="fr-FR" dirty="0"/>
          </a:p>
          <a:p>
            <a:r>
              <a:rPr lang="fr-FR" dirty="0" err="1"/>
              <a:t>R_ave</a:t>
            </a:r>
            <a:r>
              <a:rPr lang="fr-FR" dirty="0"/>
              <a:t>=8.1 nm</a:t>
            </a:r>
          </a:p>
          <a:p>
            <a:r>
              <a:rPr lang="fr-FR" dirty="0" err="1"/>
              <a:t>Polydispersity</a:t>
            </a:r>
            <a:r>
              <a:rPr lang="fr-FR" dirty="0"/>
              <a:t> on R: 0.08</a:t>
            </a:r>
          </a:p>
          <a:p>
            <a:endParaRPr lang="fr-FR" dirty="0"/>
          </a:p>
          <a:p>
            <a:r>
              <a:rPr lang="fr-FR" dirty="0"/>
              <a:t>L=48 nm</a:t>
            </a:r>
          </a:p>
          <a:p>
            <a:r>
              <a:rPr lang="fr-FR" dirty="0" err="1"/>
              <a:t>Polydispersity</a:t>
            </a:r>
            <a:r>
              <a:rPr lang="fr-FR" dirty="0"/>
              <a:t> on L: 0.06</a:t>
            </a:r>
          </a:p>
          <a:p>
            <a:endParaRPr lang="fr-FR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66" y="740366"/>
            <a:ext cx="10058400" cy="389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088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288758" y="173255"/>
            <a:ext cx="62683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AuAg</a:t>
            </a:r>
            <a:r>
              <a:rPr lang="fr-FR" sz="2400" dirty="0"/>
              <a:t> </a:t>
            </a:r>
            <a:r>
              <a:rPr lang="fr-FR" sz="2400" dirty="0" err="1"/>
              <a:t>cuboids</a:t>
            </a:r>
            <a:r>
              <a:rPr lang="fr-FR" sz="2400" dirty="0"/>
              <a:t> 144A data </a:t>
            </a:r>
            <a:r>
              <a:rPr lang="fr-FR" sz="2400" dirty="0" err="1"/>
              <a:t>after</a:t>
            </a:r>
            <a:r>
              <a:rPr lang="fr-FR" sz="2400" dirty="0"/>
              <a:t> buffer </a:t>
            </a:r>
            <a:r>
              <a:rPr lang="fr-FR" sz="2400" dirty="0" err="1"/>
              <a:t>subtraction</a:t>
            </a:r>
            <a:r>
              <a:rPr lang="fr-FR" sz="2400" dirty="0"/>
              <a:t> 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502" y="768780"/>
            <a:ext cx="5018486" cy="5013484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221381" y="2087078"/>
            <a:ext cx="23977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Cut to </a:t>
            </a:r>
            <a:r>
              <a:rPr lang="fr-FR" dirty="0" err="1"/>
              <a:t>get</a:t>
            </a:r>
            <a:r>
              <a:rPr lang="fr-FR" dirty="0"/>
              <a:t>:</a:t>
            </a:r>
          </a:p>
          <a:p>
            <a:r>
              <a:rPr lang="fr-FR" dirty="0" err="1"/>
              <a:t>qmin</a:t>
            </a:r>
            <a:r>
              <a:rPr lang="fr-FR" dirty="0"/>
              <a:t> close to 0.002 A-1</a:t>
            </a:r>
          </a:p>
          <a:p>
            <a:r>
              <a:rPr lang="fr-FR" dirty="0" err="1"/>
              <a:t>qmax</a:t>
            </a:r>
            <a:r>
              <a:rPr lang="fr-FR" dirty="0"/>
              <a:t> close to 0.3 A-1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221381" y="3383462"/>
            <a:ext cx="1514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Slicing</a:t>
            </a:r>
            <a:r>
              <a:rPr lang="fr-FR" dirty="0"/>
              <a:t> </a:t>
            </a:r>
            <a:r>
              <a:rPr lang="fr-FR" dirty="0" err="1"/>
              <a:t>step</a:t>
            </a:r>
            <a:r>
              <a:rPr lang="fr-FR" dirty="0"/>
              <a:t>: 4 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221381" y="4125848"/>
            <a:ext cx="2637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Errors</a:t>
            </a:r>
            <a:r>
              <a:rPr lang="fr-FR" dirty="0"/>
              <a:t> bars </a:t>
            </a:r>
            <a:r>
              <a:rPr lang="fr-FR" dirty="0" err="1"/>
              <a:t>changed</a:t>
            </a:r>
            <a:r>
              <a:rPr lang="fr-FR" dirty="0"/>
              <a:t> to 10% of </a:t>
            </a:r>
            <a:r>
              <a:rPr lang="fr-FR" dirty="0" err="1"/>
              <a:t>intensity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221381" y="1007974"/>
            <a:ext cx="1879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Buffer </a:t>
            </a:r>
            <a:r>
              <a:rPr lang="fr-FR" dirty="0" err="1"/>
              <a:t>subtraction</a:t>
            </a:r>
            <a:endParaRPr lang="fr-FR" dirty="0"/>
          </a:p>
        </p:txBody>
      </p:sp>
      <p:sp>
        <p:nvSpPr>
          <p:cNvPr id="10" name="Rectangle 9"/>
          <p:cNvSpPr/>
          <p:nvPr/>
        </p:nvSpPr>
        <p:spPr>
          <a:xfrm>
            <a:off x="288758" y="6132004"/>
            <a:ext cx="44315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hlinkClick r:id="rId3"/>
              </a:rPr>
              <a:t>https://github.com/marimperorclerc/rods-2d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65ACD7C-853D-49D2-BF45-440A9402E9C1}"/>
              </a:ext>
            </a:extLst>
          </p:cNvPr>
          <p:cNvSpPr txBox="1"/>
          <p:nvPr/>
        </p:nvSpPr>
        <p:spPr>
          <a:xfrm>
            <a:off x="7108148" y="5622254"/>
            <a:ext cx="45597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>
                <a:solidFill>
                  <a:srgbClr val="FF0000"/>
                </a:solidFill>
              </a:rPr>
              <a:t>Regrowth</a:t>
            </a:r>
            <a:r>
              <a:rPr lang="fr-FR" sz="2400" dirty="0">
                <a:solidFill>
                  <a:srgbClr val="FF0000"/>
                </a:solidFill>
              </a:rPr>
              <a:t> </a:t>
            </a:r>
            <a:r>
              <a:rPr lang="fr-FR" sz="2400" dirty="0" err="1">
                <a:solidFill>
                  <a:srgbClr val="FF0000"/>
                </a:solidFill>
              </a:rPr>
              <a:t>adding</a:t>
            </a:r>
            <a:r>
              <a:rPr lang="fr-FR" sz="2400" dirty="0">
                <a:solidFill>
                  <a:srgbClr val="FF0000"/>
                </a:solidFill>
              </a:rPr>
              <a:t> Ag to 144 Au </a:t>
            </a:r>
            <a:r>
              <a:rPr lang="fr-FR" sz="2400" dirty="0" err="1">
                <a:solidFill>
                  <a:srgbClr val="FF0000"/>
                </a:solidFill>
              </a:rPr>
              <a:t>NRs</a:t>
            </a:r>
            <a:endParaRPr lang="fr-FR" sz="2400" dirty="0">
              <a:solidFill>
                <a:srgbClr val="FF0000"/>
              </a:solidFill>
            </a:endParaRPr>
          </a:p>
          <a:p>
            <a:r>
              <a:rPr lang="fr-FR" sz="2400" dirty="0">
                <a:solidFill>
                  <a:srgbClr val="FF0000"/>
                </a:solidFill>
              </a:rPr>
              <a:t> </a:t>
            </a:r>
            <a:r>
              <a:rPr lang="fr-FR" sz="2400" dirty="0" err="1">
                <a:solidFill>
                  <a:srgbClr val="FF0000"/>
                </a:solidFill>
              </a:rPr>
              <a:t>with</a:t>
            </a:r>
            <a:r>
              <a:rPr lang="fr-FR" sz="2400" dirty="0">
                <a:solidFill>
                  <a:srgbClr val="FF0000"/>
                </a:solidFill>
              </a:rPr>
              <a:t> 8 Ag </a:t>
            </a:r>
            <a:r>
              <a:rPr lang="fr-FR" sz="2400" dirty="0" err="1">
                <a:solidFill>
                  <a:srgbClr val="FF0000"/>
                </a:solidFill>
              </a:rPr>
              <a:t>equivalent</a:t>
            </a:r>
            <a:endParaRPr lang="fr-FR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59370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146</Words>
  <Application>Microsoft Office PowerPoint</Application>
  <PresentationFormat>Grand écran</PresentationFormat>
  <Paragraphs>28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</vt:vector>
  </TitlesOfParts>
  <Company>LPS-CNRS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Administrateur</dc:creator>
  <cp:lastModifiedBy>Marianne IMPEROR</cp:lastModifiedBy>
  <cp:revision>13</cp:revision>
  <dcterms:created xsi:type="dcterms:W3CDTF">2025-09-29T16:03:22Z</dcterms:created>
  <dcterms:modified xsi:type="dcterms:W3CDTF">2025-10-01T13:53:09Z</dcterms:modified>
</cp:coreProperties>
</file>