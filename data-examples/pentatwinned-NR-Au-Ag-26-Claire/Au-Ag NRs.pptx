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794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bananas.lps.u-psud.fr\CHIMIE\sharechimie\UV-visible\CG%2020260720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57654120751355"/>
          <c:y val="3.7691977490577677E-2"/>
          <c:w val="0.78339236351923547"/>
          <c:h val="0.81674845852762779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'CG 20260720'!$D$1</c:f>
              <c:strCache>
                <c:ptCount val="1"/>
                <c:pt idx="0">
                  <c:v>CGCH-158C1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20260720'!$D$2:$D$1103</c:f>
              <c:numCache>
                <c:formatCode>General</c:formatCode>
                <c:ptCount val="1102"/>
                <c:pt idx="0">
                  <c:v>3.3788558099999998E-2</c:v>
                </c:pt>
                <c:pt idx="1">
                  <c:v>3.1963936980000003E-2</c:v>
                </c:pt>
                <c:pt idx="2">
                  <c:v>3.3930886540000003E-2</c:v>
                </c:pt>
                <c:pt idx="3">
                  <c:v>3.354421631E-2</c:v>
                </c:pt>
                <c:pt idx="4">
                  <c:v>3.2633386549999997E-2</c:v>
                </c:pt>
                <c:pt idx="5">
                  <c:v>3.2428938900000003E-2</c:v>
                </c:pt>
                <c:pt idx="6">
                  <c:v>3.2767914240000001E-2</c:v>
                </c:pt>
                <c:pt idx="7">
                  <c:v>3.5561423750000001E-2</c:v>
                </c:pt>
                <c:pt idx="8">
                  <c:v>3.2445229589999999E-2</c:v>
                </c:pt>
                <c:pt idx="9">
                  <c:v>3.3339705320000003E-2</c:v>
                </c:pt>
                <c:pt idx="10">
                  <c:v>3.400991112E-2</c:v>
                </c:pt>
                <c:pt idx="11">
                  <c:v>3.3353678880000001E-2</c:v>
                </c:pt>
                <c:pt idx="12">
                  <c:v>3.3545587209999998E-2</c:v>
                </c:pt>
                <c:pt idx="13">
                  <c:v>3.3898644149999997E-2</c:v>
                </c:pt>
                <c:pt idx="14">
                  <c:v>3.4163374449999999E-2</c:v>
                </c:pt>
                <c:pt idx="15">
                  <c:v>3.3965148030000003E-2</c:v>
                </c:pt>
                <c:pt idx="16">
                  <c:v>3.4258600319999999E-2</c:v>
                </c:pt>
                <c:pt idx="17">
                  <c:v>3.4181073309999997E-2</c:v>
                </c:pt>
                <c:pt idx="18">
                  <c:v>3.4530501810000003E-2</c:v>
                </c:pt>
                <c:pt idx="19">
                  <c:v>3.433362022E-2</c:v>
                </c:pt>
                <c:pt idx="20">
                  <c:v>3.4587625410000003E-2</c:v>
                </c:pt>
                <c:pt idx="21">
                  <c:v>3.461955488E-2</c:v>
                </c:pt>
                <c:pt idx="22">
                  <c:v>3.169745207E-2</c:v>
                </c:pt>
                <c:pt idx="23">
                  <c:v>9.5338318500000005E-3</c:v>
                </c:pt>
                <c:pt idx="24">
                  <c:v>-6.4901616420000004E-3</c:v>
                </c:pt>
                <c:pt idx="25">
                  <c:v>3.7050535900000001E-3</c:v>
                </c:pt>
                <c:pt idx="26">
                  <c:v>1.7694721E-2</c:v>
                </c:pt>
                <c:pt idx="27">
                  <c:v>2.5462880730000002E-2</c:v>
                </c:pt>
                <c:pt idx="28">
                  <c:v>3.0360179019999999E-2</c:v>
                </c:pt>
                <c:pt idx="29">
                  <c:v>3.2566111529999997E-2</c:v>
                </c:pt>
                <c:pt idx="30">
                  <c:v>3.3469699319999997E-2</c:v>
                </c:pt>
                <c:pt idx="31">
                  <c:v>3.4756608309999999E-2</c:v>
                </c:pt>
                <c:pt idx="32">
                  <c:v>3.4408904609999999E-2</c:v>
                </c:pt>
                <c:pt idx="33">
                  <c:v>3.4642010930000001E-2</c:v>
                </c:pt>
                <c:pt idx="34">
                  <c:v>3.4808967259999997E-2</c:v>
                </c:pt>
                <c:pt idx="35">
                  <c:v>3.4713536500000003E-2</c:v>
                </c:pt>
                <c:pt idx="36">
                  <c:v>3.4637134520000001E-2</c:v>
                </c:pt>
                <c:pt idx="37">
                  <c:v>3.4717656669999999E-2</c:v>
                </c:pt>
                <c:pt idx="38">
                  <c:v>3.4634724259999999E-2</c:v>
                </c:pt>
                <c:pt idx="39">
                  <c:v>3.4642208369999997E-2</c:v>
                </c:pt>
                <c:pt idx="40">
                  <c:v>3.4720182420000002E-2</c:v>
                </c:pt>
                <c:pt idx="41">
                  <c:v>3.4539442509999997E-2</c:v>
                </c:pt>
                <c:pt idx="42">
                  <c:v>3.4463770689999999E-2</c:v>
                </c:pt>
                <c:pt idx="43">
                  <c:v>3.4604895859999998E-2</c:v>
                </c:pt>
                <c:pt idx="44">
                  <c:v>3.4499503670000001E-2</c:v>
                </c:pt>
                <c:pt idx="45">
                  <c:v>3.4462455660000002E-2</c:v>
                </c:pt>
                <c:pt idx="46">
                  <c:v>3.4197121859999999E-2</c:v>
                </c:pt>
                <c:pt idx="47">
                  <c:v>3.439677134E-2</c:v>
                </c:pt>
                <c:pt idx="48">
                  <c:v>3.4363932909999999E-2</c:v>
                </c:pt>
                <c:pt idx="49">
                  <c:v>3.4216616300000002E-2</c:v>
                </c:pt>
                <c:pt idx="50">
                  <c:v>3.432227299E-2</c:v>
                </c:pt>
                <c:pt idx="51">
                  <c:v>3.4389905630000002E-2</c:v>
                </c:pt>
                <c:pt idx="52">
                  <c:v>3.4217733889999997E-2</c:v>
                </c:pt>
                <c:pt idx="53">
                  <c:v>3.4217875449999997E-2</c:v>
                </c:pt>
                <c:pt idx="54">
                  <c:v>3.4243084489999999E-2</c:v>
                </c:pt>
                <c:pt idx="55">
                  <c:v>3.4301657229999998E-2</c:v>
                </c:pt>
                <c:pt idx="56">
                  <c:v>3.4188214690000003E-2</c:v>
                </c:pt>
                <c:pt idx="57">
                  <c:v>3.4221209590000003E-2</c:v>
                </c:pt>
                <c:pt idx="58">
                  <c:v>3.4119803460000001E-2</c:v>
                </c:pt>
                <c:pt idx="59">
                  <c:v>3.4125823530000002E-2</c:v>
                </c:pt>
                <c:pt idx="60">
                  <c:v>3.414100036E-2</c:v>
                </c:pt>
                <c:pt idx="61">
                  <c:v>3.4092333170000003E-2</c:v>
                </c:pt>
                <c:pt idx="62">
                  <c:v>3.4051399679999997E-2</c:v>
                </c:pt>
                <c:pt idx="63">
                  <c:v>3.4038886429999998E-2</c:v>
                </c:pt>
                <c:pt idx="64">
                  <c:v>3.3975113180000002E-2</c:v>
                </c:pt>
                <c:pt idx="65">
                  <c:v>3.3915884790000003E-2</c:v>
                </c:pt>
                <c:pt idx="66">
                  <c:v>3.3968254920000003E-2</c:v>
                </c:pt>
                <c:pt idx="67">
                  <c:v>3.3927556130000001E-2</c:v>
                </c:pt>
                <c:pt idx="68">
                  <c:v>3.3886581659999998E-2</c:v>
                </c:pt>
                <c:pt idx="69">
                  <c:v>3.3871583640000001E-2</c:v>
                </c:pt>
                <c:pt idx="70">
                  <c:v>3.3844940359999999E-2</c:v>
                </c:pt>
                <c:pt idx="71">
                  <c:v>3.3783130350000003E-2</c:v>
                </c:pt>
                <c:pt idx="72">
                  <c:v>3.3817853779999997E-2</c:v>
                </c:pt>
                <c:pt idx="73">
                  <c:v>3.3740628510000002E-2</c:v>
                </c:pt>
                <c:pt idx="74">
                  <c:v>3.372613713E-2</c:v>
                </c:pt>
                <c:pt idx="75">
                  <c:v>3.3668201420000002E-2</c:v>
                </c:pt>
                <c:pt idx="76">
                  <c:v>3.3738866450000002E-2</c:v>
                </c:pt>
                <c:pt idx="77">
                  <c:v>3.3583927899999998E-2</c:v>
                </c:pt>
                <c:pt idx="78">
                  <c:v>3.366272151E-2</c:v>
                </c:pt>
                <c:pt idx="79">
                  <c:v>3.3653236929999997E-2</c:v>
                </c:pt>
                <c:pt idx="80">
                  <c:v>3.3621937040000001E-2</c:v>
                </c:pt>
                <c:pt idx="81">
                  <c:v>3.3670466390000001E-2</c:v>
                </c:pt>
                <c:pt idx="82">
                  <c:v>3.3683251589999998E-2</c:v>
                </c:pt>
                <c:pt idx="83">
                  <c:v>3.3640399580000001E-2</c:v>
                </c:pt>
                <c:pt idx="84">
                  <c:v>3.3674273640000002E-2</c:v>
                </c:pt>
                <c:pt idx="85">
                  <c:v>3.3665321769999999E-2</c:v>
                </c:pt>
                <c:pt idx="86">
                  <c:v>3.3623505380000002E-2</c:v>
                </c:pt>
                <c:pt idx="87">
                  <c:v>3.368554637E-2</c:v>
                </c:pt>
                <c:pt idx="88">
                  <c:v>3.3678915349999998E-2</c:v>
                </c:pt>
                <c:pt idx="89">
                  <c:v>3.3676762130000003E-2</c:v>
                </c:pt>
                <c:pt idx="90">
                  <c:v>3.3722948279999998E-2</c:v>
                </c:pt>
                <c:pt idx="91">
                  <c:v>3.373416513E-2</c:v>
                </c:pt>
                <c:pt idx="92">
                  <c:v>3.3687897029999997E-2</c:v>
                </c:pt>
                <c:pt idx="93">
                  <c:v>3.3704090860000001E-2</c:v>
                </c:pt>
                <c:pt idx="94">
                  <c:v>3.3697184179999999E-2</c:v>
                </c:pt>
                <c:pt idx="95">
                  <c:v>3.3721435819999999E-2</c:v>
                </c:pt>
                <c:pt idx="96">
                  <c:v>3.3770564939999997E-2</c:v>
                </c:pt>
                <c:pt idx="97">
                  <c:v>3.3652119340000002E-2</c:v>
                </c:pt>
                <c:pt idx="98">
                  <c:v>3.3732265230000003E-2</c:v>
                </c:pt>
                <c:pt idx="99">
                  <c:v>3.3780444409999999E-2</c:v>
                </c:pt>
                <c:pt idx="100">
                  <c:v>3.3751539890000001E-2</c:v>
                </c:pt>
                <c:pt idx="101">
                  <c:v>3.3808339389999997E-2</c:v>
                </c:pt>
                <c:pt idx="102">
                  <c:v>3.380092606E-2</c:v>
                </c:pt>
                <c:pt idx="103">
                  <c:v>3.3842645589999998E-2</c:v>
                </c:pt>
                <c:pt idx="104">
                  <c:v>3.3818665890000002E-2</c:v>
                </c:pt>
                <c:pt idx="105">
                  <c:v>3.380735964E-2</c:v>
                </c:pt>
                <c:pt idx="106">
                  <c:v>3.3916223789999998E-2</c:v>
                </c:pt>
                <c:pt idx="107">
                  <c:v>3.3900100740000001E-2</c:v>
                </c:pt>
                <c:pt idx="108">
                  <c:v>3.3937551080000003E-2</c:v>
                </c:pt>
                <c:pt idx="109">
                  <c:v>3.3955827360000003E-2</c:v>
                </c:pt>
                <c:pt idx="110">
                  <c:v>3.3916529270000002E-2</c:v>
                </c:pt>
                <c:pt idx="111">
                  <c:v>3.396850824E-2</c:v>
                </c:pt>
                <c:pt idx="112">
                  <c:v>3.4013550730000001E-2</c:v>
                </c:pt>
                <c:pt idx="113">
                  <c:v>3.4020941700000001E-2</c:v>
                </c:pt>
                <c:pt idx="114">
                  <c:v>3.4087181090000002E-2</c:v>
                </c:pt>
                <c:pt idx="115">
                  <c:v>3.405629843E-2</c:v>
                </c:pt>
                <c:pt idx="116">
                  <c:v>3.4109134229999998E-2</c:v>
                </c:pt>
                <c:pt idx="117">
                  <c:v>3.4111708400000003E-2</c:v>
                </c:pt>
                <c:pt idx="118">
                  <c:v>3.4205805509999999E-2</c:v>
                </c:pt>
                <c:pt idx="119">
                  <c:v>3.4303728489999998E-2</c:v>
                </c:pt>
                <c:pt idx="120">
                  <c:v>3.4338969740000003E-2</c:v>
                </c:pt>
                <c:pt idx="121">
                  <c:v>3.4401170910000001E-2</c:v>
                </c:pt>
                <c:pt idx="122">
                  <c:v>3.4417841579999997E-2</c:v>
                </c:pt>
                <c:pt idx="123">
                  <c:v>3.4480895849999998E-2</c:v>
                </c:pt>
                <c:pt idx="124">
                  <c:v>3.4475177529999998E-2</c:v>
                </c:pt>
                <c:pt idx="125">
                  <c:v>3.4557465459999999E-2</c:v>
                </c:pt>
                <c:pt idx="126">
                  <c:v>3.4589618439999997E-2</c:v>
                </c:pt>
                <c:pt idx="127">
                  <c:v>3.4678682680000003E-2</c:v>
                </c:pt>
                <c:pt idx="128">
                  <c:v>3.474261612E-2</c:v>
                </c:pt>
                <c:pt idx="129">
                  <c:v>3.4720070659999998E-2</c:v>
                </c:pt>
                <c:pt idx="130">
                  <c:v>3.4806780519999997E-2</c:v>
                </c:pt>
                <c:pt idx="131">
                  <c:v>3.4893367440000003E-2</c:v>
                </c:pt>
                <c:pt idx="132">
                  <c:v>3.49351652E-2</c:v>
                </c:pt>
                <c:pt idx="133">
                  <c:v>3.4965518860000003E-2</c:v>
                </c:pt>
                <c:pt idx="134">
                  <c:v>3.5040155050000001E-2</c:v>
                </c:pt>
                <c:pt idx="135">
                  <c:v>3.5122383389999998E-2</c:v>
                </c:pt>
                <c:pt idx="136">
                  <c:v>3.5189159210000001E-2</c:v>
                </c:pt>
                <c:pt idx="137">
                  <c:v>3.5325661299999998E-2</c:v>
                </c:pt>
                <c:pt idx="138">
                  <c:v>3.5330798480000002E-2</c:v>
                </c:pt>
                <c:pt idx="139">
                  <c:v>3.5354442889999997E-2</c:v>
                </c:pt>
                <c:pt idx="140">
                  <c:v>3.5402689129999998E-2</c:v>
                </c:pt>
                <c:pt idx="141">
                  <c:v>3.5485967989999999E-2</c:v>
                </c:pt>
                <c:pt idx="142">
                  <c:v>3.5510994490000003E-2</c:v>
                </c:pt>
                <c:pt idx="143">
                  <c:v>3.5549819470000001E-2</c:v>
                </c:pt>
                <c:pt idx="144">
                  <c:v>3.5644281659999999E-2</c:v>
                </c:pt>
                <c:pt idx="145">
                  <c:v>3.5743236540000001E-2</c:v>
                </c:pt>
                <c:pt idx="146">
                  <c:v>3.5767577590000002E-2</c:v>
                </c:pt>
                <c:pt idx="147">
                  <c:v>3.5839427260000001E-2</c:v>
                </c:pt>
                <c:pt idx="148">
                  <c:v>3.5937972370000001E-2</c:v>
                </c:pt>
                <c:pt idx="149">
                  <c:v>3.5984482620000001E-2</c:v>
                </c:pt>
                <c:pt idx="150">
                  <c:v>3.6037329579999999E-2</c:v>
                </c:pt>
                <c:pt idx="151">
                  <c:v>3.6122106020000003E-2</c:v>
                </c:pt>
                <c:pt idx="152">
                  <c:v>3.6131419239999997E-2</c:v>
                </c:pt>
                <c:pt idx="153">
                  <c:v>3.6299679430000002E-2</c:v>
                </c:pt>
                <c:pt idx="154">
                  <c:v>3.6336265499999999E-2</c:v>
                </c:pt>
                <c:pt idx="155">
                  <c:v>3.6347523329999999E-2</c:v>
                </c:pt>
                <c:pt idx="156">
                  <c:v>3.647839278E-2</c:v>
                </c:pt>
                <c:pt idx="157">
                  <c:v>3.6541800950000002E-2</c:v>
                </c:pt>
                <c:pt idx="158">
                  <c:v>3.6551121620000002E-2</c:v>
                </c:pt>
                <c:pt idx="159">
                  <c:v>3.6676842719999998E-2</c:v>
                </c:pt>
                <c:pt idx="160">
                  <c:v>3.6706671119999999E-2</c:v>
                </c:pt>
                <c:pt idx="161">
                  <c:v>3.6793354899999998E-2</c:v>
                </c:pt>
                <c:pt idx="162">
                  <c:v>3.6864757540000001E-2</c:v>
                </c:pt>
                <c:pt idx="163">
                  <c:v>3.6937888709999998E-2</c:v>
                </c:pt>
                <c:pt idx="164">
                  <c:v>3.7017881869999998E-2</c:v>
                </c:pt>
                <c:pt idx="165">
                  <c:v>3.70891504E-2</c:v>
                </c:pt>
                <c:pt idx="166">
                  <c:v>3.7169650200000001E-2</c:v>
                </c:pt>
                <c:pt idx="167">
                  <c:v>3.7243396040000001E-2</c:v>
                </c:pt>
                <c:pt idx="168">
                  <c:v>3.7277158349999999E-2</c:v>
                </c:pt>
                <c:pt idx="169">
                  <c:v>3.7333969029999997E-2</c:v>
                </c:pt>
                <c:pt idx="170">
                  <c:v>3.7459012120000003E-2</c:v>
                </c:pt>
                <c:pt idx="171">
                  <c:v>3.7558097390000003E-2</c:v>
                </c:pt>
                <c:pt idx="172">
                  <c:v>3.7590160970000001E-2</c:v>
                </c:pt>
                <c:pt idx="173">
                  <c:v>3.7698674949999997E-2</c:v>
                </c:pt>
                <c:pt idx="174">
                  <c:v>3.7790413949999997E-2</c:v>
                </c:pt>
                <c:pt idx="175">
                  <c:v>3.7868842479999998E-2</c:v>
                </c:pt>
                <c:pt idx="176">
                  <c:v>3.7968304010000002E-2</c:v>
                </c:pt>
                <c:pt idx="177">
                  <c:v>3.7992373109999998E-2</c:v>
                </c:pt>
                <c:pt idx="178">
                  <c:v>3.8089178500000001E-2</c:v>
                </c:pt>
                <c:pt idx="179">
                  <c:v>3.8235045969999999E-2</c:v>
                </c:pt>
                <c:pt idx="180">
                  <c:v>3.8255002349999997E-2</c:v>
                </c:pt>
                <c:pt idx="181">
                  <c:v>3.8369480519999999E-2</c:v>
                </c:pt>
                <c:pt idx="182">
                  <c:v>3.8455624129999998E-2</c:v>
                </c:pt>
                <c:pt idx="183">
                  <c:v>3.8524806500000001E-2</c:v>
                </c:pt>
                <c:pt idx="184">
                  <c:v>3.8706164809999999E-2</c:v>
                </c:pt>
                <c:pt idx="185">
                  <c:v>3.8688790049999998E-2</c:v>
                </c:pt>
                <c:pt idx="186">
                  <c:v>3.8798514749999999E-2</c:v>
                </c:pt>
                <c:pt idx="187">
                  <c:v>3.886764124E-2</c:v>
                </c:pt>
                <c:pt idx="188">
                  <c:v>3.8957137609999998E-2</c:v>
                </c:pt>
                <c:pt idx="189">
                  <c:v>3.9085425440000002E-2</c:v>
                </c:pt>
                <c:pt idx="190">
                  <c:v>3.9108537140000003E-2</c:v>
                </c:pt>
                <c:pt idx="191">
                  <c:v>3.9176665249999999E-2</c:v>
                </c:pt>
                <c:pt idx="192">
                  <c:v>3.9321791379999999E-2</c:v>
                </c:pt>
                <c:pt idx="193">
                  <c:v>3.9402682330000001E-2</c:v>
                </c:pt>
                <c:pt idx="194">
                  <c:v>3.9531297979999998E-2</c:v>
                </c:pt>
                <c:pt idx="195">
                  <c:v>3.961565718E-2</c:v>
                </c:pt>
                <c:pt idx="196">
                  <c:v>3.973287717E-2</c:v>
                </c:pt>
                <c:pt idx="197">
                  <c:v>3.9815600960000003E-2</c:v>
                </c:pt>
                <c:pt idx="198">
                  <c:v>3.9942238480000003E-2</c:v>
                </c:pt>
                <c:pt idx="199">
                  <c:v>4.0010411289999999E-2</c:v>
                </c:pt>
                <c:pt idx="200">
                  <c:v>4.0120642630000002E-2</c:v>
                </c:pt>
                <c:pt idx="201">
                  <c:v>4.0118739010000001E-2</c:v>
                </c:pt>
                <c:pt idx="202">
                  <c:v>4.0212810039999998E-2</c:v>
                </c:pt>
                <c:pt idx="203">
                  <c:v>4.0304970000000002E-2</c:v>
                </c:pt>
                <c:pt idx="204">
                  <c:v>4.0469653899999999E-2</c:v>
                </c:pt>
                <c:pt idx="205">
                  <c:v>4.0606461470000001E-2</c:v>
                </c:pt>
                <c:pt idx="206">
                  <c:v>4.0605805809999999E-2</c:v>
                </c:pt>
                <c:pt idx="207">
                  <c:v>4.0770664810000003E-2</c:v>
                </c:pt>
                <c:pt idx="208">
                  <c:v>4.095720127E-2</c:v>
                </c:pt>
                <c:pt idx="209">
                  <c:v>4.1028548030000001E-2</c:v>
                </c:pt>
                <c:pt idx="210">
                  <c:v>4.1143476960000001E-2</c:v>
                </c:pt>
                <c:pt idx="211">
                  <c:v>4.1294530029999998E-2</c:v>
                </c:pt>
                <c:pt idx="212">
                  <c:v>4.1389171029999998E-2</c:v>
                </c:pt>
                <c:pt idx="213">
                  <c:v>4.150974751E-2</c:v>
                </c:pt>
                <c:pt idx="214">
                  <c:v>4.1694723070000002E-2</c:v>
                </c:pt>
                <c:pt idx="215">
                  <c:v>4.1783832010000001E-2</c:v>
                </c:pt>
                <c:pt idx="216">
                  <c:v>4.190953821E-2</c:v>
                </c:pt>
                <c:pt idx="217">
                  <c:v>4.2068470269999998E-2</c:v>
                </c:pt>
                <c:pt idx="218">
                  <c:v>4.222658277E-2</c:v>
                </c:pt>
                <c:pt idx="219">
                  <c:v>4.2318884280000003E-2</c:v>
                </c:pt>
                <c:pt idx="220">
                  <c:v>4.24695462E-2</c:v>
                </c:pt>
                <c:pt idx="221">
                  <c:v>4.2657103389999999E-2</c:v>
                </c:pt>
                <c:pt idx="222">
                  <c:v>4.2800486089999999E-2</c:v>
                </c:pt>
                <c:pt idx="223">
                  <c:v>4.2915310710000001E-2</c:v>
                </c:pt>
                <c:pt idx="224">
                  <c:v>4.313756153E-2</c:v>
                </c:pt>
                <c:pt idx="225">
                  <c:v>4.3224912140000002E-2</c:v>
                </c:pt>
                <c:pt idx="226">
                  <c:v>4.3390478939999998E-2</c:v>
                </c:pt>
                <c:pt idx="227">
                  <c:v>4.3601356450000003E-2</c:v>
                </c:pt>
                <c:pt idx="228">
                  <c:v>4.3697185809999997E-2</c:v>
                </c:pt>
                <c:pt idx="229">
                  <c:v>4.387965798E-2</c:v>
                </c:pt>
                <c:pt idx="230">
                  <c:v>4.3999351559999997E-2</c:v>
                </c:pt>
                <c:pt idx="231">
                  <c:v>4.4121831659999999E-2</c:v>
                </c:pt>
                <c:pt idx="232">
                  <c:v>4.4331803920000003E-2</c:v>
                </c:pt>
                <c:pt idx="233">
                  <c:v>4.453260824E-2</c:v>
                </c:pt>
                <c:pt idx="234">
                  <c:v>4.460939765E-2</c:v>
                </c:pt>
                <c:pt idx="235">
                  <c:v>4.4847384099999998E-2</c:v>
                </c:pt>
                <c:pt idx="236">
                  <c:v>4.4977739449999998E-2</c:v>
                </c:pt>
                <c:pt idx="237">
                  <c:v>4.5112241060000002E-2</c:v>
                </c:pt>
                <c:pt idx="238">
                  <c:v>4.5283585789999997E-2</c:v>
                </c:pt>
                <c:pt idx="239">
                  <c:v>4.5420050619999999E-2</c:v>
                </c:pt>
                <c:pt idx="240">
                  <c:v>4.5611098410000002E-2</c:v>
                </c:pt>
                <c:pt idx="241">
                  <c:v>4.5751117170000001E-2</c:v>
                </c:pt>
                <c:pt idx="242">
                  <c:v>4.5952957119999999E-2</c:v>
                </c:pt>
                <c:pt idx="243">
                  <c:v>4.6077888460000001E-2</c:v>
                </c:pt>
                <c:pt idx="244">
                  <c:v>4.6219177540000003E-2</c:v>
                </c:pt>
                <c:pt idx="245">
                  <c:v>4.6300757679999999E-2</c:v>
                </c:pt>
                <c:pt idx="246">
                  <c:v>4.647412896E-2</c:v>
                </c:pt>
                <c:pt idx="247">
                  <c:v>4.669803753E-2</c:v>
                </c:pt>
                <c:pt idx="248">
                  <c:v>4.6871162950000003E-2</c:v>
                </c:pt>
                <c:pt idx="249">
                  <c:v>4.7021079809999998E-2</c:v>
                </c:pt>
                <c:pt idx="250">
                  <c:v>4.7172691670000003E-2</c:v>
                </c:pt>
                <c:pt idx="251">
                  <c:v>4.7346062959999997E-2</c:v>
                </c:pt>
                <c:pt idx="252">
                  <c:v>4.7523431480000003E-2</c:v>
                </c:pt>
                <c:pt idx="253">
                  <c:v>4.7603666779999998E-2</c:v>
                </c:pt>
                <c:pt idx="254">
                  <c:v>4.7618541870000003E-2</c:v>
                </c:pt>
                <c:pt idx="255">
                  <c:v>4.7936864199999998E-2</c:v>
                </c:pt>
                <c:pt idx="256">
                  <c:v>4.8007749019999997E-2</c:v>
                </c:pt>
                <c:pt idx="257">
                  <c:v>4.7887843100000001E-2</c:v>
                </c:pt>
                <c:pt idx="258">
                  <c:v>4.80033271E-2</c:v>
                </c:pt>
                <c:pt idx="259">
                  <c:v>4.8170756549999999E-2</c:v>
                </c:pt>
                <c:pt idx="260">
                  <c:v>4.8098601400000003E-2</c:v>
                </c:pt>
                <c:pt idx="261">
                  <c:v>4.8207111660000003E-2</c:v>
                </c:pt>
                <c:pt idx="262">
                  <c:v>4.8544708640000003E-2</c:v>
                </c:pt>
                <c:pt idx="263">
                  <c:v>4.8697348680000002E-2</c:v>
                </c:pt>
                <c:pt idx="264">
                  <c:v>4.9033384770000001E-2</c:v>
                </c:pt>
                <c:pt idx="265">
                  <c:v>4.9289297310000001E-2</c:v>
                </c:pt>
                <c:pt idx="266">
                  <c:v>4.9397844820000002E-2</c:v>
                </c:pt>
                <c:pt idx="267">
                  <c:v>4.9579102549999997E-2</c:v>
                </c:pt>
                <c:pt idx="268">
                  <c:v>4.9859955910000003E-2</c:v>
                </c:pt>
                <c:pt idx="269">
                  <c:v>4.9957435580000001E-2</c:v>
                </c:pt>
                <c:pt idx="270">
                  <c:v>5.0097238269999997E-2</c:v>
                </c:pt>
                <c:pt idx="271">
                  <c:v>5.0378482789999998E-2</c:v>
                </c:pt>
                <c:pt idx="272">
                  <c:v>5.0315260889999998E-2</c:v>
                </c:pt>
                <c:pt idx="273">
                  <c:v>5.0561487670000002E-2</c:v>
                </c:pt>
                <c:pt idx="274">
                  <c:v>5.067434162E-2</c:v>
                </c:pt>
                <c:pt idx="275">
                  <c:v>5.0753444430000003E-2</c:v>
                </c:pt>
                <c:pt idx="276">
                  <c:v>5.0943359729999999E-2</c:v>
                </c:pt>
                <c:pt idx="277">
                  <c:v>5.1140200349999998E-2</c:v>
                </c:pt>
                <c:pt idx="278">
                  <c:v>5.1228970290000002E-2</c:v>
                </c:pt>
                <c:pt idx="279">
                  <c:v>5.1349718119999999E-2</c:v>
                </c:pt>
                <c:pt idx="280">
                  <c:v>5.1558140670000002E-2</c:v>
                </c:pt>
                <c:pt idx="281">
                  <c:v>5.1613412800000001E-2</c:v>
                </c:pt>
                <c:pt idx="282">
                  <c:v>5.1844127480000002E-2</c:v>
                </c:pt>
                <c:pt idx="283">
                  <c:v>5.1933508369999999E-2</c:v>
                </c:pt>
                <c:pt idx="284">
                  <c:v>5.2045054729999998E-2</c:v>
                </c:pt>
                <c:pt idx="285">
                  <c:v>5.2130274470000001E-2</c:v>
                </c:pt>
                <c:pt idx="286">
                  <c:v>5.2366200830000001E-2</c:v>
                </c:pt>
                <c:pt idx="287">
                  <c:v>5.2407555279999997E-2</c:v>
                </c:pt>
                <c:pt idx="288">
                  <c:v>5.2563805130000002E-2</c:v>
                </c:pt>
                <c:pt idx="289">
                  <c:v>5.2616309370000003E-2</c:v>
                </c:pt>
                <c:pt idx="290">
                  <c:v>5.2752468730000002E-2</c:v>
                </c:pt>
                <c:pt idx="291">
                  <c:v>5.2850864829999997E-2</c:v>
                </c:pt>
                <c:pt idx="292">
                  <c:v>5.3000871089999999E-2</c:v>
                </c:pt>
                <c:pt idx="293">
                  <c:v>5.3064048289999999E-2</c:v>
                </c:pt>
                <c:pt idx="294">
                  <c:v>5.3228434179999999E-2</c:v>
                </c:pt>
                <c:pt idx="295">
                  <c:v>5.3354978560000002E-2</c:v>
                </c:pt>
                <c:pt idx="296">
                  <c:v>5.3443823010000002E-2</c:v>
                </c:pt>
                <c:pt idx="297">
                  <c:v>5.3570426999999997E-2</c:v>
                </c:pt>
                <c:pt idx="298">
                  <c:v>5.37250191E-2</c:v>
                </c:pt>
                <c:pt idx="299">
                  <c:v>5.3796034309999997E-2</c:v>
                </c:pt>
                <c:pt idx="300">
                  <c:v>5.3894903510000002E-2</c:v>
                </c:pt>
                <c:pt idx="301">
                  <c:v>5.3982801740000003E-2</c:v>
                </c:pt>
                <c:pt idx="302">
                  <c:v>5.4085373880000003E-2</c:v>
                </c:pt>
                <c:pt idx="303">
                  <c:v>5.4156891999999998E-2</c:v>
                </c:pt>
                <c:pt idx="304">
                  <c:v>5.4278336470000001E-2</c:v>
                </c:pt>
                <c:pt idx="305">
                  <c:v>5.4339967670000003E-2</c:v>
                </c:pt>
                <c:pt idx="306">
                  <c:v>5.4439812900000002E-2</c:v>
                </c:pt>
                <c:pt idx="307">
                  <c:v>5.4478984330000001E-2</c:v>
                </c:pt>
                <c:pt idx="308">
                  <c:v>5.4584085939999999E-2</c:v>
                </c:pt>
                <c:pt idx="309">
                  <c:v>5.465286598E-2</c:v>
                </c:pt>
                <c:pt idx="310">
                  <c:v>5.4722856729999998E-2</c:v>
                </c:pt>
                <c:pt idx="311">
                  <c:v>5.4822053760000003E-2</c:v>
                </c:pt>
                <c:pt idx="312">
                  <c:v>5.4927267129999999E-2</c:v>
                </c:pt>
                <c:pt idx="313">
                  <c:v>5.4988048970000002E-2</c:v>
                </c:pt>
                <c:pt idx="314">
                  <c:v>5.5016491559999998E-2</c:v>
                </c:pt>
                <c:pt idx="315">
                  <c:v>5.5085189639999997E-2</c:v>
                </c:pt>
                <c:pt idx="316">
                  <c:v>5.5188994849999999E-2</c:v>
                </c:pt>
                <c:pt idx="317">
                  <c:v>5.5225007239999999E-2</c:v>
                </c:pt>
                <c:pt idx="318">
                  <c:v>5.5273864419999999E-2</c:v>
                </c:pt>
                <c:pt idx="319">
                  <c:v>5.5304646489999998E-2</c:v>
                </c:pt>
                <c:pt idx="320">
                  <c:v>5.5289004000000003E-2</c:v>
                </c:pt>
                <c:pt idx="321">
                  <c:v>5.5507976559999998E-2</c:v>
                </c:pt>
                <c:pt idx="322">
                  <c:v>5.5571194740000003E-2</c:v>
                </c:pt>
                <c:pt idx="323">
                  <c:v>5.5501915509999999E-2</c:v>
                </c:pt>
                <c:pt idx="324">
                  <c:v>5.5494885889999998E-2</c:v>
                </c:pt>
                <c:pt idx="325">
                  <c:v>5.5582225319999998E-2</c:v>
                </c:pt>
                <c:pt idx="326">
                  <c:v>5.5608086289999997E-2</c:v>
                </c:pt>
                <c:pt idx="327">
                  <c:v>5.5645044890000002E-2</c:v>
                </c:pt>
                <c:pt idx="328">
                  <c:v>5.5620681489999997E-2</c:v>
                </c:pt>
                <c:pt idx="329">
                  <c:v>5.5645719170000003E-2</c:v>
                </c:pt>
                <c:pt idx="330">
                  <c:v>5.5645044890000002E-2</c:v>
                </c:pt>
                <c:pt idx="331">
                  <c:v>5.5669493969999997E-2</c:v>
                </c:pt>
                <c:pt idx="332">
                  <c:v>5.5686827750000001E-2</c:v>
                </c:pt>
                <c:pt idx="333">
                  <c:v>5.5603999639999999E-2</c:v>
                </c:pt>
                <c:pt idx="334">
                  <c:v>5.5617738520000001E-2</c:v>
                </c:pt>
                <c:pt idx="335">
                  <c:v>5.5616766210000002E-2</c:v>
                </c:pt>
                <c:pt idx="336">
                  <c:v>5.5534597489999997E-2</c:v>
                </c:pt>
                <c:pt idx="337">
                  <c:v>5.5556837470000002E-2</c:v>
                </c:pt>
                <c:pt idx="338">
                  <c:v>5.5456709120000003E-2</c:v>
                </c:pt>
                <c:pt idx="339">
                  <c:v>5.5396419019999997E-2</c:v>
                </c:pt>
                <c:pt idx="340">
                  <c:v>5.5387537930000001E-2</c:v>
                </c:pt>
                <c:pt idx="341">
                  <c:v>5.5240556599999997E-2</c:v>
                </c:pt>
                <c:pt idx="342">
                  <c:v>5.5264927450000001E-2</c:v>
                </c:pt>
                <c:pt idx="343">
                  <c:v>5.5225357410000002E-2</c:v>
                </c:pt>
                <c:pt idx="344">
                  <c:v>5.5029418320000002E-2</c:v>
                </c:pt>
                <c:pt idx="345">
                  <c:v>5.4976534100000002E-2</c:v>
                </c:pt>
                <c:pt idx="346">
                  <c:v>5.490620434E-2</c:v>
                </c:pt>
                <c:pt idx="347">
                  <c:v>5.47160171E-2</c:v>
                </c:pt>
                <c:pt idx="348">
                  <c:v>5.4720360789999999E-2</c:v>
                </c:pt>
                <c:pt idx="349">
                  <c:v>5.456192419E-2</c:v>
                </c:pt>
                <c:pt idx="350">
                  <c:v>5.439864472E-2</c:v>
                </c:pt>
                <c:pt idx="351">
                  <c:v>5.4300133139999998E-2</c:v>
                </c:pt>
                <c:pt idx="352">
                  <c:v>5.4110500960000002E-2</c:v>
                </c:pt>
                <c:pt idx="353">
                  <c:v>5.3932797159999997E-2</c:v>
                </c:pt>
                <c:pt idx="354">
                  <c:v>5.3861554710000002E-2</c:v>
                </c:pt>
                <c:pt idx="355">
                  <c:v>5.3705040369999998E-2</c:v>
                </c:pt>
                <c:pt idx="356">
                  <c:v>5.3425759080000003E-2</c:v>
                </c:pt>
                <c:pt idx="357">
                  <c:v>5.3333874789999999E-2</c:v>
                </c:pt>
                <c:pt idx="358">
                  <c:v>5.3171496839999999E-2</c:v>
                </c:pt>
                <c:pt idx="359">
                  <c:v>5.2874635910000002E-2</c:v>
                </c:pt>
                <c:pt idx="360">
                  <c:v>5.2755214270000003E-2</c:v>
                </c:pt>
                <c:pt idx="361">
                  <c:v>5.2553929389999997E-2</c:v>
                </c:pt>
                <c:pt idx="362">
                  <c:v>5.2221145480000002E-2</c:v>
                </c:pt>
                <c:pt idx="363">
                  <c:v>5.2096884699999998E-2</c:v>
                </c:pt>
                <c:pt idx="364">
                  <c:v>5.1836807280000001E-2</c:v>
                </c:pt>
                <c:pt idx="365">
                  <c:v>5.1610205319999998E-2</c:v>
                </c:pt>
                <c:pt idx="366">
                  <c:v>5.1372937860000002E-2</c:v>
                </c:pt>
                <c:pt idx="367">
                  <c:v>5.1173020149999998E-2</c:v>
                </c:pt>
                <c:pt idx="368">
                  <c:v>5.0943735990000003E-2</c:v>
                </c:pt>
                <c:pt idx="369">
                  <c:v>5.0695139909999999E-2</c:v>
                </c:pt>
                <c:pt idx="370">
                  <c:v>5.0415519620000002E-2</c:v>
                </c:pt>
                <c:pt idx="371">
                  <c:v>5.0206135960000002E-2</c:v>
                </c:pt>
                <c:pt idx="372">
                  <c:v>4.9966584889999999E-2</c:v>
                </c:pt>
                <c:pt idx="373">
                  <c:v>4.9716517330000001E-2</c:v>
                </c:pt>
                <c:pt idx="374">
                  <c:v>4.9458555879999998E-2</c:v>
                </c:pt>
                <c:pt idx="375">
                  <c:v>4.9174308780000002E-2</c:v>
                </c:pt>
                <c:pt idx="376">
                  <c:v>4.8929821700000001E-2</c:v>
                </c:pt>
                <c:pt idx="377">
                  <c:v>4.8686750229999999E-2</c:v>
                </c:pt>
                <c:pt idx="378">
                  <c:v>4.8433568330000003E-2</c:v>
                </c:pt>
                <c:pt idx="379">
                  <c:v>4.8160631209999999E-2</c:v>
                </c:pt>
                <c:pt idx="380">
                  <c:v>4.7902841119999998E-2</c:v>
                </c:pt>
                <c:pt idx="381">
                  <c:v>4.7652024780000003E-2</c:v>
                </c:pt>
                <c:pt idx="382">
                  <c:v>4.7387953849999997E-2</c:v>
                </c:pt>
                <c:pt idx="383">
                  <c:v>4.715947434E-2</c:v>
                </c:pt>
                <c:pt idx="384">
                  <c:v>4.6909026800000003E-2</c:v>
                </c:pt>
                <c:pt idx="385">
                  <c:v>4.6696163710000002E-2</c:v>
                </c:pt>
                <c:pt idx="386">
                  <c:v>4.6488072720000002E-2</c:v>
                </c:pt>
                <c:pt idx="387">
                  <c:v>4.6115279199999998E-2</c:v>
                </c:pt>
                <c:pt idx="388">
                  <c:v>4.5917131010000001E-2</c:v>
                </c:pt>
                <c:pt idx="389">
                  <c:v>4.5685373250000001E-2</c:v>
                </c:pt>
                <c:pt idx="390">
                  <c:v>4.5473683629999997E-2</c:v>
                </c:pt>
                <c:pt idx="391">
                  <c:v>4.5300394299999998E-2</c:v>
                </c:pt>
                <c:pt idx="392">
                  <c:v>4.4982392340000003E-2</c:v>
                </c:pt>
                <c:pt idx="393">
                  <c:v>4.4757243250000002E-2</c:v>
                </c:pt>
                <c:pt idx="394">
                  <c:v>4.4526442889999997E-2</c:v>
                </c:pt>
                <c:pt idx="395">
                  <c:v>4.4405341149999999E-2</c:v>
                </c:pt>
                <c:pt idx="396">
                  <c:v>4.4153723870000001E-2</c:v>
                </c:pt>
                <c:pt idx="397">
                  <c:v>4.3961256740000003E-2</c:v>
                </c:pt>
                <c:pt idx="398">
                  <c:v>4.3670248240000001E-2</c:v>
                </c:pt>
                <c:pt idx="399">
                  <c:v>4.346944019E-2</c:v>
                </c:pt>
                <c:pt idx="400">
                  <c:v>4.326140136E-2</c:v>
                </c:pt>
                <c:pt idx="401">
                  <c:v>4.3111462150000002E-2</c:v>
                </c:pt>
                <c:pt idx="402">
                  <c:v>4.2914051559999999E-2</c:v>
                </c:pt>
                <c:pt idx="403">
                  <c:v>4.270539433E-2</c:v>
                </c:pt>
                <c:pt idx="404">
                  <c:v>4.249869287E-2</c:v>
                </c:pt>
                <c:pt idx="405">
                  <c:v>4.2302276940000001E-2</c:v>
                </c:pt>
                <c:pt idx="406">
                  <c:v>4.2149614539999998E-2</c:v>
                </c:pt>
                <c:pt idx="407">
                  <c:v>4.196538776E-2</c:v>
                </c:pt>
                <c:pt idx="408">
                  <c:v>4.1783489290000003E-2</c:v>
                </c:pt>
                <c:pt idx="409">
                  <c:v>4.1626170279999999E-2</c:v>
                </c:pt>
                <c:pt idx="410">
                  <c:v>4.1346717630000002E-2</c:v>
                </c:pt>
                <c:pt idx="411">
                  <c:v>4.1218869390000003E-2</c:v>
                </c:pt>
                <c:pt idx="412">
                  <c:v>4.111513495E-2</c:v>
                </c:pt>
                <c:pt idx="413">
                  <c:v>4.0895991030000002E-2</c:v>
                </c:pt>
                <c:pt idx="414">
                  <c:v>4.0794208649999997E-2</c:v>
                </c:pt>
                <c:pt idx="415">
                  <c:v>4.0536489340000002E-2</c:v>
                </c:pt>
                <c:pt idx="416">
                  <c:v>4.0474314240000003E-2</c:v>
                </c:pt>
                <c:pt idx="417">
                  <c:v>4.0209002789999997E-2</c:v>
                </c:pt>
                <c:pt idx="418">
                  <c:v>4.008316621E-2</c:v>
                </c:pt>
                <c:pt idx="419">
                  <c:v>3.991493955E-2</c:v>
                </c:pt>
                <c:pt idx="420">
                  <c:v>3.9726238699999999E-2</c:v>
                </c:pt>
                <c:pt idx="421">
                  <c:v>3.9674051109999997E-2</c:v>
                </c:pt>
                <c:pt idx="422">
                  <c:v>3.9512302729999997E-2</c:v>
                </c:pt>
                <c:pt idx="423">
                  <c:v>3.9376322179999999E-2</c:v>
                </c:pt>
                <c:pt idx="424">
                  <c:v>3.9191085850000001E-2</c:v>
                </c:pt>
                <c:pt idx="425">
                  <c:v>3.905851766E-2</c:v>
                </c:pt>
                <c:pt idx="426">
                  <c:v>3.8928452879999999E-2</c:v>
                </c:pt>
                <c:pt idx="427">
                  <c:v>3.8753114640000003E-2</c:v>
                </c:pt>
                <c:pt idx="428">
                  <c:v>3.864071518E-2</c:v>
                </c:pt>
                <c:pt idx="429">
                  <c:v>3.8440860809999998E-2</c:v>
                </c:pt>
                <c:pt idx="430">
                  <c:v>3.8378249849999997E-2</c:v>
                </c:pt>
                <c:pt idx="431">
                  <c:v>3.8209944959999999E-2</c:v>
                </c:pt>
                <c:pt idx="432">
                  <c:v>3.8046453149999999E-2</c:v>
                </c:pt>
                <c:pt idx="433">
                  <c:v>3.7958275530000002E-2</c:v>
                </c:pt>
                <c:pt idx="434">
                  <c:v>3.7725441159999998E-2</c:v>
                </c:pt>
                <c:pt idx="435">
                  <c:v>3.7628833200000003E-2</c:v>
                </c:pt>
                <c:pt idx="436">
                  <c:v>3.7535995240000002E-2</c:v>
                </c:pt>
                <c:pt idx="437">
                  <c:v>3.7363108249999999E-2</c:v>
                </c:pt>
                <c:pt idx="438">
                  <c:v>3.7222411480000002E-2</c:v>
                </c:pt>
                <c:pt idx="439">
                  <c:v>3.7105388939999998E-2</c:v>
                </c:pt>
                <c:pt idx="440">
                  <c:v>3.7023887040000002E-2</c:v>
                </c:pt>
                <c:pt idx="441">
                  <c:v>3.6853823809999998E-2</c:v>
                </c:pt>
                <c:pt idx="442">
                  <c:v>3.6676812920000003E-2</c:v>
                </c:pt>
                <c:pt idx="443">
                  <c:v>3.6581534890000003E-2</c:v>
                </c:pt>
                <c:pt idx="444">
                  <c:v>3.645004332E-2</c:v>
                </c:pt>
                <c:pt idx="445">
                  <c:v>3.6296132949999997E-2</c:v>
                </c:pt>
                <c:pt idx="446">
                  <c:v>3.6195676769999997E-2</c:v>
                </c:pt>
                <c:pt idx="447">
                  <c:v>3.6055639389999998E-2</c:v>
                </c:pt>
                <c:pt idx="448">
                  <c:v>3.5942923279999997E-2</c:v>
                </c:pt>
                <c:pt idx="449">
                  <c:v>3.5820085559999999E-2</c:v>
                </c:pt>
                <c:pt idx="450">
                  <c:v>3.5690229390000001E-2</c:v>
                </c:pt>
                <c:pt idx="451">
                  <c:v>3.5565834490000003E-2</c:v>
                </c:pt>
                <c:pt idx="452">
                  <c:v>3.5398084670000003E-2</c:v>
                </c:pt>
                <c:pt idx="453">
                  <c:v>3.5289440300000002E-2</c:v>
                </c:pt>
                <c:pt idx="454">
                  <c:v>3.5181242969999998E-2</c:v>
                </c:pt>
                <c:pt idx="455">
                  <c:v>3.5062942649999998E-2</c:v>
                </c:pt>
                <c:pt idx="456">
                  <c:v>3.4972000869999999E-2</c:v>
                </c:pt>
                <c:pt idx="457">
                  <c:v>3.4832973029999999E-2</c:v>
                </c:pt>
                <c:pt idx="458">
                  <c:v>3.4602735189999997E-2</c:v>
                </c:pt>
                <c:pt idx="459">
                  <c:v>3.4577842800000001E-2</c:v>
                </c:pt>
                <c:pt idx="460">
                  <c:v>3.4453038130000002E-2</c:v>
                </c:pt>
                <c:pt idx="461">
                  <c:v>3.4327372910000001E-2</c:v>
                </c:pt>
                <c:pt idx="462">
                  <c:v>3.4268908200000003E-2</c:v>
                </c:pt>
                <c:pt idx="463">
                  <c:v>3.4095469859999998E-2</c:v>
                </c:pt>
                <c:pt idx="464">
                  <c:v>3.3973071719999998E-2</c:v>
                </c:pt>
                <c:pt idx="465">
                  <c:v>3.3895175899999998E-2</c:v>
                </c:pt>
                <c:pt idx="466">
                  <c:v>3.3841609949999997E-2</c:v>
                </c:pt>
                <c:pt idx="467">
                  <c:v>3.3669825639999998E-2</c:v>
                </c:pt>
                <c:pt idx="468">
                  <c:v>3.3567961309999998E-2</c:v>
                </c:pt>
                <c:pt idx="469">
                  <c:v>3.3554311840000003E-2</c:v>
                </c:pt>
                <c:pt idx="470">
                  <c:v>3.3407855780000002E-2</c:v>
                </c:pt>
                <c:pt idx="471">
                  <c:v>3.3295348289999999E-2</c:v>
                </c:pt>
                <c:pt idx="472">
                  <c:v>3.3260747790000003E-2</c:v>
                </c:pt>
                <c:pt idx="473">
                  <c:v>3.3146742729999998E-2</c:v>
                </c:pt>
                <c:pt idx="474">
                  <c:v>3.2995089890000003E-2</c:v>
                </c:pt>
                <c:pt idx="475">
                  <c:v>3.2973442229999997E-2</c:v>
                </c:pt>
                <c:pt idx="476">
                  <c:v>3.2919879999999999E-2</c:v>
                </c:pt>
                <c:pt idx="477">
                  <c:v>3.2811686399999998E-2</c:v>
                </c:pt>
                <c:pt idx="478">
                  <c:v>3.2672151920000003E-2</c:v>
                </c:pt>
                <c:pt idx="479">
                  <c:v>3.2555144279999997E-2</c:v>
                </c:pt>
                <c:pt idx="480">
                  <c:v>3.2580900939999997E-2</c:v>
                </c:pt>
                <c:pt idx="481">
                  <c:v>3.2508220519999999E-2</c:v>
                </c:pt>
                <c:pt idx="482">
                  <c:v>3.2399345189999998E-2</c:v>
                </c:pt>
                <c:pt idx="483">
                  <c:v>3.233177215E-2</c:v>
                </c:pt>
                <c:pt idx="484">
                  <c:v>3.2300960269999998E-2</c:v>
                </c:pt>
                <c:pt idx="485">
                  <c:v>3.216802329E-2</c:v>
                </c:pt>
                <c:pt idx="486">
                  <c:v>3.2095775010000001E-2</c:v>
                </c:pt>
                <c:pt idx="487">
                  <c:v>3.2002303750000002E-2</c:v>
                </c:pt>
                <c:pt idx="488">
                  <c:v>3.1970288600000001E-2</c:v>
                </c:pt>
                <c:pt idx="489">
                  <c:v>3.18521373E-2</c:v>
                </c:pt>
                <c:pt idx="490">
                  <c:v>3.1803056599999997E-2</c:v>
                </c:pt>
                <c:pt idx="491">
                  <c:v>3.1769104300000003E-2</c:v>
                </c:pt>
                <c:pt idx="492">
                  <c:v>3.1693916769999997E-2</c:v>
                </c:pt>
                <c:pt idx="493">
                  <c:v>3.1576115639999999E-2</c:v>
                </c:pt>
                <c:pt idx="494">
                  <c:v>3.158875555E-2</c:v>
                </c:pt>
                <c:pt idx="495">
                  <c:v>3.1565815210000001E-2</c:v>
                </c:pt>
                <c:pt idx="496">
                  <c:v>3.1505968420000002E-2</c:v>
                </c:pt>
                <c:pt idx="497">
                  <c:v>3.1380791220000002E-2</c:v>
                </c:pt>
                <c:pt idx="498">
                  <c:v>3.1344342980000002E-2</c:v>
                </c:pt>
                <c:pt idx="499">
                  <c:v>3.1342368570000001E-2</c:v>
                </c:pt>
                <c:pt idx="500">
                  <c:v>3.1246637930000001E-2</c:v>
                </c:pt>
                <c:pt idx="501">
                  <c:v>3.1174959610000001E-2</c:v>
                </c:pt>
                <c:pt idx="502">
                  <c:v>3.1166866420000001E-2</c:v>
                </c:pt>
                <c:pt idx="503">
                  <c:v>3.1100427730000001E-2</c:v>
                </c:pt>
                <c:pt idx="504">
                  <c:v>3.1083466489999999E-2</c:v>
                </c:pt>
                <c:pt idx="505">
                  <c:v>3.1070286409999998E-2</c:v>
                </c:pt>
                <c:pt idx="506">
                  <c:v>3.1041562559999999E-2</c:v>
                </c:pt>
                <c:pt idx="507">
                  <c:v>3.0916491519999999E-2</c:v>
                </c:pt>
                <c:pt idx="508">
                  <c:v>3.0922384930000001E-2</c:v>
                </c:pt>
                <c:pt idx="509">
                  <c:v>3.093008325E-2</c:v>
                </c:pt>
                <c:pt idx="510">
                  <c:v>3.0760139230000001E-2</c:v>
                </c:pt>
                <c:pt idx="511">
                  <c:v>3.0739717190000002E-2</c:v>
                </c:pt>
                <c:pt idx="512">
                  <c:v>3.068523481E-2</c:v>
                </c:pt>
                <c:pt idx="513">
                  <c:v>3.0640149490000001E-2</c:v>
                </c:pt>
                <c:pt idx="514">
                  <c:v>3.0571792269999998E-2</c:v>
                </c:pt>
                <c:pt idx="515">
                  <c:v>3.0590068549999998E-2</c:v>
                </c:pt>
                <c:pt idx="516">
                  <c:v>3.0467374249999998E-2</c:v>
                </c:pt>
                <c:pt idx="517">
                  <c:v>3.044957668E-2</c:v>
                </c:pt>
                <c:pt idx="518">
                  <c:v>3.0313072730000001E-2</c:v>
                </c:pt>
                <c:pt idx="519">
                  <c:v>3.0263695869999999E-2</c:v>
                </c:pt>
                <c:pt idx="520">
                  <c:v>3.0199144040000001E-2</c:v>
                </c:pt>
                <c:pt idx="521">
                  <c:v>3.0236968770000001E-2</c:v>
                </c:pt>
                <c:pt idx="522">
                  <c:v>3.0042633409999998E-2</c:v>
                </c:pt>
                <c:pt idx="523">
                  <c:v>3.0094260349999999E-2</c:v>
                </c:pt>
                <c:pt idx="524">
                  <c:v>2.997132018E-2</c:v>
                </c:pt>
                <c:pt idx="525">
                  <c:v>2.9968408870000001E-2</c:v>
                </c:pt>
                <c:pt idx="526">
                  <c:v>2.9873674740000002E-2</c:v>
                </c:pt>
                <c:pt idx="527">
                  <c:v>2.9821740459999999E-2</c:v>
                </c:pt>
                <c:pt idx="528">
                  <c:v>2.975847572E-2</c:v>
                </c:pt>
                <c:pt idx="529">
                  <c:v>2.9646603390000002E-2</c:v>
                </c:pt>
                <c:pt idx="530">
                  <c:v>2.9556928199999999E-2</c:v>
                </c:pt>
                <c:pt idx="531">
                  <c:v>2.9518164690000001E-2</c:v>
                </c:pt>
                <c:pt idx="532">
                  <c:v>2.9411202300000001E-2</c:v>
                </c:pt>
                <c:pt idx="533">
                  <c:v>2.9367355630000001E-2</c:v>
                </c:pt>
                <c:pt idx="534">
                  <c:v>2.927530184E-2</c:v>
                </c:pt>
                <c:pt idx="535">
                  <c:v>2.9183238739999999E-2</c:v>
                </c:pt>
                <c:pt idx="536">
                  <c:v>2.9101852330000001E-2</c:v>
                </c:pt>
                <c:pt idx="537">
                  <c:v>2.901998162E-2</c:v>
                </c:pt>
                <c:pt idx="538">
                  <c:v>2.8952820229999999E-2</c:v>
                </c:pt>
                <c:pt idx="539">
                  <c:v>2.8877977280000001E-2</c:v>
                </c:pt>
                <c:pt idx="540">
                  <c:v>2.878395282E-2</c:v>
                </c:pt>
                <c:pt idx="541">
                  <c:v>2.8654690829999999E-2</c:v>
                </c:pt>
                <c:pt idx="542">
                  <c:v>2.8612412510000001E-2</c:v>
                </c:pt>
                <c:pt idx="543">
                  <c:v>2.8590543199999999E-2</c:v>
                </c:pt>
                <c:pt idx="544">
                  <c:v>2.8466561809999999E-2</c:v>
                </c:pt>
                <c:pt idx="545">
                  <c:v>2.8366656970000001E-2</c:v>
                </c:pt>
                <c:pt idx="546">
                  <c:v>2.8352895749999999E-2</c:v>
                </c:pt>
                <c:pt idx="547">
                  <c:v>2.8211856260000001E-2</c:v>
                </c:pt>
                <c:pt idx="548">
                  <c:v>2.8148436919999999E-2</c:v>
                </c:pt>
                <c:pt idx="549">
                  <c:v>2.801903151E-2</c:v>
                </c:pt>
                <c:pt idx="550">
                  <c:v>2.796373144E-2</c:v>
                </c:pt>
                <c:pt idx="551">
                  <c:v>2.7863305059999999E-2</c:v>
                </c:pt>
                <c:pt idx="552">
                  <c:v>2.776776068E-2</c:v>
                </c:pt>
                <c:pt idx="553">
                  <c:v>2.7725707740000001E-2</c:v>
                </c:pt>
                <c:pt idx="554">
                  <c:v>2.7726978060000001E-2</c:v>
                </c:pt>
                <c:pt idx="555">
                  <c:v>2.7596181260000002E-2</c:v>
                </c:pt>
                <c:pt idx="556">
                  <c:v>2.7558226139999999E-2</c:v>
                </c:pt>
                <c:pt idx="557">
                  <c:v>2.7446644379999999E-2</c:v>
                </c:pt>
                <c:pt idx="558">
                  <c:v>2.7409311379999999E-2</c:v>
                </c:pt>
                <c:pt idx="559">
                  <c:v>2.727378532E-2</c:v>
                </c:pt>
                <c:pt idx="560">
                  <c:v>2.7219792829999999E-2</c:v>
                </c:pt>
                <c:pt idx="561">
                  <c:v>2.7204331009999999E-2</c:v>
                </c:pt>
                <c:pt idx="562">
                  <c:v>2.7173493060000001E-2</c:v>
                </c:pt>
                <c:pt idx="563">
                  <c:v>2.7067629619999999E-2</c:v>
                </c:pt>
                <c:pt idx="564">
                  <c:v>2.7028867969999999E-2</c:v>
                </c:pt>
                <c:pt idx="565">
                  <c:v>2.691301703E-2</c:v>
                </c:pt>
                <c:pt idx="566">
                  <c:v>2.6893131430000002E-2</c:v>
                </c:pt>
                <c:pt idx="567">
                  <c:v>2.6811154560000001E-2</c:v>
                </c:pt>
                <c:pt idx="568">
                  <c:v>2.674405836E-2</c:v>
                </c:pt>
                <c:pt idx="569">
                  <c:v>2.6765808459999998E-2</c:v>
                </c:pt>
                <c:pt idx="570">
                  <c:v>2.6706041770000001E-2</c:v>
                </c:pt>
                <c:pt idx="571">
                  <c:v>2.666053921E-2</c:v>
                </c:pt>
                <c:pt idx="572">
                  <c:v>2.660618164E-2</c:v>
                </c:pt>
                <c:pt idx="573">
                  <c:v>2.6555078100000001E-2</c:v>
                </c:pt>
                <c:pt idx="574">
                  <c:v>2.6490524410000001E-2</c:v>
                </c:pt>
                <c:pt idx="575">
                  <c:v>2.6501530780000001E-2</c:v>
                </c:pt>
                <c:pt idx="576">
                  <c:v>2.6480618859999999E-2</c:v>
                </c:pt>
                <c:pt idx="577">
                  <c:v>2.6420891280000001E-2</c:v>
                </c:pt>
                <c:pt idx="578">
                  <c:v>2.6359329000000001E-2</c:v>
                </c:pt>
                <c:pt idx="579">
                  <c:v>2.6383260259999999E-2</c:v>
                </c:pt>
                <c:pt idx="580">
                  <c:v>2.6366977020000001E-2</c:v>
                </c:pt>
                <c:pt idx="581">
                  <c:v>2.6352727789999999E-2</c:v>
                </c:pt>
                <c:pt idx="582">
                  <c:v>2.638125233E-2</c:v>
                </c:pt>
                <c:pt idx="583">
                  <c:v>2.63383165E-2</c:v>
                </c:pt>
                <c:pt idx="584">
                  <c:v>2.631801739E-2</c:v>
                </c:pt>
                <c:pt idx="585">
                  <c:v>2.6299260559999999E-2</c:v>
                </c:pt>
                <c:pt idx="586">
                  <c:v>2.6312517000000001E-2</c:v>
                </c:pt>
                <c:pt idx="587">
                  <c:v>2.6327397669999999E-2</c:v>
                </c:pt>
                <c:pt idx="588">
                  <c:v>2.6337765159999998E-2</c:v>
                </c:pt>
                <c:pt idx="589">
                  <c:v>2.6331000029999999E-2</c:v>
                </c:pt>
                <c:pt idx="590">
                  <c:v>2.6340186599999999E-2</c:v>
                </c:pt>
                <c:pt idx="591">
                  <c:v>2.6349730790000001E-2</c:v>
                </c:pt>
                <c:pt idx="592">
                  <c:v>2.6367802169999999E-2</c:v>
                </c:pt>
                <c:pt idx="593">
                  <c:v>2.6391072200000001E-2</c:v>
                </c:pt>
                <c:pt idx="594">
                  <c:v>2.6449199770000001E-2</c:v>
                </c:pt>
                <c:pt idx="595">
                  <c:v>2.6464359829999999E-2</c:v>
                </c:pt>
                <c:pt idx="596">
                  <c:v>2.651149035E-2</c:v>
                </c:pt>
                <c:pt idx="597">
                  <c:v>2.6520542800000001E-2</c:v>
                </c:pt>
                <c:pt idx="598">
                  <c:v>2.65827626E-2</c:v>
                </c:pt>
                <c:pt idx="599">
                  <c:v>2.660315484E-2</c:v>
                </c:pt>
                <c:pt idx="600">
                  <c:v>2.6720877739999999E-2</c:v>
                </c:pt>
                <c:pt idx="601">
                  <c:v>2.9693193730000001E-2</c:v>
                </c:pt>
                <c:pt idx="602">
                  <c:v>2.963767946E-2</c:v>
                </c:pt>
                <c:pt idx="603">
                  <c:v>2.9904538769999999E-2</c:v>
                </c:pt>
                <c:pt idx="604">
                  <c:v>2.9982885349999999E-2</c:v>
                </c:pt>
                <c:pt idx="605">
                  <c:v>3.0004354189999999E-2</c:v>
                </c:pt>
                <c:pt idx="606">
                  <c:v>3.0011039230000001E-2</c:v>
                </c:pt>
                <c:pt idx="607">
                  <c:v>3.0075840650000001E-2</c:v>
                </c:pt>
                <c:pt idx="608">
                  <c:v>3.025126085E-2</c:v>
                </c:pt>
                <c:pt idx="609">
                  <c:v>3.0284538869999999E-2</c:v>
                </c:pt>
                <c:pt idx="610">
                  <c:v>3.0356070030000001E-2</c:v>
                </c:pt>
                <c:pt idx="611">
                  <c:v>3.04473564E-2</c:v>
                </c:pt>
                <c:pt idx="612">
                  <c:v>3.0741745609999999E-2</c:v>
                </c:pt>
                <c:pt idx="613">
                  <c:v>3.0630398539999999E-2</c:v>
                </c:pt>
                <c:pt idx="614">
                  <c:v>3.087946959E-2</c:v>
                </c:pt>
                <c:pt idx="615">
                  <c:v>3.089870326E-2</c:v>
                </c:pt>
                <c:pt idx="616">
                  <c:v>3.098665364E-2</c:v>
                </c:pt>
                <c:pt idx="617">
                  <c:v>3.120040894E-2</c:v>
                </c:pt>
                <c:pt idx="618">
                  <c:v>3.1175849960000002E-2</c:v>
                </c:pt>
                <c:pt idx="619">
                  <c:v>3.1288143249999997E-2</c:v>
                </c:pt>
                <c:pt idx="620">
                  <c:v>3.1575087459999998E-2</c:v>
                </c:pt>
                <c:pt idx="621">
                  <c:v>3.1628511849999999E-2</c:v>
                </c:pt>
                <c:pt idx="622">
                  <c:v>3.197402135E-2</c:v>
                </c:pt>
                <c:pt idx="623">
                  <c:v>3.1900830569999997E-2</c:v>
                </c:pt>
                <c:pt idx="624">
                  <c:v>3.2195538279999998E-2</c:v>
                </c:pt>
                <c:pt idx="625">
                  <c:v>3.2151076940000002E-2</c:v>
                </c:pt>
                <c:pt idx="626">
                  <c:v>3.2416306440000001E-2</c:v>
                </c:pt>
                <c:pt idx="627">
                  <c:v>3.2715216280000001E-2</c:v>
                </c:pt>
                <c:pt idx="628">
                  <c:v>3.278312832E-2</c:v>
                </c:pt>
                <c:pt idx="629">
                  <c:v>3.3033661540000002E-2</c:v>
                </c:pt>
                <c:pt idx="630">
                  <c:v>3.3344373109999999E-2</c:v>
                </c:pt>
                <c:pt idx="631">
                  <c:v>3.3372938630000001E-2</c:v>
                </c:pt>
                <c:pt idx="632">
                  <c:v>3.3633545039999997E-2</c:v>
                </c:pt>
                <c:pt idx="633">
                  <c:v>3.3803220840000002E-2</c:v>
                </c:pt>
                <c:pt idx="634">
                  <c:v>3.3988606179999999E-2</c:v>
                </c:pt>
                <c:pt idx="635">
                  <c:v>3.4157495949999998E-2</c:v>
                </c:pt>
                <c:pt idx="636">
                  <c:v>3.4323561939999997E-2</c:v>
                </c:pt>
                <c:pt idx="637">
                  <c:v>3.4648854290000003E-2</c:v>
                </c:pt>
                <c:pt idx="638">
                  <c:v>3.4814015029999999E-2</c:v>
                </c:pt>
                <c:pt idx="639">
                  <c:v>3.5323075949999998E-2</c:v>
                </c:pt>
                <c:pt idx="640">
                  <c:v>3.5489395260000001E-2</c:v>
                </c:pt>
                <c:pt idx="641">
                  <c:v>3.5725079479999998E-2</c:v>
                </c:pt>
                <c:pt idx="642">
                  <c:v>3.6012634629999998E-2</c:v>
                </c:pt>
                <c:pt idx="643">
                  <c:v>3.626199812E-2</c:v>
                </c:pt>
                <c:pt idx="644">
                  <c:v>3.6640536039999998E-2</c:v>
                </c:pt>
                <c:pt idx="645">
                  <c:v>3.6818571389999999E-2</c:v>
                </c:pt>
                <c:pt idx="646">
                  <c:v>3.7169478829999998E-2</c:v>
                </c:pt>
                <c:pt idx="647">
                  <c:v>3.750193492E-2</c:v>
                </c:pt>
                <c:pt idx="648">
                  <c:v>3.7869520490000003E-2</c:v>
                </c:pt>
                <c:pt idx="649">
                  <c:v>3.8341458889999999E-2</c:v>
                </c:pt>
                <c:pt idx="650">
                  <c:v>3.86303328E-2</c:v>
                </c:pt>
                <c:pt idx="651">
                  <c:v>3.910040855E-2</c:v>
                </c:pt>
                <c:pt idx="652">
                  <c:v>3.9404608309999999E-2</c:v>
                </c:pt>
                <c:pt idx="653">
                  <c:v>3.9879240099999998E-2</c:v>
                </c:pt>
                <c:pt idx="654">
                  <c:v>4.0332350879999999E-2</c:v>
                </c:pt>
                <c:pt idx="655">
                  <c:v>4.0790509430000003E-2</c:v>
                </c:pt>
                <c:pt idx="656">
                  <c:v>4.120179266E-2</c:v>
                </c:pt>
                <c:pt idx="657">
                  <c:v>4.1756272320000003E-2</c:v>
                </c:pt>
                <c:pt idx="658">
                  <c:v>4.2313318699999998E-2</c:v>
                </c:pt>
                <c:pt idx="659">
                  <c:v>4.2722761630000002E-2</c:v>
                </c:pt>
                <c:pt idx="660">
                  <c:v>4.3349716810000001E-2</c:v>
                </c:pt>
                <c:pt idx="661">
                  <c:v>4.3897185470000002E-2</c:v>
                </c:pt>
                <c:pt idx="662">
                  <c:v>4.4487036760000001E-2</c:v>
                </c:pt>
                <c:pt idx="663">
                  <c:v>4.5142628249999997E-2</c:v>
                </c:pt>
                <c:pt idx="664">
                  <c:v>4.5853521670000001E-2</c:v>
                </c:pt>
                <c:pt idx="665">
                  <c:v>4.6458628029999997E-2</c:v>
                </c:pt>
                <c:pt idx="666">
                  <c:v>4.7336105259999997E-2</c:v>
                </c:pt>
                <c:pt idx="667">
                  <c:v>4.808147997E-2</c:v>
                </c:pt>
                <c:pt idx="668">
                  <c:v>4.8835035409999998E-2</c:v>
                </c:pt>
                <c:pt idx="669">
                  <c:v>4.9615636470000002E-2</c:v>
                </c:pt>
                <c:pt idx="670">
                  <c:v>5.0507109610000003E-2</c:v>
                </c:pt>
                <c:pt idx="671">
                  <c:v>5.1367286589999998E-2</c:v>
                </c:pt>
                <c:pt idx="672">
                  <c:v>5.2529245619999998E-2</c:v>
                </c:pt>
                <c:pt idx="673">
                  <c:v>5.3435593839999997E-2</c:v>
                </c:pt>
                <c:pt idx="674">
                  <c:v>5.4520539940000001E-2</c:v>
                </c:pt>
                <c:pt idx="675">
                  <c:v>5.5591668929999997E-2</c:v>
                </c:pt>
                <c:pt idx="676">
                  <c:v>5.6706357749999999E-2</c:v>
                </c:pt>
                <c:pt idx="677">
                  <c:v>5.7874456050000002E-2</c:v>
                </c:pt>
                <c:pt idx="678">
                  <c:v>5.9055015439999997E-2</c:v>
                </c:pt>
                <c:pt idx="679">
                  <c:v>6.0405712569999999E-2</c:v>
                </c:pt>
                <c:pt idx="680">
                  <c:v>6.1733886600000003E-2</c:v>
                </c:pt>
                <c:pt idx="681">
                  <c:v>6.3280403609999994E-2</c:v>
                </c:pt>
                <c:pt idx="682">
                  <c:v>6.487702578E-2</c:v>
                </c:pt>
                <c:pt idx="683">
                  <c:v>6.6370099779999997E-2</c:v>
                </c:pt>
                <c:pt idx="684">
                  <c:v>6.8051464859999994E-2</c:v>
                </c:pt>
                <c:pt idx="685">
                  <c:v>6.9824449720000001E-2</c:v>
                </c:pt>
                <c:pt idx="686">
                  <c:v>7.1727372710000001E-2</c:v>
                </c:pt>
                <c:pt idx="687">
                  <c:v>7.3704428969999999E-2</c:v>
                </c:pt>
                <c:pt idx="688">
                  <c:v>7.5815282760000005E-2</c:v>
                </c:pt>
                <c:pt idx="689">
                  <c:v>7.7867783610000005E-2</c:v>
                </c:pt>
                <c:pt idx="690">
                  <c:v>8.0313615500000005E-2</c:v>
                </c:pt>
                <c:pt idx="691">
                  <c:v>8.2658119500000002E-2</c:v>
                </c:pt>
                <c:pt idx="692">
                  <c:v>8.5230559110000007E-2</c:v>
                </c:pt>
                <c:pt idx="693">
                  <c:v>8.7941698730000004E-2</c:v>
                </c:pt>
                <c:pt idx="694">
                  <c:v>9.088733047E-2</c:v>
                </c:pt>
                <c:pt idx="695">
                  <c:v>9.3765050170000003E-2</c:v>
                </c:pt>
                <c:pt idx="696">
                  <c:v>9.7009062770000001E-2</c:v>
                </c:pt>
                <c:pt idx="697">
                  <c:v>0.10028209539999999</c:v>
                </c:pt>
                <c:pt idx="698">
                  <c:v>0.1040368751</c:v>
                </c:pt>
                <c:pt idx="699">
                  <c:v>0.1076791659</c:v>
                </c:pt>
                <c:pt idx="700">
                  <c:v>0.1117915064</c:v>
                </c:pt>
                <c:pt idx="701">
                  <c:v>0.11603478339999999</c:v>
                </c:pt>
                <c:pt idx="702">
                  <c:v>0.1204955578</c:v>
                </c:pt>
                <c:pt idx="703">
                  <c:v>0.12525138259999999</c:v>
                </c:pt>
                <c:pt idx="704">
                  <c:v>0.13037662210000001</c:v>
                </c:pt>
                <c:pt idx="705">
                  <c:v>0.1355682909</c:v>
                </c:pt>
                <c:pt idx="706">
                  <c:v>0.14123608169999999</c:v>
                </c:pt>
                <c:pt idx="707">
                  <c:v>0.14711761470000001</c:v>
                </c:pt>
                <c:pt idx="708">
                  <c:v>0.1534788013</c:v>
                </c:pt>
                <c:pt idx="709">
                  <c:v>0.15997645260000001</c:v>
                </c:pt>
                <c:pt idx="710">
                  <c:v>0.1668737978</c:v>
                </c:pt>
                <c:pt idx="711">
                  <c:v>0.1740380973</c:v>
                </c:pt>
                <c:pt idx="712">
                  <c:v>0.1815985739</c:v>
                </c:pt>
                <c:pt idx="713">
                  <c:v>0.1894970238</c:v>
                </c:pt>
                <c:pt idx="714">
                  <c:v>0.19751638169999999</c:v>
                </c:pt>
                <c:pt idx="715">
                  <c:v>0.2055654079</c:v>
                </c:pt>
                <c:pt idx="716">
                  <c:v>0.2140037417</c:v>
                </c:pt>
                <c:pt idx="717">
                  <c:v>0.222510919</c:v>
                </c:pt>
                <c:pt idx="718">
                  <c:v>0.23099139329999999</c:v>
                </c:pt>
                <c:pt idx="719">
                  <c:v>0.23938496409999999</c:v>
                </c:pt>
                <c:pt idx="720">
                  <c:v>0.2476119101</c:v>
                </c:pt>
                <c:pt idx="721">
                  <c:v>0.2557212412</c:v>
                </c:pt>
                <c:pt idx="722">
                  <c:v>0.26327583189999998</c:v>
                </c:pt>
                <c:pt idx="723">
                  <c:v>0.27022629980000001</c:v>
                </c:pt>
                <c:pt idx="724">
                  <c:v>0.27678316829999999</c:v>
                </c:pt>
                <c:pt idx="725">
                  <c:v>0.28254252670000002</c:v>
                </c:pt>
                <c:pt idx="726">
                  <c:v>0.28750050069999999</c:v>
                </c:pt>
                <c:pt idx="727">
                  <c:v>0.29152941700000001</c:v>
                </c:pt>
                <c:pt idx="728">
                  <c:v>0.29453089830000001</c:v>
                </c:pt>
                <c:pt idx="729">
                  <c:v>0.29671445489999998</c:v>
                </c:pt>
                <c:pt idx="730">
                  <c:v>0.29776096340000002</c:v>
                </c:pt>
                <c:pt idx="731">
                  <c:v>0.29770743849999998</c:v>
                </c:pt>
                <c:pt idx="732">
                  <c:v>0.29677110909999999</c:v>
                </c:pt>
                <c:pt idx="733">
                  <c:v>0.29466235639999999</c:v>
                </c:pt>
                <c:pt idx="734">
                  <c:v>0.29171362519999999</c:v>
                </c:pt>
                <c:pt idx="735">
                  <c:v>0.28788724539999999</c:v>
                </c:pt>
                <c:pt idx="736">
                  <c:v>0.2832095623</c:v>
                </c:pt>
                <c:pt idx="737">
                  <c:v>0.27802255749999999</c:v>
                </c:pt>
                <c:pt idx="738">
                  <c:v>0.2719395161</c:v>
                </c:pt>
                <c:pt idx="739">
                  <c:v>0.26574131849999999</c:v>
                </c:pt>
                <c:pt idx="740">
                  <c:v>0.25897666809999997</c:v>
                </c:pt>
                <c:pt idx="741">
                  <c:v>0.25200477240000002</c:v>
                </c:pt>
                <c:pt idx="742">
                  <c:v>0.2449868768</c:v>
                </c:pt>
                <c:pt idx="743">
                  <c:v>0.23773156109999999</c:v>
                </c:pt>
                <c:pt idx="744">
                  <c:v>0.23051966730000001</c:v>
                </c:pt>
                <c:pt idx="745">
                  <c:v>0.22332721950000001</c:v>
                </c:pt>
                <c:pt idx="746">
                  <c:v>0.2161744833</c:v>
                </c:pt>
                <c:pt idx="747">
                  <c:v>0.20931655169999999</c:v>
                </c:pt>
                <c:pt idx="748">
                  <c:v>0.20257301629999999</c:v>
                </c:pt>
                <c:pt idx="749">
                  <c:v>0.19594414530000001</c:v>
                </c:pt>
                <c:pt idx="750">
                  <c:v>0.18965126569999999</c:v>
                </c:pt>
                <c:pt idx="751">
                  <c:v>0.1835453957</c:v>
                </c:pt>
                <c:pt idx="752">
                  <c:v>0.17756751179999999</c:v>
                </c:pt>
                <c:pt idx="753">
                  <c:v>0.17199736830000001</c:v>
                </c:pt>
                <c:pt idx="754">
                  <c:v>0.1664576381</c:v>
                </c:pt>
                <c:pt idx="755">
                  <c:v>0.16121014950000001</c:v>
                </c:pt>
                <c:pt idx="756">
                  <c:v>0.15627023579999999</c:v>
                </c:pt>
                <c:pt idx="757">
                  <c:v>0.1513241827</c:v>
                </c:pt>
                <c:pt idx="758">
                  <c:v>0.14678578079999999</c:v>
                </c:pt>
                <c:pt idx="759">
                  <c:v>0.1422126293</c:v>
                </c:pt>
                <c:pt idx="760">
                  <c:v>0.1380596459</c:v>
                </c:pt>
                <c:pt idx="761">
                  <c:v>0.1337964535</c:v>
                </c:pt>
                <c:pt idx="762">
                  <c:v>0.12996609510000001</c:v>
                </c:pt>
                <c:pt idx="763">
                  <c:v>0.12619768079999999</c:v>
                </c:pt>
                <c:pt idx="764">
                  <c:v>0.1226192415</c:v>
                </c:pt>
                <c:pt idx="765">
                  <c:v>0.11918382349999999</c:v>
                </c:pt>
                <c:pt idx="766">
                  <c:v>0.1158865318</c:v>
                </c:pt>
                <c:pt idx="767">
                  <c:v>0.11272031070000001</c:v>
                </c:pt>
                <c:pt idx="768">
                  <c:v>0.1097741798</c:v>
                </c:pt>
                <c:pt idx="769">
                  <c:v>0.10699511320000001</c:v>
                </c:pt>
                <c:pt idx="770">
                  <c:v>0.10419275610000001</c:v>
                </c:pt>
                <c:pt idx="771">
                  <c:v>0.1015581861</c:v>
                </c:pt>
                <c:pt idx="772">
                  <c:v>9.8969645800000006E-2</c:v>
                </c:pt>
                <c:pt idx="773">
                  <c:v>9.6480317410000002E-2</c:v>
                </c:pt>
                <c:pt idx="774">
                  <c:v>9.4228230420000003E-2</c:v>
                </c:pt>
                <c:pt idx="775">
                  <c:v>9.2056907709999997E-2</c:v>
                </c:pt>
                <c:pt idx="776">
                  <c:v>8.9815907180000001E-2</c:v>
                </c:pt>
                <c:pt idx="777">
                  <c:v>8.7690457700000002E-2</c:v>
                </c:pt>
                <c:pt idx="778">
                  <c:v>8.5817240180000004E-2</c:v>
                </c:pt>
                <c:pt idx="779">
                  <c:v>8.3921171720000007E-2</c:v>
                </c:pt>
                <c:pt idx="780">
                  <c:v>8.2003422079999999E-2</c:v>
                </c:pt>
                <c:pt idx="781">
                  <c:v>8.0250836909999998E-2</c:v>
                </c:pt>
                <c:pt idx="782">
                  <c:v>7.8546792269999999E-2</c:v>
                </c:pt>
                <c:pt idx="783">
                  <c:v>7.6877616349999997E-2</c:v>
                </c:pt>
                <c:pt idx="784">
                  <c:v>7.5276516380000005E-2</c:v>
                </c:pt>
                <c:pt idx="785">
                  <c:v>7.3720961809999999E-2</c:v>
                </c:pt>
                <c:pt idx="786">
                  <c:v>7.2163932030000003E-2</c:v>
                </c:pt>
                <c:pt idx="787">
                  <c:v>7.075151801E-2</c:v>
                </c:pt>
                <c:pt idx="788">
                  <c:v>6.940672547E-2</c:v>
                </c:pt>
                <c:pt idx="789">
                  <c:v>6.8006113169999993E-2</c:v>
                </c:pt>
                <c:pt idx="790">
                  <c:v>6.6776156429999997E-2</c:v>
                </c:pt>
                <c:pt idx="791">
                  <c:v>6.5363466740000001E-2</c:v>
                </c:pt>
                <c:pt idx="792">
                  <c:v>6.4256615939999998E-2</c:v>
                </c:pt>
                <c:pt idx="793">
                  <c:v>6.2985859810000003E-2</c:v>
                </c:pt>
                <c:pt idx="794">
                  <c:v>6.1941143130000001E-2</c:v>
                </c:pt>
                <c:pt idx="795">
                  <c:v>6.0823436830000001E-2</c:v>
                </c:pt>
                <c:pt idx="796">
                  <c:v>5.9846583750000001E-2</c:v>
                </c:pt>
                <c:pt idx="797">
                  <c:v>5.8757752179999997E-2</c:v>
                </c:pt>
                <c:pt idx="798">
                  <c:v>5.7911161330000002E-2</c:v>
                </c:pt>
                <c:pt idx="799">
                  <c:v>5.6943338359999998E-2</c:v>
                </c:pt>
                <c:pt idx="800">
                  <c:v>5.611956865E-2</c:v>
                </c:pt>
                <c:pt idx="801">
                  <c:v>5.5285390470000001E-2</c:v>
                </c:pt>
                <c:pt idx="802">
                  <c:v>5.4557874800000003E-2</c:v>
                </c:pt>
                <c:pt idx="803">
                  <c:v>5.3850006309999997E-2</c:v>
                </c:pt>
                <c:pt idx="804">
                  <c:v>5.3110528740000003E-2</c:v>
                </c:pt>
                <c:pt idx="805">
                  <c:v>5.244742334E-2</c:v>
                </c:pt>
                <c:pt idx="806">
                  <c:v>5.1788304E-2</c:v>
                </c:pt>
                <c:pt idx="807">
                  <c:v>5.12198247E-2</c:v>
                </c:pt>
                <c:pt idx="808">
                  <c:v>5.0716813649999998E-2</c:v>
                </c:pt>
                <c:pt idx="809">
                  <c:v>5.0092093650000002E-2</c:v>
                </c:pt>
                <c:pt idx="810">
                  <c:v>4.9590997400000003E-2</c:v>
                </c:pt>
                <c:pt idx="811">
                  <c:v>4.9134187400000001E-2</c:v>
                </c:pt>
                <c:pt idx="812">
                  <c:v>4.8827908929999997E-2</c:v>
                </c:pt>
                <c:pt idx="813">
                  <c:v>4.8366922889999997E-2</c:v>
                </c:pt>
                <c:pt idx="814">
                  <c:v>4.8043515529999997E-2</c:v>
                </c:pt>
                <c:pt idx="815">
                  <c:v>4.7726128249999999E-2</c:v>
                </c:pt>
                <c:pt idx="816">
                  <c:v>4.7447834160000001E-2</c:v>
                </c:pt>
                <c:pt idx="817">
                  <c:v>4.7161407769999997E-2</c:v>
                </c:pt>
                <c:pt idx="818">
                  <c:v>4.6876411889999997E-2</c:v>
                </c:pt>
                <c:pt idx="819">
                  <c:v>4.672700539E-2</c:v>
                </c:pt>
                <c:pt idx="820">
                  <c:v>4.6478737149999998E-2</c:v>
                </c:pt>
                <c:pt idx="821">
                  <c:v>4.6293299650000001E-2</c:v>
                </c:pt>
                <c:pt idx="822">
                  <c:v>4.6188831329999999E-2</c:v>
                </c:pt>
                <c:pt idx="823">
                  <c:v>4.608050734E-2</c:v>
                </c:pt>
                <c:pt idx="824">
                  <c:v>4.5917678619999999E-2</c:v>
                </c:pt>
                <c:pt idx="825">
                  <c:v>4.5946396889999998E-2</c:v>
                </c:pt>
                <c:pt idx="826">
                  <c:v>4.573345929E-2</c:v>
                </c:pt>
                <c:pt idx="827">
                  <c:v>4.5663546770000001E-2</c:v>
                </c:pt>
                <c:pt idx="828">
                  <c:v>4.5558571819999998E-2</c:v>
                </c:pt>
                <c:pt idx="829">
                  <c:v>4.5585077260000002E-2</c:v>
                </c:pt>
                <c:pt idx="830">
                  <c:v>4.5520968740000001E-2</c:v>
                </c:pt>
                <c:pt idx="831">
                  <c:v>4.6088077130000002E-2</c:v>
                </c:pt>
                <c:pt idx="832">
                  <c:v>4.5916818079999998E-2</c:v>
                </c:pt>
                <c:pt idx="833">
                  <c:v>4.5947086069999997E-2</c:v>
                </c:pt>
                <c:pt idx="834">
                  <c:v>4.5898288490000001E-2</c:v>
                </c:pt>
                <c:pt idx="835">
                  <c:v>4.5850329099999997E-2</c:v>
                </c:pt>
                <c:pt idx="836">
                  <c:v>4.5779820530000001E-2</c:v>
                </c:pt>
                <c:pt idx="837">
                  <c:v>4.5727074149999998E-2</c:v>
                </c:pt>
                <c:pt idx="838">
                  <c:v>4.5643102380000002E-2</c:v>
                </c:pt>
                <c:pt idx="839">
                  <c:v>4.5599512760000002E-2</c:v>
                </c:pt>
                <c:pt idx="840">
                  <c:v>4.5628119260000002E-2</c:v>
                </c:pt>
                <c:pt idx="841">
                  <c:v>4.5491419730000003E-2</c:v>
                </c:pt>
                <c:pt idx="842">
                  <c:v>4.5601610090000001E-2</c:v>
                </c:pt>
                <c:pt idx="843">
                  <c:v>4.559568688E-2</c:v>
                </c:pt>
                <c:pt idx="844">
                  <c:v>4.543189332E-2</c:v>
                </c:pt>
                <c:pt idx="845">
                  <c:v>4.5587897299999999E-2</c:v>
                </c:pt>
                <c:pt idx="846">
                  <c:v>4.565928876E-2</c:v>
                </c:pt>
                <c:pt idx="847">
                  <c:v>4.5708637679999997E-2</c:v>
                </c:pt>
                <c:pt idx="848">
                  <c:v>4.5744385569999997E-2</c:v>
                </c:pt>
                <c:pt idx="849">
                  <c:v>4.5885138210000002E-2</c:v>
                </c:pt>
                <c:pt idx="850">
                  <c:v>4.6152815219999997E-2</c:v>
                </c:pt>
                <c:pt idx="851">
                  <c:v>4.6180829409999999E-2</c:v>
                </c:pt>
                <c:pt idx="852">
                  <c:v>4.6348966659999997E-2</c:v>
                </c:pt>
                <c:pt idx="853">
                  <c:v>4.654578492E-2</c:v>
                </c:pt>
                <c:pt idx="854">
                  <c:v>4.6906922009999998E-2</c:v>
                </c:pt>
                <c:pt idx="855">
                  <c:v>4.7065790740000002E-2</c:v>
                </c:pt>
                <c:pt idx="856">
                  <c:v>4.7321237619999998E-2</c:v>
                </c:pt>
                <c:pt idx="857">
                  <c:v>4.7690127040000002E-2</c:v>
                </c:pt>
                <c:pt idx="858">
                  <c:v>4.8044875260000001E-2</c:v>
                </c:pt>
                <c:pt idx="859">
                  <c:v>4.8478744919999997E-2</c:v>
                </c:pt>
                <c:pt idx="860">
                  <c:v>4.8926811670000001E-2</c:v>
                </c:pt>
                <c:pt idx="861">
                  <c:v>4.929170385E-2</c:v>
                </c:pt>
                <c:pt idx="862">
                  <c:v>4.9785688520000003E-2</c:v>
                </c:pt>
                <c:pt idx="863">
                  <c:v>5.0374675539999997E-2</c:v>
                </c:pt>
                <c:pt idx="864">
                  <c:v>5.0938118249999997E-2</c:v>
                </c:pt>
                <c:pt idx="865">
                  <c:v>5.148611963E-2</c:v>
                </c:pt>
                <c:pt idx="866">
                  <c:v>5.2065920080000001E-2</c:v>
                </c:pt>
                <c:pt idx="867">
                  <c:v>5.263387412E-2</c:v>
                </c:pt>
                <c:pt idx="868">
                  <c:v>5.3383223709999997E-2</c:v>
                </c:pt>
                <c:pt idx="869">
                  <c:v>5.4041896020000001E-2</c:v>
                </c:pt>
                <c:pt idx="870">
                  <c:v>5.479709059E-2</c:v>
                </c:pt>
                <c:pt idx="871">
                  <c:v>5.5569309740000003E-2</c:v>
                </c:pt>
                <c:pt idx="872">
                  <c:v>5.636904761E-2</c:v>
                </c:pt>
                <c:pt idx="873">
                  <c:v>5.7276662440000001E-2</c:v>
                </c:pt>
                <c:pt idx="874">
                  <c:v>5.7996619489999998E-2</c:v>
                </c:pt>
                <c:pt idx="875">
                  <c:v>5.8774348349999998E-2</c:v>
                </c:pt>
                <c:pt idx="876">
                  <c:v>5.9702601280000003E-2</c:v>
                </c:pt>
                <c:pt idx="877">
                  <c:v>6.0429837549999997E-2</c:v>
                </c:pt>
                <c:pt idx="878">
                  <c:v>6.1348583550000002E-2</c:v>
                </c:pt>
                <c:pt idx="879">
                  <c:v>6.2210660430000002E-2</c:v>
                </c:pt>
                <c:pt idx="880">
                  <c:v>6.3084632160000001E-2</c:v>
                </c:pt>
                <c:pt idx="881">
                  <c:v>6.3781522209999997E-2</c:v>
                </c:pt>
                <c:pt idx="882">
                  <c:v>6.4688429239999998E-2</c:v>
                </c:pt>
                <c:pt idx="883">
                  <c:v>6.5427020190000004E-2</c:v>
                </c:pt>
                <c:pt idx="884">
                  <c:v>6.6289581360000002E-2</c:v>
                </c:pt>
                <c:pt idx="885">
                  <c:v>6.7047819499999994E-2</c:v>
                </c:pt>
                <c:pt idx="886">
                  <c:v>6.7670293150000005E-2</c:v>
                </c:pt>
                <c:pt idx="887">
                  <c:v>6.8192765119999998E-2</c:v>
                </c:pt>
                <c:pt idx="888">
                  <c:v>6.8752132359999996E-2</c:v>
                </c:pt>
                <c:pt idx="889">
                  <c:v>6.9287598130000003E-2</c:v>
                </c:pt>
                <c:pt idx="890">
                  <c:v>6.9825693960000004E-2</c:v>
                </c:pt>
                <c:pt idx="891">
                  <c:v>7.0202164349999999E-2</c:v>
                </c:pt>
                <c:pt idx="892">
                  <c:v>7.0410281419999998E-2</c:v>
                </c:pt>
                <c:pt idx="893">
                  <c:v>7.0650592449999994E-2</c:v>
                </c:pt>
                <c:pt idx="894">
                  <c:v>7.0801086720000003E-2</c:v>
                </c:pt>
                <c:pt idx="895">
                  <c:v>7.1007169780000004E-2</c:v>
                </c:pt>
                <c:pt idx="896">
                  <c:v>7.1001715960000003E-2</c:v>
                </c:pt>
                <c:pt idx="897">
                  <c:v>7.0934474469999995E-2</c:v>
                </c:pt>
                <c:pt idx="898">
                  <c:v>7.0829726760000003E-2</c:v>
                </c:pt>
                <c:pt idx="899">
                  <c:v>7.0643194019999994E-2</c:v>
                </c:pt>
                <c:pt idx="900">
                  <c:v>7.0520155129999998E-2</c:v>
                </c:pt>
                <c:pt idx="901">
                  <c:v>7.0291787389999999E-2</c:v>
                </c:pt>
                <c:pt idx="902">
                  <c:v>7.0088170470000002E-2</c:v>
                </c:pt>
                <c:pt idx="903">
                  <c:v>6.9803811610000002E-2</c:v>
                </c:pt>
                <c:pt idx="904">
                  <c:v>6.9430723789999996E-2</c:v>
                </c:pt>
                <c:pt idx="905">
                  <c:v>6.9140538570000007E-2</c:v>
                </c:pt>
                <c:pt idx="906">
                  <c:v>6.8770721549999997E-2</c:v>
                </c:pt>
                <c:pt idx="907">
                  <c:v>6.8234167989999997E-2</c:v>
                </c:pt>
                <c:pt idx="908">
                  <c:v>6.806060672E-2</c:v>
                </c:pt>
                <c:pt idx="909">
                  <c:v>6.7589834330000001E-2</c:v>
                </c:pt>
                <c:pt idx="910">
                  <c:v>6.7244961859999994E-2</c:v>
                </c:pt>
                <c:pt idx="911">
                  <c:v>6.6858068110000002E-2</c:v>
                </c:pt>
                <c:pt idx="912">
                  <c:v>6.6578917210000005E-2</c:v>
                </c:pt>
                <c:pt idx="913">
                  <c:v>6.6211640830000001E-2</c:v>
                </c:pt>
                <c:pt idx="914">
                  <c:v>6.5851926800000002E-2</c:v>
                </c:pt>
                <c:pt idx="915">
                  <c:v>6.5432049330000006E-2</c:v>
                </c:pt>
                <c:pt idx="916">
                  <c:v>6.5184645350000001E-2</c:v>
                </c:pt>
                <c:pt idx="917">
                  <c:v>6.4990080889999996E-2</c:v>
                </c:pt>
                <c:pt idx="918">
                  <c:v>6.4742363989999996E-2</c:v>
                </c:pt>
                <c:pt idx="919">
                  <c:v>6.4463578160000007E-2</c:v>
                </c:pt>
                <c:pt idx="920">
                  <c:v>6.4245454970000004E-2</c:v>
                </c:pt>
                <c:pt idx="921">
                  <c:v>6.4063191409999998E-2</c:v>
                </c:pt>
                <c:pt idx="922">
                  <c:v>6.3840225340000001E-2</c:v>
                </c:pt>
                <c:pt idx="923">
                  <c:v>6.3600949939999998E-2</c:v>
                </c:pt>
                <c:pt idx="924">
                  <c:v>6.3471056519999999E-2</c:v>
                </c:pt>
                <c:pt idx="925">
                  <c:v>6.3299782570000004E-2</c:v>
                </c:pt>
                <c:pt idx="926">
                  <c:v>6.3280522820000004E-2</c:v>
                </c:pt>
                <c:pt idx="927">
                  <c:v>6.3135609029999998E-2</c:v>
                </c:pt>
                <c:pt idx="928">
                  <c:v>6.2998190519999997E-2</c:v>
                </c:pt>
                <c:pt idx="929">
                  <c:v>6.2992118299999997E-2</c:v>
                </c:pt>
                <c:pt idx="930">
                  <c:v>6.2841944400000002E-2</c:v>
                </c:pt>
                <c:pt idx="931">
                  <c:v>6.2821298839999998E-2</c:v>
                </c:pt>
                <c:pt idx="932">
                  <c:v>6.2611676749999998E-2</c:v>
                </c:pt>
                <c:pt idx="933">
                  <c:v>6.2693253160000004E-2</c:v>
                </c:pt>
                <c:pt idx="934">
                  <c:v>6.2542133030000002E-2</c:v>
                </c:pt>
                <c:pt idx="935">
                  <c:v>6.2575288120000003E-2</c:v>
                </c:pt>
                <c:pt idx="936">
                  <c:v>6.2508471309999994E-2</c:v>
                </c:pt>
                <c:pt idx="937">
                  <c:v>6.2452577049999999E-2</c:v>
                </c:pt>
                <c:pt idx="938">
                  <c:v>6.2579564749999997E-2</c:v>
                </c:pt>
                <c:pt idx="939">
                  <c:v>6.2489882109999999E-2</c:v>
                </c:pt>
                <c:pt idx="940">
                  <c:v>6.2537200749999994E-2</c:v>
                </c:pt>
                <c:pt idx="941">
                  <c:v>6.2567368149999997E-2</c:v>
                </c:pt>
                <c:pt idx="942">
                  <c:v>6.2558904289999995E-2</c:v>
                </c:pt>
                <c:pt idx="943">
                  <c:v>6.2522850929999998E-2</c:v>
                </c:pt>
                <c:pt idx="944">
                  <c:v>6.2647588549999994E-2</c:v>
                </c:pt>
                <c:pt idx="945">
                  <c:v>6.2700614330000001E-2</c:v>
                </c:pt>
                <c:pt idx="946">
                  <c:v>6.2746249140000002E-2</c:v>
                </c:pt>
                <c:pt idx="947">
                  <c:v>6.2738567590000002E-2</c:v>
                </c:pt>
                <c:pt idx="948">
                  <c:v>6.287784129E-2</c:v>
                </c:pt>
                <c:pt idx="949">
                  <c:v>6.2856838109999993E-2</c:v>
                </c:pt>
                <c:pt idx="950">
                  <c:v>6.2841974199999998E-2</c:v>
                </c:pt>
                <c:pt idx="951">
                  <c:v>6.3084870579999994E-2</c:v>
                </c:pt>
                <c:pt idx="952">
                  <c:v>6.3070863490000004E-2</c:v>
                </c:pt>
                <c:pt idx="953">
                  <c:v>6.3088968400000001E-2</c:v>
                </c:pt>
                <c:pt idx="954">
                  <c:v>6.3269354400000005E-2</c:v>
                </c:pt>
                <c:pt idx="955">
                  <c:v>6.3231743869999996E-2</c:v>
                </c:pt>
                <c:pt idx="956">
                  <c:v>6.337902695E-2</c:v>
                </c:pt>
                <c:pt idx="957">
                  <c:v>6.3447356220000001E-2</c:v>
                </c:pt>
                <c:pt idx="958">
                  <c:v>6.3495531679999995E-2</c:v>
                </c:pt>
                <c:pt idx="959">
                  <c:v>6.3630767170000005E-2</c:v>
                </c:pt>
                <c:pt idx="960">
                  <c:v>6.3576556739999998E-2</c:v>
                </c:pt>
                <c:pt idx="961">
                  <c:v>6.3878037040000002E-2</c:v>
                </c:pt>
                <c:pt idx="962">
                  <c:v>6.3858784739999994E-2</c:v>
                </c:pt>
                <c:pt idx="963">
                  <c:v>6.396183372E-2</c:v>
                </c:pt>
                <c:pt idx="964">
                  <c:v>6.4102105800000003E-2</c:v>
                </c:pt>
                <c:pt idx="965">
                  <c:v>6.4170844850000006E-2</c:v>
                </c:pt>
                <c:pt idx="966">
                  <c:v>6.4308062200000002E-2</c:v>
                </c:pt>
                <c:pt idx="967">
                  <c:v>6.4452141520000006E-2</c:v>
                </c:pt>
                <c:pt idx="968">
                  <c:v>6.4453192059999997E-2</c:v>
                </c:pt>
                <c:pt idx="969">
                  <c:v>6.4590767029999996E-2</c:v>
                </c:pt>
                <c:pt idx="970">
                  <c:v>6.4589984710000006E-2</c:v>
                </c:pt>
                <c:pt idx="971">
                  <c:v>6.4852170649999999E-2</c:v>
                </c:pt>
                <c:pt idx="972">
                  <c:v>6.4918562769999993E-2</c:v>
                </c:pt>
                <c:pt idx="973">
                  <c:v>6.5072916450000004E-2</c:v>
                </c:pt>
                <c:pt idx="974">
                  <c:v>6.5158508719999994E-2</c:v>
                </c:pt>
                <c:pt idx="975">
                  <c:v>6.5350554879999995E-2</c:v>
                </c:pt>
                <c:pt idx="976">
                  <c:v>6.5376400949999997E-2</c:v>
                </c:pt>
                <c:pt idx="977">
                  <c:v>6.5387055279999995E-2</c:v>
                </c:pt>
                <c:pt idx="978">
                  <c:v>6.5649867060000006E-2</c:v>
                </c:pt>
                <c:pt idx="979">
                  <c:v>6.574527174E-2</c:v>
                </c:pt>
                <c:pt idx="980">
                  <c:v>6.5784722569999995E-2</c:v>
                </c:pt>
                <c:pt idx="981">
                  <c:v>6.5939202899999994E-2</c:v>
                </c:pt>
                <c:pt idx="982">
                  <c:v>6.6034458579999997E-2</c:v>
                </c:pt>
                <c:pt idx="983">
                  <c:v>6.6257283089999994E-2</c:v>
                </c:pt>
                <c:pt idx="984">
                  <c:v>6.6353239120000004E-2</c:v>
                </c:pt>
                <c:pt idx="985">
                  <c:v>6.6357105969999997E-2</c:v>
                </c:pt>
                <c:pt idx="986">
                  <c:v>6.6511608659999999E-2</c:v>
                </c:pt>
                <c:pt idx="987">
                  <c:v>6.6787175830000003E-2</c:v>
                </c:pt>
                <c:pt idx="988">
                  <c:v>6.6774345930000006E-2</c:v>
                </c:pt>
                <c:pt idx="989">
                  <c:v>6.7099623380000001E-2</c:v>
                </c:pt>
                <c:pt idx="990">
                  <c:v>6.7200601099999993E-2</c:v>
                </c:pt>
                <c:pt idx="991">
                  <c:v>6.7351594570000006E-2</c:v>
                </c:pt>
                <c:pt idx="992">
                  <c:v>6.7456409339999995E-2</c:v>
                </c:pt>
                <c:pt idx="993">
                  <c:v>6.7590408029999993E-2</c:v>
                </c:pt>
                <c:pt idx="994">
                  <c:v>6.7696370180000007E-2</c:v>
                </c:pt>
                <c:pt idx="995">
                  <c:v>6.7802779379999997E-2</c:v>
                </c:pt>
                <c:pt idx="996">
                  <c:v>6.8069480360000004E-2</c:v>
                </c:pt>
                <c:pt idx="997">
                  <c:v>6.8192251029999998E-2</c:v>
                </c:pt>
                <c:pt idx="998">
                  <c:v>6.8261280660000007E-2</c:v>
                </c:pt>
                <c:pt idx="999">
                  <c:v>6.8286478519999999E-2</c:v>
                </c:pt>
                <c:pt idx="1000">
                  <c:v>6.8646550180000002E-2</c:v>
                </c:pt>
                <c:pt idx="1001">
                  <c:v>6.8667925889999995E-2</c:v>
                </c:pt>
                <c:pt idx="1002">
                  <c:v>6.8809568880000005E-2</c:v>
                </c:pt>
                <c:pt idx="1003">
                  <c:v>6.891853362E-2</c:v>
                </c:pt>
                <c:pt idx="1004">
                  <c:v>6.9041632120000002E-2</c:v>
                </c:pt>
                <c:pt idx="1005">
                  <c:v>6.9075345989999995E-2</c:v>
                </c:pt>
                <c:pt idx="1006">
                  <c:v>6.9269806150000002E-2</c:v>
                </c:pt>
                <c:pt idx="1007">
                  <c:v>6.9417722520000003E-2</c:v>
                </c:pt>
                <c:pt idx="1008">
                  <c:v>6.9463923570000002E-2</c:v>
                </c:pt>
                <c:pt idx="1009">
                  <c:v>6.9592580200000004E-2</c:v>
                </c:pt>
                <c:pt idx="1010">
                  <c:v>6.9647915660000004E-2</c:v>
                </c:pt>
                <c:pt idx="1011">
                  <c:v>6.9803416729999998E-2</c:v>
                </c:pt>
                <c:pt idx="1012">
                  <c:v>7.0083878929999996E-2</c:v>
                </c:pt>
                <c:pt idx="1013">
                  <c:v>7.0017695429999999E-2</c:v>
                </c:pt>
                <c:pt idx="1014">
                  <c:v>7.0120319720000004E-2</c:v>
                </c:pt>
                <c:pt idx="1015">
                  <c:v>7.0082053539999994E-2</c:v>
                </c:pt>
                <c:pt idx="1016">
                  <c:v>7.0170372719999999E-2</c:v>
                </c:pt>
                <c:pt idx="1017">
                  <c:v>7.0221453909999995E-2</c:v>
                </c:pt>
                <c:pt idx="1018">
                  <c:v>7.0258304480000006E-2</c:v>
                </c:pt>
                <c:pt idx="1019">
                  <c:v>7.0088565350000007E-2</c:v>
                </c:pt>
                <c:pt idx="1020">
                  <c:v>7.0125281809999995E-2</c:v>
                </c:pt>
                <c:pt idx="1021">
                  <c:v>6.9993510839999995E-2</c:v>
                </c:pt>
                <c:pt idx="1022">
                  <c:v>7.0002846420000001E-2</c:v>
                </c:pt>
                <c:pt idx="1023">
                  <c:v>7.0004709060000003E-2</c:v>
                </c:pt>
                <c:pt idx="1024">
                  <c:v>6.9971583779999999E-2</c:v>
                </c:pt>
                <c:pt idx="1025">
                  <c:v>6.9870144130000006E-2</c:v>
                </c:pt>
                <c:pt idx="1026">
                  <c:v>6.9908030329999996E-2</c:v>
                </c:pt>
                <c:pt idx="1027">
                  <c:v>6.9979459049999998E-2</c:v>
                </c:pt>
                <c:pt idx="1028">
                  <c:v>6.9923870269999994E-2</c:v>
                </c:pt>
                <c:pt idx="1029">
                  <c:v>6.9802559910000006E-2</c:v>
                </c:pt>
                <c:pt idx="1030">
                  <c:v>6.9857105609999998E-2</c:v>
                </c:pt>
                <c:pt idx="1031">
                  <c:v>6.9860018790000006E-2</c:v>
                </c:pt>
                <c:pt idx="1032">
                  <c:v>6.9959819320000005E-2</c:v>
                </c:pt>
                <c:pt idx="1033">
                  <c:v>6.993451715E-2</c:v>
                </c:pt>
                <c:pt idx="1034">
                  <c:v>6.9820620119999996E-2</c:v>
                </c:pt>
                <c:pt idx="1035">
                  <c:v>7.0055469869999998E-2</c:v>
                </c:pt>
                <c:pt idx="1036">
                  <c:v>6.9860115649999999E-2</c:v>
                </c:pt>
                <c:pt idx="1037">
                  <c:v>6.9922566409999998E-2</c:v>
                </c:pt>
                <c:pt idx="1038">
                  <c:v>6.972310692E-2</c:v>
                </c:pt>
                <c:pt idx="1039">
                  <c:v>6.9616891439999995E-2</c:v>
                </c:pt>
                <c:pt idx="1040">
                  <c:v>6.9525226950000005E-2</c:v>
                </c:pt>
                <c:pt idx="1041">
                  <c:v>6.9595344360000005E-2</c:v>
                </c:pt>
                <c:pt idx="1042">
                  <c:v>6.9851599629999997E-2</c:v>
                </c:pt>
                <c:pt idx="1043">
                  <c:v>6.9500587880000006E-2</c:v>
                </c:pt>
                <c:pt idx="1044">
                  <c:v>6.9641411299999997E-2</c:v>
                </c:pt>
                <c:pt idx="1045">
                  <c:v>6.9464556869999999E-2</c:v>
                </c:pt>
                <c:pt idx="1046">
                  <c:v>6.9655120370000004E-2</c:v>
                </c:pt>
                <c:pt idx="1047">
                  <c:v>6.9506265220000002E-2</c:v>
                </c:pt>
                <c:pt idx="1048">
                  <c:v>6.9719851020000001E-2</c:v>
                </c:pt>
                <c:pt idx="1049">
                  <c:v>6.9662474099999996E-2</c:v>
                </c:pt>
                <c:pt idx="1050">
                  <c:v>7.0128872989999994E-2</c:v>
                </c:pt>
                <c:pt idx="1051">
                  <c:v>6.4173303540000004E-2</c:v>
                </c:pt>
                <c:pt idx="1052">
                  <c:v>6.4205504950000006E-2</c:v>
                </c:pt>
                <c:pt idx="1053">
                  <c:v>6.5021499989999995E-2</c:v>
                </c:pt>
                <c:pt idx="1054">
                  <c:v>6.5784931180000006E-2</c:v>
                </c:pt>
                <c:pt idx="1055">
                  <c:v>6.7133978009999998E-2</c:v>
                </c:pt>
                <c:pt idx="1056">
                  <c:v>6.7904464900000003E-2</c:v>
                </c:pt>
                <c:pt idx="1057">
                  <c:v>6.8902574480000006E-2</c:v>
                </c:pt>
                <c:pt idx="1058">
                  <c:v>6.9543026389999998E-2</c:v>
                </c:pt>
                <c:pt idx="1059">
                  <c:v>7.0028036830000001E-2</c:v>
                </c:pt>
                <c:pt idx="1060">
                  <c:v>6.9872610269999996E-2</c:v>
                </c:pt>
                <c:pt idx="1061">
                  <c:v>6.8067662419999994E-2</c:v>
                </c:pt>
                <c:pt idx="1062">
                  <c:v>6.8121984600000005E-2</c:v>
                </c:pt>
                <c:pt idx="1063">
                  <c:v>6.7963823679999993E-2</c:v>
                </c:pt>
                <c:pt idx="1064">
                  <c:v>6.7688867449999995E-2</c:v>
                </c:pt>
                <c:pt idx="1065">
                  <c:v>6.7552812399999995E-2</c:v>
                </c:pt>
                <c:pt idx="1066">
                  <c:v>6.7318923769999997E-2</c:v>
                </c:pt>
                <c:pt idx="1067">
                  <c:v>6.6864162680000006E-2</c:v>
                </c:pt>
                <c:pt idx="1068">
                  <c:v>6.667035818E-2</c:v>
                </c:pt>
                <c:pt idx="1069">
                  <c:v>6.6003449259999999E-2</c:v>
                </c:pt>
                <c:pt idx="1070">
                  <c:v>6.6089130940000004E-2</c:v>
                </c:pt>
                <c:pt idx="1071">
                  <c:v>6.5970994529999993E-2</c:v>
                </c:pt>
                <c:pt idx="1072">
                  <c:v>6.5988890829999994E-2</c:v>
                </c:pt>
                <c:pt idx="1073">
                  <c:v>6.6054284569999996E-2</c:v>
                </c:pt>
                <c:pt idx="1074">
                  <c:v>6.6325768830000006E-2</c:v>
                </c:pt>
                <c:pt idx="1075">
                  <c:v>6.6530339420000001E-2</c:v>
                </c:pt>
                <c:pt idx="1076">
                  <c:v>6.6797591749999996E-2</c:v>
                </c:pt>
                <c:pt idx="1077">
                  <c:v>6.7294076090000002E-2</c:v>
                </c:pt>
                <c:pt idx="1078">
                  <c:v>6.7612670360000002E-2</c:v>
                </c:pt>
                <c:pt idx="1079">
                  <c:v>6.7890360950000006E-2</c:v>
                </c:pt>
                <c:pt idx="1080">
                  <c:v>6.7943386729999999E-2</c:v>
                </c:pt>
                <c:pt idx="1081">
                  <c:v>6.8221025170000005E-2</c:v>
                </c:pt>
                <c:pt idx="1082">
                  <c:v>6.8775758150000005E-2</c:v>
                </c:pt>
                <c:pt idx="1083">
                  <c:v>6.8732842799999999E-2</c:v>
                </c:pt>
                <c:pt idx="1084">
                  <c:v>6.9254681469999996E-2</c:v>
                </c:pt>
                <c:pt idx="1085">
                  <c:v>6.9931447509999994E-2</c:v>
                </c:pt>
                <c:pt idx="1086">
                  <c:v>7.0700734850000002E-2</c:v>
                </c:pt>
                <c:pt idx="1087">
                  <c:v>7.1447096769999996E-2</c:v>
                </c:pt>
                <c:pt idx="1088">
                  <c:v>7.2678804400000005E-2</c:v>
                </c:pt>
                <c:pt idx="1089">
                  <c:v>7.3764219879999995E-2</c:v>
                </c:pt>
                <c:pt idx="1090">
                  <c:v>7.5140804049999996E-2</c:v>
                </c:pt>
                <c:pt idx="1091">
                  <c:v>7.6566725969999999E-2</c:v>
                </c:pt>
                <c:pt idx="1092">
                  <c:v>7.7562905850000002E-2</c:v>
                </c:pt>
                <c:pt idx="1093">
                  <c:v>7.852634788E-2</c:v>
                </c:pt>
                <c:pt idx="1094">
                  <c:v>7.9554080959999995E-2</c:v>
                </c:pt>
                <c:pt idx="1095">
                  <c:v>8.0753624440000005E-2</c:v>
                </c:pt>
                <c:pt idx="1096">
                  <c:v>8.1648550929999994E-2</c:v>
                </c:pt>
                <c:pt idx="1097">
                  <c:v>8.3157755429999994E-2</c:v>
                </c:pt>
                <c:pt idx="1098">
                  <c:v>8.420148492E-2</c:v>
                </c:pt>
                <c:pt idx="1099">
                  <c:v>8.5568800570000006E-2</c:v>
                </c:pt>
                <c:pt idx="1100">
                  <c:v>8.692512661E-2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A48-4BF6-8DE8-72583A291808}"/>
            </c:ext>
          </c:extLst>
        </c:ser>
        <c:ser>
          <c:idx val="1"/>
          <c:order val="1"/>
          <c:tx>
            <c:strRef>
              <c:f>'CG 20260720'!$E$1</c:f>
              <c:strCache>
                <c:ptCount val="1"/>
                <c:pt idx="0">
                  <c:v>CGCH-158C2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20260720'!$E$2:$E$1103</c:f>
              <c:numCache>
                <c:formatCode>General</c:formatCode>
                <c:ptCount val="1102"/>
                <c:pt idx="0">
                  <c:v>3.1756658110000002E-2</c:v>
                </c:pt>
                <c:pt idx="1">
                  <c:v>3.0992519109999998E-2</c:v>
                </c:pt>
                <c:pt idx="2">
                  <c:v>3.3662356439999999E-2</c:v>
                </c:pt>
                <c:pt idx="3">
                  <c:v>3.3248368649999999E-2</c:v>
                </c:pt>
                <c:pt idx="4">
                  <c:v>3.2848119740000001E-2</c:v>
                </c:pt>
                <c:pt idx="5">
                  <c:v>3.1836759300000003E-2</c:v>
                </c:pt>
                <c:pt idx="6">
                  <c:v>3.2082036139999999E-2</c:v>
                </c:pt>
                <c:pt idx="7">
                  <c:v>3.8070444019999997E-2</c:v>
                </c:pt>
                <c:pt idx="8">
                  <c:v>3.177790716E-2</c:v>
                </c:pt>
                <c:pt idx="9">
                  <c:v>3.2220434399999998E-2</c:v>
                </c:pt>
                <c:pt idx="10">
                  <c:v>3.6128241569999997E-2</c:v>
                </c:pt>
                <c:pt idx="11">
                  <c:v>3.2355949279999997E-2</c:v>
                </c:pt>
                <c:pt idx="12">
                  <c:v>3.2273270190000002E-2</c:v>
                </c:pt>
                <c:pt idx="13">
                  <c:v>3.2085046169999999E-2</c:v>
                </c:pt>
                <c:pt idx="14">
                  <c:v>3.2455496489999999E-2</c:v>
                </c:pt>
                <c:pt idx="15">
                  <c:v>3.21615003E-2</c:v>
                </c:pt>
                <c:pt idx="16">
                  <c:v>3.2353300600000003E-2</c:v>
                </c:pt>
                <c:pt idx="17">
                  <c:v>3.2386574889999999E-2</c:v>
                </c:pt>
                <c:pt idx="18">
                  <c:v>3.275680542E-2</c:v>
                </c:pt>
                <c:pt idx="19">
                  <c:v>3.2409556210000003E-2</c:v>
                </c:pt>
                <c:pt idx="20">
                  <c:v>3.251544386E-2</c:v>
                </c:pt>
                <c:pt idx="21">
                  <c:v>3.2603390509999997E-2</c:v>
                </c:pt>
                <c:pt idx="22">
                  <c:v>2.9654059560000001E-2</c:v>
                </c:pt>
                <c:pt idx="23">
                  <c:v>7.4210269380000004E-3</c:v>
                </c:pt>
                <c:pt idx="24">
                  <c:v>-8.7374392899999993E-3</c:v>
                </c:pt>
                <c:pt idx="25">
                  <c:v>1.408199314E-3</c:v>
                </c:pt>
                <c:pt idx="26">
                  <c:v>1.543632522E-2</c:v>
                </c:pt>
                <c:pt idx="27">
                  <c:v>2.3365519939999999E-2</c:v>
                </c:pt>
                <c:pt idx="28">
                  <c:v>2.8098255400000001E-2</c:v>
                </c:pt>
                <c:pt idx="29">
                  <c:v>3.0282568190000001E-2</c:v>
                </c:pt>
                <c:pt idx="30">
                  <c:v>3.138226643E-2</c:v>
                </c:pt>
                <c:pt idx="31">
                  <c:v>3.2612737269999997E-2</c:v>
                </c:pt>
                <c:pt idx="32">
                  <c:v>3.2199025149999998E-2</c:v>
                </c:pt>
                <c:pt idx="33">
                  <c:v>3.2373353840000001E-2</c:v>
                </c:pt>
                <c:pt idx="34">
                  <c:v>3.2421968879999999E-2</c:v>
                </c:pt>
                <c:pt idx="35">
                  <c:v>3.2515361909999999E-2</c:v>
                </c:pt>
                <c:pt idx="36">
                  <c:v>3.2327953729999998E-2</c:v>
                </c:pt>
                <c:pt idx="37">
                  <c:v>3.2436888660000003E-2</c:v>
                </c:pt>
                <c:pt idx="38">
                  <c:v>3.246637434E-2</c:v>
                </c:pt>
                <c:pt idx="39">
                  <c:v>3.2238669689999999E-2</c:v>
                </c:pt>
                <c:pt idx="40">
                  <c:v>3.2334085550000002E-2</c:v>
                </c:pt>
                <c:pt idx="41">
                  <c:v>3.2180707900000001E-2</c:v>
                </c:pt>
                <c:pt idx="42">
                  <c:v>3.198792785E-2</c:v>
                </c:pt>
                <c:pt idx="43">
                  <c:v>3.2051071520000002E-2</c:v>
                </c:pt>
                <c:pt idx="44">
                  <c:v>3.2173071060000002E-2</c:v>
                </c:pt>
                <c:pt idx="45">
                  <c:v>3.2088615000000001E-2</c:v>
                </c:pt>
                <c:pt idx="46">
                  <c:v>3.1741507350000003E-2</c:v>
                </c:pt>
                <c:pt idx="47">
                  <c:v>3.2012112439999997E-2</c:v>
                </c:pt>
                <c:pt idx="48">
                  <c:v>3.1963352110000003E-2</c:v>
                </c:pt>
                <c:pt idx="49">
                  <c:v>3.1738664950000002E-2</c:v>
                </c:pt>
                <c:pt idx="50">
                  <c:v>3.1897544860000002E-2</c:v>
                </c:pt>
                <c:pt idx="51">
                  <c:v>3.1925819809999999E-2</c:v>
                </c:pt>
                <c:pt idx="52">
                  <c:v>3.1635917719999997E-2</c:v>
                </c:pt>
                <c:pt idx="53">
                  <c:v>3.1714465470000001E-2</c:v>
                </c:pt>
                <c:pt idx="54">
                  <c:v>3.1681690370000001E-2</c:v>
                </c:pt>
                <c:pt idx="55">
                  <c:v>3.1706307080000003E-2</c:v>
                </c:pt>
                <c:pt idx="56">
                  <c:v>3.1680941579999997E-2</c:v>
                </c:pt>
                <c:pt idx="57">
                  <c:v>3.1627953049999998E-2</c:v>
                </c:pt>
                <c:pt idx="58">
                  <c:v>3.1542461369999997E-2</c:v>
                </c:pt>
                <c:pt idx="59">
                  <c:v>3.156751394E-2</c:v>
                </c:pt>
                <c:pt idx="60">
                  <c:v>3.1615536659999999E-2</c:v>
                </c:pt>
                <c:pt idx="61">
                  <c:v>3.155618533E-2</c:v>
                </c:pt>
                <c:pt idx="62">
                  <c:v>3.149533644E-2</c:v>
                </c:pt>
                <c:pt idx="63">
                  <c:v>3.1449083240000002E-2</c:v>
                </c:pt>
                <c:pt idx="64">
                  <c:v>3.1347513200000003E-2</c:v>
                </c:pt>
                <c:pt idx="65">
                  <c:v>3.1383909289999998E-2</c:v>
                </c:pt>
                <c:pt idx="66">
                  <c:v>3.137567267E-2</c:v>
                </c:pt>
                <c:pt idx="67">
                  <c:v>3.134214506E-2</c:v>
                </c:pt>
                <c:pt idx="68">
                  <c:v>3.1193926930000001E-2</c:v>
                </c:pt>
                <c:pt idx="69">
                  <c:v>3.1260129060000003E-2</c:v>
                </c:pt>
                <c:pt idx="70">
                  <c:v>3.1135885039999998E-2</c:v>
                </c:pt>
                <c:pt idx="71">
                  <c:v>3.1170982869999999E-2</c:v>
                </c:pt>
                <c:pt idx="72">
                  <c:v>3.1059497969999999E-2</c:v>
                </c:pt>
                <c:pt idx="73">
                  <c:v>3.1021350990000002E-2</c:v>
                </c:pt>
                <c:pt idx="74">
                  <c:v>3.099796921E-2</c:v>
                </c:pt>
                <c:pt idx="75">
                  <c:v>3.0900314450000001E-2</c:v>
                </c:pt>
                <c:pt idx="76">
                  <c:v>3.0995244160000001E-2</c:v>
                </c:pt>
                <c:pt idx="77">
                  <c:v>3.0858373269999999E-2</c:v>
                </c:pt>
                <c:pt idx="78">
                  <c:v>3.093661554E-2</c:v>
                </c:pt>
                <c:pt idx="79">
                  <c:v>3.0923774469999998E-2</c:v>
                </c:pt>
                <c:pt idx="80">
                  <c:v>3.0850203709999999E-2</c:v>
                </c:pt>
                <c:pt idx="81">
                  <c:v>3.0887112019999999E-2</c:v>
                </c:pt>
                <c:pt idx="82">
                  <c:v>3.0814493080000002E-2</c:v>
                </c:pt>
                <c:pt idx="83">
                  <c:v>3.0843727290000001E-2</c:v>
                </c:pt>
                <c:pt idx="84">
                  <c:v>3.0848702419999999E-2</c:v>
                </c:pt>
                <c:pt idx="85">
                  <c:v>3.0839502809999999E-2</c:v>
                </c:pt>
                <c:pt idx="86">
                  <c:v>3.07688918E-2</c:v>
                </c:pt>
                <c:pt idx="87">
                  <c:v>3.0803071330000001E-2</c:v>
                </c:pt>
                <c:pt idx="88">
                  <c:v>3.0729854479999999E-2</c:v>
                </c:pt>
                <c:pt idx="89">
                  <c:v>3.0701654030000001E-2</c:v>
                </c:pt>
                <c:pt idx="90">
                  <c:v>3.0766863379999999E-2</c:v>
                </c:pt>
                <c:pt idx="91">
                  <c:v>3.0736327170000001E-2</c:v>
                </c:pt>
                <c:pt idx="92">
                  <c:v>3.0701460319999999E-2</c:v>
                </c:pt>
                <c:pt idx="93">
                  <c:v>3.0621120710000001E-2</c:v>
                </c:pt>
                <c:pt idx="94">
                  <c:v>3.0570570379999999E-2</c:v>
                </c:pt>
                <c:pt idx="95">
                  <c:v>3.0622731890000001E-2</c:v>
                </c:pt>
                <c:pt idx="96">
                  <c:v>3.058781847E-2</c:v>
                </c:pt>
                <c:pt idx="97">
                  <c:v>3.0478371309999999E-2</c:v>
                </c:pt>
                <c:pt idx="98">
                  <c:v>3.0524523929999998E-2</c:v>
                </c:pt>
                <c:pt idx="99">
                  <c:v>3.0518664050000002E-2</c:v>
                </c:pt>
                <c:pt idx="100">
                  <c:v>3.045676835E-2</c:v>
                </c:pt>
                <c:pt idx="101">
                  <c:v>3.0467985199999999E-2</c:v>
                </c:pt>
                <c:pt idx="102">
                  <c:v>3.0466459689999999E-2</c:v>
                </c:pt>
                <c:pt idx="103">
                  <c:v>3.0466403810000001E-2</c:v>
                </c:pt>
                <c:pt idx="104">
                  <c:v>3.038369305E-2</c:v>
                </c:pt>
                <c:pt idx="105">
                  <c:v>3.035673685E-2</c:v>
                </c:pt>
                <c:pt idx="106">
                  <c:v>3.0370062220000001E-2</c:v>
                </c:pt>
                <c:pt idx="107">
                  <c:v>3.032986633E-2</c:v>
                </c:pt>
                <c:pt idx="108">
                  <c:v>3.0317207799999999E-2</c:v>
                </c:pt>
                <c:pt idx="109">
                  <c:v>3.0339164660000001E-2</c:v>
                </c:pt>
                <c:pt idx="110">
                  <c:v>3.019525856E-2</c:v>
                </c:pt>
                <c:pt idx="111">
                  <c:v>3.022098355E-2</c:v>
                </c:pt>
                <c:pt idx="112">
                  <c:v>3.0225396160000001E-2</c:v>
                </c:pt>
                <c:pt idx="113">
                  <c:v>3.0178969730000001E-2</c:v>
                </c:pt>
                <c:pt idx="114">
                  <c:v>3.0186157670000002E-2</c:v>
                </c:pt>
                <c:pt idx="115">
                  <c:v>3.0084550379999998E-2</c:v>
                </c:pt>
                <c:pt idx="116">
                  <c:v>3.0051650480000001E-2</c:v>
                </c:pt>
                <c:pt idx="117">
                  <c:v>3.004171886E-2</c:v>
                </c:pt>
                <c:pt idx="118">
                  <c:v>3.001575544E-2</c:v>
                </c:pt>
                <c:pt idx="119">
                  <c:v>3.0053785069999998E-2</c:v>
                </c:pt>
                <c:pt idx="120">
                  <c:v>3.0024493110000001E-2</c:v>
                </c:pt>
                <c:pt idx="121">
                  <c:v>3.0015477910000001E-2</c:v>
                </c:pt>
                <c:pt idx="122">
                  <c:v>2.9979391019999999E-2</c:v>
                </c:pt>
                <c:pt idx="123">
                  <c:v>2.9940091070000001E-2</c:v>
                </c:pt>
                <c:pt idx="124">
                  <c:v>2.9919708150000002E-2</c:v>
                </c:pt>
                <c:pt idx="125">
                  <c:v>2.990853228E-2</c:v>
                </c:pt>
                <c:pt idx="126">
                  <c:v>2.9879469419999999E-2</c:v>
                </c:pt>
                <c:pt idx="127">
                  <c:v>2.9907699669999999E-2</c:v>
                </c:pt>
                <c:pt idx="128">
                  <c:v>2.9885098339999999E-2</c:v>
                </c:pt>
                <c:pt idx="129">
                  <c:v>2.9872538519999998E-2</c:v>
                </c:pt>
                <c:pt idx="130">
                  <c:v>2.981256321E-2</c:v>
                </c:pt>
                <c:pt idx="131">
                  <c:v>2.9800474640000001E-2</c:v>
                </c:pt>
                <c:pt idx="132">
                  <c:v>2.9741536830000002E-2</c:v>
                </c:pt>
                <c:pt idx="133">
                  <c:v>2.974400483E-2</c:v>
                </c:pt>
                <c:pt idx="134">
                  <c:v>2.9717698689999999E-2</c:v>
                </c:pt>
                <c:pt idx="135">
                  <c:v>2.970447578E-2</c:v>
                </c:pt>
                <c:pt idx="136">
                  <c:v>2.9747828840000001E-2</c:v>
                </c:pt>
                <c:pt idx="137">
                  <c:v>2.9715757820000001E-2</c:v>
                </c:pt>
                <c:pt idx="138">
                  <c:v>2.961866744E-2</c:v>
                </c:pt>
                <c:pt idx="139">
                  <c:v>2.9565379020000001E-2</c:v>
                </c:pt>
                <c:pt idx="140">
                  <c:v>2.9569618400000001E-2</c:v>
                </c:pt>
                <c:pt idx="141">
                  <c:v>2.9553741219999999E-2</c:v>
                </c:pt>
                <c:pt idx="142">
                  <c:v>2.9558120300000001E-2</c:v>
                </c:pt>
                <c:pt idx="143">
                  <c:v>2.9477078470000001E-2</c:v>
                </c:pt>
                <c:pt idx="144">
                  <c:v>2.948707901E-2</c:v>
                </c:pt>
                <c:pt idx="145">
                  <c:v>2.94512026E-2</c:v>
                </c:pt>
                <c:pt idx="146">
                  <c:v>2.9412366450000001E-2</c:v>
                </c:pt>
                <c:pt idx="147">
                  <c:v>2.943419479E-2</c:v>
                </c:pt>
                <c:pt idx="148">
                  <c:v>2.9408738019999998E-2</c:v>
                </c:pt>
                <c:pt idx="149">
                  <c:v>2.937566489E-2</c:v>
                </c:pt>
                <c:pt idx="150">
                  <c:v>2.9404167089999999E-2</c:v>
                </c:pt>
                <c:pt idx="151">
                  <c:v>2.9341267420000001E-2</c:v>
                </c:pt>
                <c:pt idx="152">
                  <c:v>2.9324289409999999E-2</c:v>
                </c:pt>
                <c:pt idx="153">
                  <c:v>2.9316756869999998E-2</c:v>
                </c:pt>
                <c:pt idx="154">
                  <c:v>2.928335965E-2</c:v>
                </c:pt>
                <c:pt idx="155">
                  <c:v>2.922108583E-2</c:v>
                </c:pt>
                <c:pt idx="156">
                  <c:v>2.9216822239999999E-2</c:v>
                </c:pt>
                <c:pt idx="157">
                  <c:v>2.9206439850000002E-2</c:v>
                </c:pt>
                <c:pt idx="158">
                  <c:v>2.9208045450000001E-2</c:v>
                </c:pt>
                <c:pt idx="159">
                  <c:v>2.9128424819999998E-2</c:v>
                </c:pt>
                <c:pt idx="160">
                  <c:v>2.917266265E-2</c:v>
                </c:pt>
                <c:pt idx="161">
                  <c:v>2.9150212179999999E-2</c:v>
                </c:pt>
                <c:pt idx="162">
                  <c:v>2.9113864529999998E-2</c:v>
                </c:pt>
                <c:pt idx="163">
                  <c:v>2.9104592280000001E-2</c:v>
                </c:pt>
                <c:pt idx="164">
                  <c:v>2.9060028490000001E-2</c:v>
                </c:pt>
                <c:pt idx="165">
                  <c:v>2.9077881949999999E-2</c:v>
                </c:pt>
                <c:pt idx="166">
                  <c:v>2.9104093090000002E-2</c:v>
                </c:pt>
                <c:pt idx="167">
                  <c:v>2.9100578280000001E-2</c:v>
                </c:pt>
                <c:pt idx="168">
                  <c:v>2.8998617080000001E-2</c:v>
                </c:pt>
                <c:pt idx="169">
                  <c:v>2.9024077580000002E-2</c:v>
                </c:pt>
                <c:pt idx="170">
                  <c:v>2.904679999E-2</c:v>
                </c:pt>
                <c:pt idx="171">
                  <c:v>2.903285064E-2</c:v>
                </c:pt>
                <c:pt idx="172">
                  <c:v>2.9018349950000001E-2</c:v>
                </c:pt>
                <c:pt idx="173">
                  <c:v>2.9007693750000001E-2</c:v>
                </c:pt>
                <c:pt idx="174">
                  <c:v>2.8987934810000001E-2</c:v>
                </c:pt>
                <c:pt idx="175">
                  <c:v>2.893915214E-2</c:v>
                </c:pt>
                <c:pt idx="176">
                  <c:v>2.8994826599999999E-2</c:v>
                </c:pt>
                <c:pt idx="177">
                  <c:v>2.8975704679999999E-2</c:v>
                </c:pt>
                <c:pt idx="178">
                  <c:v>2.897717059E-2</c:v>
                </c:pt>
                <c:pt idx="179">
                  <c:v>2.904995531E-2</c:v>
                </c:pt>
                <c:pt idx="180">
                  <c:v>2.8997039419999999E-2</c:v>
                </c:pt>
                <c:pt idx="181">
                  <c:v>2.904439159E-2</c:v>
                </c:pt>
                <c:pt idx="182">
                  <c:v>2.8998285530000001E-2</c:v>
                </c:pt>
                <c:pt idx="183">
                  <c:v>2.9016716410000001E-2</c:v>
                </c:pt>
                <c:pt idx="184">
                  <c:v>2.904616296E-2</c:v>
                </c:pt>
                <c:pt idx="185">
                  <c:v>2.8953013940000001E-2</c:v>
                </c:pt>
                <c:pt idx="186">
                  <c:v>2.8963197020000001E-2</c:v>
                </c:pt>
                <c:pt idx="187">
                  <c:v>2.8965190049999999E-2</c:v>
                </c:pt>
                <c:pt idx="188">
                  <c:v>2.9009355229999999E-2</c:v>
                </c:pt>
                <c:pt idx="189">
                  <c:v>2.8981791810000001E-2</c:v>
                </c:pt>
                <c:pt idx="190">
                  <c:v>2.9005065560000001E-2</c:v>
                </c:pt>
                <c:pt idx="191">
                  <c:v>2.8930768369999998E-2</c:v>
                </c:pt>
                <c:pt idx="192">
                  <c:v>2.8986275200000002E-2</c:v>
                </c:pt>
                <c:pt idx="193">
                  <c:v>2.8957385570000001E-2</c:v>
                </c:pt>
                <c:pt idx="194">
                  <c:v>2.9015138749999999E-2</c:v>
                </c:pt>
                <c:pt idx="195">
                  <c:v>2.8982318940000001E-2</c:v>
                </c:pt>
                <c:pt idx="196">
                  <c:v>2.9009521010000001E-2</c:v>
                </c:pt>
                <c:pt idx="197">
                  <c:v>2.905723453E-2</c:v>
                </c:pt>
                <c:pt idx="198">
                  <c:v>2.9038330540000001E-2</c:v>
                </c:pt>
                <c:pt idx="199">
                  <c:v>2.8973739589999999E-2</c:v>
                </c:pt>
                <c:pt idx="200">
                  <c:v>2.8989762070000001E-2</c:v>
                </c:pt>
                <c:pt idx="201">
                  <c:v>2.8952404859999999E-2</c:v>
                </c:pt>
                <c:pt idx="202">
                  <c:v>2.898895927E-2</c:v>
                </c:pt>
                <c:pt idx="203">
                  <c:v>2.896427549E-2</c:v>
                </c:pt>
                <c:pt idx="204">
                  <c:v>2.9006725180000002E-2</c:v>
                </c:pt>
                <c:pt idx="205">
                  <c:v>2.906946652E-2</c:v>
                </c:pt>
                <c:pt idx="206">
                  <c:v>2.8890261430000001E-2</c:v>
                </c:pt>
                <c:pt idx="207">
                  <c:v>2.900503762E-2</c:v>
                </c:pt>
                <c:pt idx="208">
                  <c:v>2.9067363589999999E-2</c:v>
                </c:pt>
                <c:pt idx="209">
                  <c:v>2.906750143E-2</c:v>
                </c:pt>
                <c:pt idx="210">
                  <c:v>2.9041208329999998E-2</c:v>
                </c:pt>
                <c:pt idx="211">
                  <c:v>2.909097448E-2</c:v>
                </c:pt>
                <c:pt idx="212">
                  <c:v>2.9089007529999999E-2</c:v>
                </c:pt>
                <c:pt idx="213">
                  <c:v>2.9111180449999999E-2</c:v>
                </c:pt>
                <c:pt idx="214">
                  <c:v>2.9179500420000001E-2</c:v>
                </c:pt>
                <c:pt idx="215">
                  <c:v>2.9147055000000002E-2</c:v>
                </c:pt>
                <c:pt idx="216">
                  <c:v>2.9184263200000001E-2</c:v>
                </c:pt>
                <c:pt idx="217">
                  <c:v>2.9186727480000001E-2</c:v>
                </c:pt>
                <c:pt idx="218">
                  <c:v>2.9214911159999999E-2</c:v>
                </c:pt>
                <c:pt idx="219">
                  <c:v>2.9205609109999999E-2</c:v>
                </c:pt>
                <c:pt idx="220">
                  <c:v>2.9279511420000001E-2</c:v>
                </c:pt>
                <c:pt idx="221">
                  <c:v>2.9324289409999999E-2</c:v>
                </c:pt>
                <c:pt idx="222">
                  <c:v>2.9348300769999999E-2</c:v>
                </c:pt>
                <c:pt idx="223">
                  <c:v>2.9349658640000002E-2</c:v>
                </c:pt>
                <c:pt idx="224">
                  <c:v>2.9443003240000001E-2</c:v>
                </c:pt>
                <c:pt idx="225">
                  <c:v>2.9456272719999999E-2</c:v>
                </c:pt>
                <c:pt idx="226">
                  <c:v>2.951963246E-2</c:v>
                </c:pt>
                <c:pt idx="227">
                  <c:v>2.9577877369999998E-2</c:v>
                </c:pt>
                <c:pt idx="228">
                  <c:v>2.959813364E-2</c:v>
                </c:pt>
                <c:pt idx="229">
                  <c:v>2.9619971290000002E-2</c:v>
                </c:pt>
                <c:pt idx="230">
                  <c:v>2.9664618890000001E-2</c:v>
                </c:pt>
                <c:pt idx="231">
                  <c:v>2.9681414369999999E-2</c:v>
                </c:pt>
                <c:pt idx="232">
                  <c:v>2.977067232E-2</c:v>
                </c:pt>
                <c:pt idx="233">
                  <c:v>2.9852684590000001E-2</c:v>
                </c:pt>
                <c:pt idx="234">
                  <c:v>2.9812313619999999E-2</c:v>
                </c:pt>
                <c:pt idx="235">
                  <c:v>2.9923783620000002E-2</c:v>
                </c:pt>
                <c:pt idx="236">
                  <c:v>2.9952293259999999E-2</c:v>
                </c:pt>
                <c:pt idx="237">
                  <c:v>3.0006213109999999E-2</c:v>
                </c:pt>
                <c:pt idx="238">
                  <c:v>3.003758565E-2</c:v>
                </c:pt>
                <c:pt idx="239">
                  <c:v>3.0044769870000002E-2</c:v>
                </c:pt>
                <c:pt idx="240">
                  <c:v>3.0121395360000001E-2</c:v>
                </c:pt>
                <c:pt idx="241">
                  <c:v>3.0176222320000001E-2</c:v>
                </c:pt>
                <c:pt idx="242">
                  <c:v>3.021135367E-2</c:v>
                </c:pt>
                <c:pt idx="243">
                  <c:v>3.025067784E-2</c:v>
                </c:pt>
                <c:pt idx="244">
                  <c:v>3.0368590729999999E-2</c:v>
                </c:pt>
                <c:pt idx="245">
                  <c:v>3.0343635010000002E-2</c:v>
                </c:pt>
                <c:pt idx="246">
                  <c:v>3.0350269749999999E-2</c:v>
                </c:pt>
                <c:pt idx="247">
                  <c:v>3.0436944220000001E-2</c:v>
                </c:pt>
                <c:pt idx="248">
                  <c:v>3.0437249690000001E-2</c:v>
                </c:pt>
                <c:pt idx="249">
                  <c:v>3.048875555E-2</c:v>
                </c:pt>
                <c:pt idx="250">
                  <c:v>3.0550435189999999E-2</c:v>
                </c:pt>
                <c:pt idx="251">
                  <c:v>3.05674877E-2</c:v>
                </c:pt>
                <c:pt idx="252">
                  <c:v>3.0592484400000002E-2</c:v>
                </c:pt>
                <c:pt idx="253">
                  <c:v>3.055090643E-2</c:v>
                </c:pt>
                <c:pt idx="254">
                  <c:v>3.0444940550000001E-2</c:v>
                </c:pt>
                <c:pt idx="255">
                  <c:v>3.0543852600000001E-2</c:v>
                </c:pt>
                <c:pt idx="256">
                  <c:v>3.0467348169999998E-2</c:v>
                </c:pt>
                <c:pt idx="257">
                  <c:v>3.0097091570000001E-2</c:v>
                </c:pt>
                <c:pt idx="258">
                  <c:v>3.014758788E-2</c:v>
                </c:pt>
                <c:pt idx="259">
                  <c:v>3.019742295E-2</c:v>
                </c:pt>
                <c:pt idx="260">
                  <c:v>2.989635803E-2</c:v>
                </c:pt>
                <c:pt idx="261">
                  <c:v>2.984139882E-2</c:v>
                </c:pt>
                <c:pt idx="262">
                  <c:v>3.0098062009999999E-2</c:v>
                </c:pt>
                <c:pt idx="263">
                  <c:v>3.016681597E-2</c:v>
                </c:pt>
                <c:pt idx="264">
                  <c:v>3.0477704479999999E-2</c:v>
                </c:pt>
                <c:pt idx="265">
                  <c:v>3.0575376000000001E-2</c:v>
                </c:pt>
                <c:pt idx="266">
                  <c:v>3.0615594239999998E-2</c:v>
                </c:pt>
                <c:pt idx="267">
                  <c:v>3.0680874359999999E-2</c:v>
                </c:pt>
                <c:pt idx="268">
                  <c:v>3.0874883759999999E-2</c:v>
                </c:pt>
                <c:pt idx="269">
                  <c:v>3.0779341240000001E-2</c:v>
                </c:pt>
                <c:pt idx="270">
                  <c:v>3.092571907E-2</c:v>
                </c:pt>
                <c:pt idx="271">
                  <c:v>3.1071787699999999E-2</c:v>
                </c:pt>
                <c:pt idx="272">
                  <c:v>3.0996913090000001E-2</c:v>
                </c:pt>
                <c:pt idx="273">
                  <c:v>3.1051183119999999E-2</c:v>
                </c:pt>
                <c:pt idx="274">
                  <c:v>3.112222999E-2</c:v>
                </c:pt>
                <c:pt idx="275">
                  <c:v>3.1074622650000001E-2</c:v>
                </c:pt>
                <c:pt idx="276">
                  <c:v>3.1269114459999997E-2</c:v>
                </c:pt>
                <c:pt idx="277">
                  <c:v>3.138301894E-2</c:v>
                </c:pt>
                <c:pt idx="278">
                  <c:v>3.146580979E-2</c:v>
                </c:pt>
                <c:pt idx="279">
                  <c:v>3.1501740219999998E-2</c:v>
                </c:pt>
                <c:pt idx="280">
                  <c:v>3.1623028220000002E-2</c:v>
                </c:pt>
                <c:pt idx="281">
                  <c:v>3.1662229450000003E-2</c:v>
                </c:pt>
                <c:pt idx="282">
                  <c:v>3.1816452740000001E-2</c:v>
                </c:pt>
                <c:pt idx="283">
                  <c:v>3.1881749629999998E-2</c:v>
                </c:pt>
                <c:pt idx="284">
                  <c:v>3.1964913009999998E-2</c:v>
                </c:pt>
                <c:pt idx="285">
                  <c:v>3.2031789419999998E-2</c:v>
                </c:pt>
                <c:pt idx="286">
                  <c:v>3.219877183E-2</c:v>
                </c:pt>
                <c:pt idx="287">
                  <c:v>3.2211150969999998E-2</c:v>
                </c:pt>
                <c:pt idx="288">
                  <c:v>3.2371040429999998E-2</c:v>
                </c:pt>
                <c:pt idx="289">
                  <c:v>3.2432761040000001E-2</c:v>
                </c:pt>
                <c:pt idx="290">
                  <c:v>3.2547976819999998E-2</c:v>
                </c:pt>
                <c:pt idx="291">
                  <c:v>3.262998164E-2</c:v>
                </c:pt>
                <c:pt idx="292">
                  <c:v>3.2778691499999998E-2</c:v>
                </c:pt>
                <c:pt idx="293">
                  <c:v>3.2798707490000002E-2</c:v>
                </c:pt>
                <c:pt idx="294">
                  <c:v>3.2971516249999999E-2</c:v>
                </c:pt>
                <c:pt idx="295">
                  <c:v>3.308357671E-2</c:v>
                </c:pt>
                <c:pt idx="296">
                  <c:v>3.3198684450000002E-2</c:v>
                </c:pt>
                <c:pt idx="297">
                  <c:v>3.326969221E-2</c:v>
                </c:pt>
                <c:pt idx="298">
                  <c:v>3.3446993680000002E-2</c:v>
                </c:pt>
                <c:pt idx="299">
                  <c:v>3.3543352040000002E-2</c:v>
                </c:pt>
                <c:pt idx="300">
                  <c:v>3.3731453119999998E-2</c:v>
                </c:pt>
                <c:pt idx="301">
                  <c:v>3.3804029229999998E-2</c:v>
                </c:pt>
                <c:pt idx="302">
                  <c:v>3.3990230410000002E-2</c:v>
                </c:pt>
                <c:pt idx="303">
                  <c:v>3.4095946699999997E-2</c:v>
                </c:pt>
                <c:pt idx="304">
                  <c:v>3.4244146199999999E-2</c:v>
                </c:pt>
                <c:pt idx="305">
                  <c:v>3.4358832989999998E-2</c:v>
                </c:pt>
                <c:pt idx="306">
                  <c:v>3.4534733739999997E-2</c:v>
                </c:pt>
                <c:pt idx="307">
                  <c:v>3.4670609980000003E-2</c:v>
                </c:pt>
                <c:pt idx="308">
                  <c:v>3.4825906160000003E-2</c:v>
                </c:pt>
                <c:pt idx="309">
                  <c:v>3.4982804210000003E-2</c:v>
                </c:pt>
                <c:pt idx="310">
                  <c:v>3.5153817390000001E-2</c:v>
                </c:pt>
                <c:pt idx="311">
                  <c:v>3.5335205500000001E-2</c:v>
                </c:pt>
                <c:pt idx="312">
                  <c:v>3.551301733E-2</c:v>
                </c:pt>
                <c:pt idx="313">
                  <c:v>3.5690508779999998E-2</c:v>
                </c:pt>
                <c:pt idx="314">
                  <c:v>3.5807941109999998E-2</c:v>
                </c:pt>
                <c:pt idx="315">
                  <c:v>3.6023296420000003E-2</c:v>
                </c:pt>
                <c:pt idx="316">
                  <c:v>3.6204960199999997E-2</c:v>
                </c:pt>
                <c:pt idx="317">
                  <c:v>3.6394953729999999E-2</c:v>
                </c:pt>
                <c:pt idx="318">
                  <c:v>3.6577112969999999E-2</c:v>
                </c:pt>
                <c:pt idx="319">
                  <c:v>3.6771804089999999E-2</c:v>
                </c:pt>
                <c:pt idx="320">
                  <c:v>3.6977317179999997E-2</c:v>
                </c:pt>
                <c:pt idx="321">
                  <c:v>3.7279836830000003E-2</c:v>
                </c:pt>
                <c:pt idx="322">
                  <c:v>3.7452690300000001E-2</c:v>
                </c:pt>
                <c:pt idx="323">
                  <c:v>3.7572432310000001E-2</c:v>
                </c:pt>
                <c:pt idx="324">
                  <c:v>3.7783551960000002E-2</c:v>
                </c:pt>
                <c:pt idx="325">
                  <c:v>3.8077674810000003E-2</c:v>
                </c:pt>
                <c:pt idx="326">
                  <c:v>3.8244206459999999E-2</c:v>
                </c:pt>
                <c:pt idx="327">
                  <c:v>3.853035346E-2</c:v>
                </c:pt>
                <c:pt idx="328">
                  <c:v>3.8668472320000001E-2</c:v>
                </c:pt>
                <c:pt idx="329">
                  <c:v>3.895999864E-2</c:v>
                </c:pt>
                <c:pt idx="330">
                  <c:v>3.9186947049999997E-2</c:v>
                </c:pt>
                <c:pt idx="331">
                  <c:v>3.9442818609999999E-2</c:v>
                </c:pt>
                <c:pt idx="332">
                  <c:v>3.9710156619999999E-2</c:v>
                </c:pt>
                <c:pt idx="333">
                  <c:v>3.9950016890000002E-2</c:v>
                </c:pt>
                <c:pt idx="334">
                  <c:v>4.021937028E-2</c:v>
                </c:pt>
                <c:pt idx="335">
                  <c:v>4.0510118009999999E-2</c:v>
                </c:pt>
                <c:pt idx="336">
                  <c:v>4.0719088170000001E-2</c:v>
                </c:pt>
                <c:pt idx="337">
                  <c:v>4.1039872909999997E-2</c:v>
                </c:pt>
                <c:pt idx="338">
                  <c:v>4.1304752229999998E-2</c:v>
                </c:pt>
                <c:pt idx="339">
                  <c:v>4.1586343200000001E-2</c:v>
                </c:pt>
                <c:pt idx="340">
                  <c:v>4.1927982119999999E-2</c:v>
                </c:pt>
                <c:pt idx="341">
                  <c:v>4.2162850500000001E-2</c:v>
                </c:pt>
                <c:pt idx="342">
                  <c:v>4.2545113709999999E-2</c:v>
                </c:pt>
                <c:pt idx="343">
                  <c:v>4.286356643E-2</c:v>
                </c:pt>
                <c:pt idx="344">
                  <c:v>4.3061092500000002E-2</c:v>
                </c:pt>
                <c:pt idx="345">
                  <c:v>4.3513704090000001E-2</c:v>
                </c:pt>
                <c:pt idx="346">
                  <c:v>4.3809358030000002E-2</c:v>
                </c:pt>
                <c:pt idx="347">
                  <c:v>4.4176537539999998E-2</c:v>
                </c:pt>
                <c:pt idx="348">
                  <c:v>4.4570729140000001E-2</c:v>
                </c:pt>
                <c:pt idx="349">
                  <c:v>4.4962812220000002E-2</c:v>
                </c:pt>
                <c:pt idx="350">
                  <c:v>4.5236788690000002E-2</c:v>
                </c:pt>
                <c:pt idx="351">
                  <c:v>4.5671597119999997E-2</c:v>
                </c:pt>
                <c:pt idx="352">
                  <c:v>4.5989416540000001E-2</c:v>
                </c:pt>
                <c:pt idx="353">
                  <c:v>4.6399086710000002E-2</c:v>
                </c:pt>
                <c:pt idx="354">
                  <c:v>4.679380357E-2</c:v>
                </c:pt>
                <c:pt idx="355">
                  <c:v>4.7241892670000001E-2</c:v>
                </c:pt>
                <c:pt idx="356">
                  <c:v>4.7557368869999998E-2</c:v>
                </c:pt>
                <c:pt idx="357">
                  <c:v>4.8091776670000003E-2</c:v>
                </c:pt>
                <c:pt idx="358">
                  <c:v>4.8465982079999997E-2</c:v>
                </c:pt>
                <c:pt idx="359">
                  <c:v>4.8864435400000003E-2</c:v>
                </c:pt>
                <c:pt idx="360">
                  <c:v>4.9323860560000002E-2</c:v>
                </c:pt>
                <c:pt idx="361">
                  <c:v>4.9832429740000003E-2</c:v>
                </c:pt>
                <c:pt idx="362">
                  <c:v>5.0205145030000002E-2</c:v>
                </c:pt>
                <c:pt idx="363">
                  <c:v>5.0737820570000002E-2</c:v>
                </c:pt>
                <c:pt idx="364">
                  <c:v>5.1219359040000002E-2</c:v>
                </c:pt>
                <c:pt idx="365">
                  <c:v>5.167944729E-2</c:v>
                </c:pt>
                <c:pt idx="366">
                  <c:v>5.2183251829999999E-2</c:v>
                </c:pt>
                <c:pt idx="367">
                  <c:v>5.271377042E-2</c:v>
                </c:pt>
                <c:pt idx="368">
                  <c:v>5.32826297E-2</c:v>
                </c:pt>
                <c:pt idx="369">
                  <c:v>5.3815517569999999E-2</c:v>
                </c:pt>
                <c:pt idx="370">
                  <c:v>5.4275345060000001E-2</c:v>
                </c:pt>
                <c:pt idx="371">
                  <c:v>5.4902181029999997E-2</c:v>
                </c:pt>
                <c:pt idx="372">
                  <c:v>5.54494746E-2</c:v>
                </c:pt>
                <c:pt idx="373">
                  <c:v>5.5980551990000002E-2</c:v>
                </c:pt>
                <c:pt idx="374">
                  <c:v>5.657042935E-2</c:v>
                </c:pt>
                <c:pt idx="375">
                  <c:v>5.7144101709999999E-2</c:v>
                </c:pt>
                <c:pt idx="376">
                  <c:v>5.7743690909999999E-2</c:v>
                </c:pt>
                <c:pt idx="377">
                  <c:v>5.8367323130000003E-2</c:v>
                </c:pt>
                <c:pt idx="378">
                  <c:v>5.8954223989999999E-2</c:v>
                </c:pt>
                <c:pt idx="379">
                  <c:v>5.952615663E-2</c:v>
                </c:pt>
                <c:pt idx="380">
                  <c:v>6.019053236E-2</c:v>
                </c:pt>
                <c:pt idx="381">
                  <c:v>6.0799676919999997E-2</c:v>
                </c:pt>
                <c:pt idx="382">
                  <c:v>6.138707325E-2</c:v>
                </c:pt>
                <c:pt idx="383">
                  <c:v>6.2012501060000003E-2</c:v>
                </c:pt>
                <c:pt idx="384">
                  <c:v>6.2656469640000004E-2</c:v>
                </c:pt>
                <c:pt idx="385">
                  <c:v>6.334102154E-2</c:v>
                </c:pt>
                <c:pt idx="386">
                  <c:v>6.4006045459999994E-2</c:v>
                </c:pt>
                <c:pt idx="387">
                  <c:v>6.4621709289999996E-2</c:v>
                </c:pt>
                <c:pt idx="388">
                  <c:v>6.5226905050000006E-2</c:v>
                </c:pt>
                <c:pt idx="389">
                  <c:v>6.5896786750000005E-2</c:v>
                </c:pt>
                <c:pt idx="390">
                  <c:v>6.6594459120000005E-2</c:v>
                </c:pt>
                <c:pt idx="391">
                  <c:v>6.7276604470000001E-2</c:v>
                </c:pt>
                <c:pt idx="392">
                  <c:v>6.7844994369999995E-2</c:v>
                </c:pt>
                <c:pt idx="393">
                  <c:v>6.8479403849999995E-2</c:v>
                </c:pt>
                <c:pt idx="394">
                  <c:v>6.9169014690000002E-2</c:v>
                </c:pt>
                <c:pt idx="395">
                  <c:v>6.9896355270000002E-2</c:v>
                </c:pt>
                <c:pt idx="396">
                  <c:v>7.0481702689999995E-2</c:v>
                </c:pt>
                <c:pt idx="397">
                  <c:v>7.1137934920000007E-2</c:v>
                </c:pt>
                <c:pt idx="398">
                  <c:v>7.1687221529999998E-2</c:v>
                </c:pt>
                <c:pt idx="399">
                  <c:v>7.2333417829999996E-2</c:v>
                </c:pt>
                <c:pt idx="400">
                  <c:v>7.2943218049999994E-2</c:v>
                </c:pt>
                <c:pt idx="401">
                  <c:v>7.3591381309999995E-2</c:v>
                </c:pt>
                <c:pt idx="402">
                  <c:v>7.4202463029999999E-2</c:v>
                </c:pt>
                <c:pt idx="403">
                  <c:v>7.474988699E-2</c:v>
                </c:pt>
                <c:pt idx="404">
                  <c:v>7.5354069470000007E-2</c:v>
                </c:pt>
                <c:pt idx="405">
                  <c:v>7.5840160249999997E-2</c:v>
                </c:pt>
                <c:pt idx="406">
                  <c:v>7.6432034369999999E-2</c:v>
                </c:pt>
                <c:pt idx="407">
                  <c:v>7.697758079E-2</c:v>
                </c:pt>
                <c:pt idx="408">
                  <c:v>7.7505186200000006E-2</c:v>
                </c:pt>
                <c:pt idx="409">
                  <c:v>7.7996261420000004E-2</c:v>
                </c:pt>
                <c:pt idx="410">
                  <c:v>7.8407973049999996E-2</c:v>
                </c:pt>
                <c:pt idx="411">
                  <c:v>7.8958369789999996E-2</c:v>
                </c:pt>
                <c:pt idx="412">
                  <c:v>7.9463280740000003E-2</c:v>
                </c:pt>
                <c:pt idx="413">
                  <c:v>7.9857185479999995E-2</c:v>
                </c:pt>
                <c:pt idx="414">
                  <c:v>8.0309569839999997E-2</c:v>
                </c:pt>
                <c:pt idx="415">
                  <c:v>8.0616913740000004E-2</c:v>
                </c:pt>
                <c:pt idx="416">
                  <c:v>8.1039071079999997E-2</c:v>
                </c:pt>
                <c:pt idx="417">
                  <c:v>8.1319212909999994E-2</c:v>
                </c:pt>
                <c:pt idx="418">
                  <c:v>8.1672318280000003E-2</c:v>
                </c:pt>
                <c:pt idx="419">
                  <c:v>8.1964626910000005E-2</c:v>
                </c:pt>
                <c:pt idx="420">
                  <c:v>8.2209669050000003E-2</c:v>
                </c:pt>
                <c:pt idx="421">
                  <c:v>8.2533389329999998E-2</c:v>
                </c:pt>
                <c:pt idx="422">
                  <c:v>8.2735501229999994E-2</c:v>
                </c:pt>
                <c:pt idx="423">
                  <c:v>8.2962684329999994E-2</c:v>
                </c:pt>
                <c:pt idx="424">
                  <c:v>8.3145618439999999E-2</c:v>
                </c:pt>
                <c:pt idx="425">
                  <c:v>8.3324499430000004E-2</c:v>
                </c:pt>
                <c:pt idx="426">
                  <c:v>8.351135254E-2</c:v>
                </c:pt>
                <c:pt idx="427">
                  <c:v>8.3603389560000005E-2</c:v>
                </c:pt>
                <c:pt idx="428">
                  <c:v>8.3697192370000006E-2</c:v>
                </c:pt>
                <c:pt idx="429">
                  <c:v>8.3795167510000004E-2</c:v>
                </c:pt>
                <c:pt idx="430">
                  <c:v>8.3875454959999998E-2</c:v>
                </c:pt>
                <c:pt idx="431">
                  <c:v>8.3922587339999993E-2</c:v>
                </c:pt>
                <c:pt idx="432">
                  <c:v>8.3908483389999997E-2</c:v>
                </c:pt>
                <c:pt idx="433">
                  <c:v>8.3954118189999996E-2</c:v>
                </c:pt>
                <c:pt idx="434">
                  <c:v>8.3864144979999999E-2</c:v>
                </c:pt>
                <c:pt idx="435">
                  <c:v>8.3843924109999995E-2</c:v>
                </c:pt>
                <c:pt idx="436">
                  <c:v>8.3786405620000004E-2</c:v>
                </c:pt>
                <c:pt idx="437">
                  <c:v>8.3764277400000003E-2</c:v>
                </c:pt>
                <c:pt idx="438">
                  <c:v>8.3647571500000004E-2</c:v>
                </c:pt>
                <c:pt idx="439">
                  <c:v>8.3570189769999997E-2</c:v>
                </c:pt>
                <c:pt idx="440">
                  <c:v>8.3476155999999996E-2</c:v>
                </c:pt>
                <c:pt idx="441">
                  <c:v>8.3280280230000003E-2</c:v>
                </c:pt>
                <c:pt idx="442">
                  <c:v>8.3156339819999994E-2</c:v>
                </c:pt>
                <c:pt idx="443">
                  <c:v>8.3005771039999995E-2</c:v>
                </c:pt>
                <c:pt idx="444">
                  <c:v>8.2822859289999995E-2</c:v>
                </c:pt>
                <c:pt idx="445">
                  <c:v>8.2647539680000007E-2</c:v>
                </c:pt>
                <c:pt idx="446">
                  <c:v>8.2478985190000006E-2</c:v>
                </c:pt>
                <c:pt idx="447">
                  <c:v>8.2258939739999995E-2</c:v>
                </c:pt>
                <c:pt idx="448">
                  <c:v>8.2099013030000001E-2</c:v>
                </c:pt>
                <c:pt idx="449">
                  <c:v>8.1907227639999997E-2</c:v>
                </c:pt>
                <c:pt idx="450">
                  <c:v>8.1715784969999997E-2</c:v>
                </c:pt>
                <c:pt idx="451">
                  <c:v>8.1464864309999996E-2</c:v>
                </c:pt>
                <c:pt idx="452">
                  <c:v>8.1262998279999998E-2</c:v>
                </c:pt>
                <c:pt idx="453">
                  <c:v>8.1078507009999995E-2</c:v>
                </c:pt>
                <c:pt idx="454">
                  <c:v>8.0861821769999995E-2</c:v>
                </c:pt>
                <c:pt idx="455">
                  <c:v>8.0678373580000004E-2</c:v>
                </c:pt>
                <c:pt idx="456">
                  <c:v>8.0510556699999999E-2</c:v>
                </c:pt>
                <c:pt idx="457">
                  <c:v>8.0289199950000001E-2</c:v>
                </c:pt>
                <c:pt idx="458">
                  <c:v>8.0050155519999999E-2</c:v>
                </c:pt>
                <c:pt idx="459">
                  <c:v>7.9875230790000001E-2</c:v>
                </c:pt>
                <c:pt idx="460">
                  <c:v>7.9691708089999994E-2</c:v>
                </c:pt>
                <c:pt idx="461">
                  <c:v>7.9501822589999993E-2</c:v>
                </c:pt>
                <c:pt idx="462">
                  <c:v>7.9367399219999996E-2</c:v>
                </c:pt>
                <c:pt idx="463">
                  <c:v>7.9151280219999995E-2</c:v>
                </c:pt>
                <c:pt idx="464">
                  <c:v>7.9004727299999994E-2</c:v>
                </c:pt>
                <c:pt idx="465">
                  <c:v>7.8853696579999993E-2</c:v>
                </c:pt>
                <c:pt idx="466">
                  <c:v>7.8780137E-2</c:v>
                </c:pt>
                <c:pt idx="467">
                  <c:v>7.8598402440000006E-2</c:v>
                </c:pt>
                <c:pt idx="468">
                  <c:v>7.8472599389999995E-2</c:v>
                </c:pt>
                <c:pt idx="469">
                  <c:v>7.8444905580000002E-2</c:v>
                </c:pt>
                <c:pt idx="470">
                  <c:v>7.8298218550000007E-2</c:v>
                </c:pt>
                <c:pt idx="471">
                  <c:v>7.824273407E-2</c:v>
                </c:pt>
                <c:pt idx="472">
                  <c:v>7.8202500940000003E-2</c:v>
                </c:pt>
                <c:pt idx="473">
                  <c:v>7.8155055639999998E-2</c:v>
                </c:pt>
                <c:pt idx="474">
                  <c:v>7.8102096920000003E-2</c:v>
                </c:pt>
                <c:pt idx="475">
                  <c:v>7.806447893E-2</c:v>
                </c:pt>
                <c:pt idx="476">
                  <c:v>7.8013643620000003E-2</c:v>
                </c:pt>
                <c:pt idx="477">
                  <c:v>7.8018568460000007E-2</c:v>
                </c:pt>
                <c:pt idx="478">
                  <c:v>7.7984862030000004E-2</c:v>
                </c:pt>
                <c:pt idx="479">
                  <c:v>7.7960081400000006E-2</c:v>
                </c:pt>
                <c:pt idx="480">
                  <c:v>7.8057140110000006E-2</c:v>
                </c:pt>
                <c:pt idx="481">
                  <c:v>7.8081488609999999E-2</c:v>
                </c:pt>
                <c:pt idx="482">
                  <c:v>7.8056737779999996E-2</c:v>
                </c:pt>
                <c:pt idx="483">
                  <c:v>7.8134544190000002E-2</c:v>
                </c:pt>
                <c:pt idx="484">
                  <c:v>7.8220538790000002E-2</c:v>
                </c:pt>
                <c:pt idx="485">
                  <c:v>7.8227952119999999E-2</c:v>
                </c:pt>
                <c:pt idx="486">
                  <c:v>7.8271813689999997E-2</c:v>
                </c:pt>
                <c:pt idx="487">
                  <c:v>7.8242085870000005E-2</c:v>
                </c:pt>
                <c:pt idx="488">
                  <c:v>7.8379511829999998E-2</c:v>
                </c:pt>
                <c:pt idx="489">
                  <c:v>7.8429833049999995E-2</c:v>
                </c:pt>
                <c:pt idx="490">
                  <c:v>7.8420437869999998E-2</c:v>
                </c:pt>
                <c:pt idx="491">
                  <c:v>7.8565739100000004E-2</c:v>
                </c:pt>
                <c:pt idx="492">
                  <c:v>7.8471668059999999E-2</c:v>
                </c:pt>
                <c:pt idx="493">
                  <c:v>7.8516699369999998E-2</c:v>
                </c:pt>
                <c:pt idx="494">
                  <c:v>7.8574083749999996E-2</c:v>
                </c:pt>
                <c:pt idx="495">
                  <c:v>7.867196202E-2</c:v>
                </c:pt>
                <c:pt idx="496">
                  <c:v>7.8633613879999995E-2</c:v>
                </c:pt>
                <c:pt idx="497">
                  <c:v>7.8613542019999996E-2</c:v>
                </c:pt>
                <c:pt idx="498">
                  <c:v>7.8556001190000002E-2</c:v>
                </c:pt>
                <c:pt idx="499">
                  <c:v>7.8543901439999994E-2</c:v>
                </c:pt>
                <c:pt idx="500">
                  <c:v>7.8477658330000005E-2</c:v>
                </c:pt>
                <c:pt idx="501">
                  <c:v>7.8421212729999995E-2</c:v>
                </c:pt>
                <c:pt idx="502">
                  <c:v>7.8299432990000001E-2</c:v>
                </c:pt>
                <c:pt idx="503">
                  <c:v>7.8162372110000003E-2</c:v>
                </c:pt>
                <c:pt idx="504">
                  <c:v>7.7967360619999995E-2</c:v>
                </c:pt>
                <c:pt idx="505">
                  <c:v>7.7868931000000002E-2</c:v>
                </c:pt>
                <c:pt idx="506">
                  <c:v>7.7684789899999995E-2</c:v>
                </c:pt>
                <c:pt idx="507">
                  <c:v>7.7380940319999994E-2</c:v>
                </c:pt>
                <c:pt idx="508">
                  <c:v>7.7152110639999993E-2</c:v>
                </c:pt>
                <c:pt idx="509">
                  <c:v>7.6963305470000007E-2</c:v>
                </c:pt>
                <c:pt idx="510">
                  <c:v>7.6483152809999996E-2</c:v>
                </c:pt>
                <c:pt idx="511">
                  <c:v>7.6243504879999993E-2</c:v>
                </c:pt>
                <c:pt idx="512">
                  <c:v>7.5863063339999995E-2</c:v>
                </c:pt>
                <c:pt idx="513">
                  <c:v>7.5511567289999998E-2</c:v>
                </c:pt>
                <c:pt idx="514">
                  <c:v>7.5079046189999998E-2</c:v>
                </c:pt>
                <c:pt idx="515">
                  <c:v>7.4690304700000001E-2</c:v>
                </c:pt>
                <c:pt idx="516">
                  <c:v>7.4195675550000006E-2</c:v>
                </c:pt>
                <c:pt idx="517">
                  <c:v>7.3822692039999999E-2</c:v>
                </c:pt>
                <c:pt idx="518">
                  <c:v>7.3210768400000001E-2</c:v>
                </c:pt>
                <c:pt idx="519">
                  <c:v>7.2765260930000006E-2</c:v>
                </c:pt>
                <c:pt idx="520">
                  <c:v>7.2175458070000004E-2</c:v>
                </c:pt>
                <c:pt idx="521">
                  <c:v>7.1769177909999995E-2</c:v>
                </c:pt>
                <c:pt idx="522">
                  <c:v>7.1094729009999996E-2</c:v>
                </c:pt>
                <c:pt idx="523">
                  <c:v>7.0648916069999998E-2</c:v>
                </c:pt>
                <c:pt idx="524">
                  <c:v>7.0054344830000004E-2</c:v>
                </c:pt>
                <c:pt idx="525">
                  <c:v>6.9517873229999999E-2</c:v>
                </c:pt>
                <c:pt idx="526">
                  <c:v>6.8953268230000003E-2</c:v>
                </c:pt>
                <c:pt idx="527">
                  <c:v>6.8382978440000006E-2</c:v>
                </c:pt>
                <c:pt idx="528">
                  <c:v>6.7784078420000005E-2</c:v>
                </c:pt>
                <c:pt idx="529">
                  <c:v>6.7184858020000002E-2</c:v>
                </c:pt>
                <c:pt idx="530">
                  <c:v>6.6616371270000002E-2</c:v>
                </c:pt>
                <c:pt idx="531">
                  <c:v>6.6046722229999993E-2</c:v>
                </c:pt>
                <c:pt idx="532">
                  <c:v>6.5504133699999995E-2</c:v>
                </c:pt>
                <c:pt idx="533">
                  <c:v>6.4946465189999997E-2</c:v>
                </c:pt>
                <c:pt idx="534">
                  <c:v>6.4312778409999993E-2</c:v>
                </c:pt>
                <c:pt idx="535">
                  <c:v>6.3816778360000007E-2</c:v>
                </c:pt>
                <c:pt idx="536">
                  <c:v>6.3271634280000003E-2</c:v>
                </c:pt>
                <c:pt idx="537">
                  <c:v>6.2668524680000004E-2</c:v>
                </c:pt>
                <c:pt idx="538">
                  <c:v>6.2195964159999999E-2</c:v>
                </c:pt>
                <c:pt idx="539">
                  <c:v>6.1682116240000001E-2</c:v>
                </c:pt>
                <c:pt idx="540">
                  <c:v>6.11320734E-2</c:v>
                </c:pt>
                <c:pt idx="541">
                  <c:v>6.0610700400000002E-2</c:v>
                </c:pt>
                <c:pt idx="542">
                  <c:v>6.0110110789999997E-2</c:v>
                </c:pt>
                <c:pt idx="543">
                  <c:v>5.9668328610000002E-2</c:v>
                </c:pt>
                <c:pt idx="544">
                  <c:v>5.920094997E-2</c:v>
                </c:pt>
                <c:pt idx="545">
                  <c:v>5.8678362519999999E-2</c:v>
                </c:pt>
                <c:pt idx="546">
                  <c:v>5.8284245429999999E-2</c:v>
                </c:pt>
                <c:pt idx="547">
                  <c:v>5.7835090909999998E-2</c:v>
                </c:pt>
                <c:pt idx="548">
                  <c:v>5.738002062E-2</c:v>
                </c:pt>
                <c:pt idx="549">
                  <c:v>5.6905947630000002E-2</c:v>
                </c:pt>
                <c:pt idx="550">
                  <c:v>5.6520186360000002E-2</c:v>
                </c:pt>
                <c:pt idx="551">
                  <c:v>5.609255657E-2</c:v>
                </c:pt>
                <c:pt idx="552">
                  <c:v>5.5632773789999999E-2</c:v>
                </c:pt>
                <c:pt idx="553">
                  <c:v>5.5274777109999999E-2</c:v>
                </c:pt>
                <c:pt idx="554">
                  <c:v>5.4940428579999999E-2</c:v>
                </c:pt>
                <c:pt idx="555">
                  <c:v>5.4548598830000003E-2</c:v>
                </c:pt>
                <c:pt idx="556">
                  <c:v>5.4223928599999999E-2</c:v>
                </c:pt>
                <c:pt idx="557">
                  <c:v>5.38068451E-2</c:v>
                </c:pt>
                <c:pt idx="558">
                  <c:v>5.3495846690000001E-2</c:v>
                </c:pt>
                <c:pt idx="559">
                  <c:v>5.3100816910000001E-2</c:v>
                </c:pt>
                <c:pt idx="560">
                  <c:v>5.2750393749999999E-2</c:v>
                </c:pt>
                <c:pt idx="561">
                  <c:v>5.244403332E-2</c:v>
                </c:pt>
                <c:pt idx="562">
                  <c:v>5.2139703179999997E-2</c:v>
                </c:pt>
                <c:pt idx="563">
                  <c:v>5.1789179439999999E-2</c:v>
                </c:pt>
                <c:pt idx="564">
                  <c:v>5.1505677399999998E-2</c:v>
                </c:pt>
                <c:pt idx="565">
                  <c:v>5.1126107570000003E-2</c:v>
                </c:pt>
                <c:pt idx="566">
                  <c:v>5.0881333649999999E-2</c:v>
                </c:pt>
                <c:pt idx="567">
                  <c:v>5.0544884060000003E-2</c:v>
                </c:pt>
                <c:pt idx="568">
                  <c:v>5.0215054299999999E-2</c:v>
                </c:pt>
                <c:pt idx="569">
                  <c:v>5.005897954E-2</c:v>
                </c:pt>
                <c:pt idx="570">
                  <c:v>4.9725573510000003E-2</c:v>
                </c:pt>
                <c:pt idx="571">
                  <c:v>4.9479529260000002E-2</c:v>
                </c:pt>
                <c:pt idx="572">
                  <c:v>4.9175932999999998E-2</c:v>
                </c:pt>
                <c:pt idx="573">
                  <c:v>4.8932459210000001E-2</c:v>
                </c:pt>
                <c:pt idx="574">
                  <c:v>4.8627797510000001E-2</c:v>
                </c:pt>
                <c:pt idx="575">
                  <c:v>4.8427693549999998E-2</c:v>
                </c:pt>
                <c:pt idx="576">
                  <c:v>4.817477614E-2</c:v>
                </c:pt>
                <c:pt idx="577">
                  <c:v>4.7905214129999998E-2</c:v>
                </c:pt>
                <c:pt idx="578">
                  <c:v>4.7664038839999999E-2</c:v>
                </c:pt>
                <c:pt idx="579">
                  <c:v>4.7458458689999997E-2</c:v>
                </c:pt>
                <c:pt idx="580">
                  <c:v>4.7238774599999998E-2</c:v>
                </c:pt>
                <c:pt idx="581">
                  <c:v>4.7035384919999999E-2</c:v>
                </c:pt>
                <c:pt idx="582">
                  <c:v>4.6875458209999998E-2</c:v>
                </c:pt>
                <c:pt idx="583">
                  <c:v>4.6662900600000001E-2</c:v>
                </c:pt>
                <c:pt idx="584">
                  <c:v>4.6430483459999998E-2</c:v>
                </c:pt>
                <c:pt idx="585">
                  <c:v>4.6208124609999998E-2</c:v>
                </c:pt>
                <c:pt idx="586">
                  <c:v>4.6035606409999999E-2</c:v>
                </c:pt>
                <c:pt idx="587">
                  <c:v>4.5838445429999999E-2</c:v>
                </c:pt>
                <c:pt idx="588">
                  <c:v>4.5664321629999997E-2</c:v>
                </c:pt>
                <c:pt idx="589">
                  <c:v>4.5508924870000002E-2</c:v>
                </c:pt>
                <c:pt idx="590">
                  <c:v>4.5305941250000002E-2</c:v>
                </c:pt>
                <c:pt idx="591">
                  <c:v>4.5110862699999997E-2</c:v>
                </c:pt>
                <c:pt idx="592">
                  <c:v>4.4962123040000003E-2</c:v>
                </c:pt>
                <c:pt idx="593">
                  <c:v>4.4787086550000001E-2</c:v>
                </c:pt>
                <c:pt idx="594">
                  <c:v>4.4648841020000003E-2</c:v>
                </c:pt>
                <c:pt idx="595">
                  <c:v>4.449165612E-2</c:v>
                </c:pt>
                <c:pt idx="596">
                  <c:v>4.4336989520000002E-2</c:v>
                </c:pt>
                <c:pt idx="597">
                  <c:v>4.4152207669999999E-2</c:v>
                </c:pt>
                <c:pt idx="598">
                  <c:v>4.4080857190000003E-2</c:v>
                </c:pt>
                <c:pt idx="599">
                  <c:v>4.3947909030000003E-2</c:v>
                </c:pt>
                <c:pt idx="600">
                  <c:v>4.3842170389999997E-2</c:v>
                </c:pt>
                <c:pt idx="601">
                  <c:v>4.5784454789999998E-2</c:v>
                </c:pt>
                <c:pt idx="602">
                  <c:v>4.5691039410000002E-2</c:v>
                </c:pt>
                <c:pt idx="603">
                  <c:v>4.5604284850000003E-2</c:v>
                </c:pt>
                <c:pt idx="604">
                  <c:v>4.5358151200000002E-2</c:v>
                </c:pt>
                <c:pt idx="605">
                  <c:v>4.5218143609999997E-2</c:v>
                </c:pt>
                <c:pt idx="606">
                  <c:v>4.5208893719999997E-2</c:v>
                </c:pt>
                <c:pt idx="607">
                  <c:v>4.5042287559999998E-2</c:v>
                </c:pt>
                <c:pt idx="608">
                  <c:v>4.502023384E-2</c:v>
                </c:pt>
                <c:pt idx="609">
                  <c:v>4.5007858429999999E-2</c:v>
                </c:pt>
                <c:pt idx="610">
                  <c:v>4.4774230569999997E-2</c:v>
                </c:pt>
                <c:pt idx="611">
                  <c:v>4.4840410349999998E-2</c:v>
                </c:pt>
                <c:pt idx="612">
                  <c:v>4.4662754979999997E-2</c:v>
                </c:pt>
                <c:pt idx="613">
                  <c:v>4.4598784299999999E-2</c:v>
                </c:pt>
                <c:pt idx="614">
                  <c:v>4.4515918940000003E-2</c:v>
                </c:pt>
                <c:pt idx="615">
                  <c:v>4.427943006E-2</c:v>
                </c:pt>
                <c:pt idx="616">
                  <c:v>4.4350292530000002E-2</c:v>
                </c:pt>
                <c:pt idx="617">
                  <c:v>4.4445369390000003E-2</c:v>
                </c:pt>
                <c:pt idx="618">
                  <c:v>4.4160403309999999E-2</c:v>
                </c:pt>
                <c:pt idx="619">
                  <c:v>4.4178284700000001E-2</c:v>
                </c:pt>
                <c:pt idx="620">
                  <c:v>4.4196452949999999E-2</c:v>
                </c:pt>
                <c:pt idx="621">
                  <c:v>4.4106617569999999E-2</c:v>
                </c:pt>
                <c:pt idx="622">
                  <c:v>4.4337250289999998E-2</c:v>
                </c:pt>
                <c:pt idx="623">
                  <c:v>4.4063180690000002E-2</c:v>
                </c:pt>
                <c:pt idx="624">
                  <c:v>4.399551451E-2</c:v>
                </c:pt>
                <c:pt idx="625">
                  <c:v>4.3940573929999997E-2</c:v>
                </c:pt>
                <c:pt idx="626">
                  <c:v>4.4077765200000001E-2</c:v>
                </c:pt>
                <c:pt idx="627">
                  <c:v>4.397577792E-2</c:v>
                </c:pt>
                <c:pt idx="628">
                  <c:v>4.3951231989999999E-2</c:v>
                </c:pt>
                <c:pt idx="629">
                  <c:v>4.4011987750000002E-2</c:v>
                </c:pt>
                <c:pt idx="630">
                  <c:v>4.4095300140000002E-2</c:v>
                </c:pt>
                <c:pt idx="631">
                  <c:v>4.3956387790000002E-2</c:v>
                </c:pt>
                <c:pt idx="632">
                  <c:v>4.3982081120000002E-2</c:v>
                </c:pt>
                <c:pt idx="633">
                  <c:v>4.3863590809999999E-2</c:v>
                </c:pt>
                <c:pt idx="634">
                  <c:v>4.3896097689999997E-2</c:v>
                </c:pt>
                <c:pt idx="635">
                  <c:v>4.3844748289999999E-2</c:v>
                </c:pt>
                <c:pt idx="636">
                  <c:v>4.3870836500000003E-2</c:v>
                </c:pt>
                <c:pt idx="637">
                  <c:v>4.3878484519999997E-2</c:v>
                </c:pt>
                <c:pt idx="638">
                  <c:v>4.361661151E-2</c:v>
                </c:pt>
                <c:pt idx="639">
                  <c:v>4.3890796599999997E-2</c:v>
                </c:pt>
                <c:pt idx="640">
                  <c:v>4.3834354729999997E-2</c:v>
                </c:pt>
                <c:pt idx="641">
                  <c:v>4.3865337970000001E-2</c:v>
                </c:pt>
                <c:pt idx="642">
                  <c:v>4.370359704E-2</c:v>
                </c:pt>
                <c:pt idx="643">
                  <c:v>4.377935082E-2</c:v>
                </c:pt>
                <c:pt idx="644">
                  <c:v>4.3706804510000002E-2</c:v>
                </c:pt>
                <c:pt idx="645">
                  <c:v>4.374593869E-2</c:v>
                </c:pt>
                <c:pt idx="646">
                  <c:v>4.3749775740000003E-2</c:v>
                </c:pt>
                <c:pt idx="647">
                  <c:v>4.3662920590000001E-2</c:v>
                </c:pt>
                <c:pt idx="648">
                  <c:v>4.3739210809999998E-2</c:v>
                </c:pt>
                <c:pt idx="649">
                  <c:v>4.3948106469999998E-2</c:v>
                </c:pt>
                <c:pt idx="650">
                  <c:v>4.3762344869999997E-2</c:v>
                </c:pt>
                <c:pt idx="651">
                  <c:v>4.3935850259999999E-2</c:v>
                </c:pt>
                <c:pt idx="652">
                  <c:v>4.3846409769999997E-2</c:v>
                </c:pt>
                <c:pt idx="653">
                  <c:v>4.3928343799999998E-2</c:v>
                </c:pt>
                <c:pt idx="654">
                  <c:v>4.4095184650000001E-2</c:v>
                </c:pt>
                <c:pt idx="655">
                  <c:v>4.4067706909999997E-2</c:v>
                </c:pt>
                <c:pt idx="656">
                  <c:v>4.4020149860000003E-2</c:v>
                </c:pt>
                <c:pt idx="657">
                  <c:v>4.4114954769999999E-2</c:v>
                </c:pt>
                <c:pt idx="658">
                  <c:v>4.4224999850000002E-2</c:v>
                </c:pt>
                <c:pt idx="659">
                  <c:v>4.4174242760000003E-2</c:v>
                </c:pt>
                <c:pt idx="660">
                  <c:v>4.4172324239999998E-2</c:v>
                </c:pt>
                <c:pt idx="661">
                  <c:v>4.423918575E-2</c:v>
                </c:pt>
                <c:pt idx="662">
                  <c:v>4.4308379289999998E-2</c:v>
                </c:pt>
                <c:pt idx="663">
                  <c:v>4.4482365250000003E-2</c:v>
                </c:pt>
                <c:pt idx="664">
                  <c:v>4.4473819429999999E-2</c:v>
                </c:pt>
                <c:pt idx="665">
                  <c:v>4.4642847030000002E-2</c:v>
                </c:pt>
                <c:pt idx="666">
                  <c:v>4.4770099219999998E-2</c:v>
                </c:pt>
                <c:pt idx="667">
                  <c:v>4.4935308399999999E-2</c:v>
                </c:pt>
                <c:pt idx="668">
                  <c:v>4.4882114979999999E-2</c:v>
                </c:pt>
                <c:pt idx="669">
                  <c:v>4.5085102320000001E-2</c:v>
                </c:pt>
                <c:pt idx="670">
                  <c:v>4.5220673080000003E-2</c:v>
                </c:pt>
                <c:pt idx="671">
                  <c:v>4.5335449280000002E-2</c:v>
                </c:pt>
                <c:pt idx="672">
                  <c:v>4.5557506380000001E-2</c:v>
                </c:pt>
                <c:pt idx="673">
                  <c:v>4.5652732250000001E-2</c:v>
                </c:pt>
                <c:pt idx="674">
                  <c:v>4.5865748079999998E-2</c:v>
                </c:pt>
                <c:pt idx="675">
                  <c:v>4.6055667100000003E-2</c:v>
                </c:pt>
                <c:pt idx="676">
                  <c:v>4.6245381240000001E-2</c:v>
                </c:pt>
                <c:pt idx="677">
                  <c:v>4.6511206780000001E-2</c:v>
                </c:pt>
                <c:pt idx="678">
                  <c:v>4.6844635160000002E-2</c:v>
                </c:pt>
                <c:pt idx="679">
                  <c:v>4.704060778E-2</c:v>
                </c:pt>
                <c:pt idx="680">
                  <c:v>4.7257158909999999E-2</c:v>
                </c:pt>
                <c:pt idx="681">
                  <c:v>4.7587230799999998E-2</c:v>
                </c:pt>
                <c:pt idx="682">
                  <c:v>4.793871567E-2</c:v>
                </c:pt>
                <c:pt idx="683">
                  <c:v>4.821657017E-2</c:v>
                </c:pt>
                <c:pt idx="684">
                  <c:v>4.8621747639999997E-2</c:v>
                </c:pt>
                <c:pt idx="685">
                  <c:v>4.899107665E-2</c:v>
                </c:pt>
                <c:pt idx="686">
                  <c:v>4.9491018060000003E-2</c:v>
                </c:pt>
                <c:pt idx="687">
                  <c:v>4.9927003679999998E-2</c:v>
                </c:pt>
                <c:pt idx="688">
                  <c:v>5.0264198330000003E-2</c:v>
                </c:pt>
                <c:pt idx="689">
                  <c:v>5.06769605E-2</c:v>
                </c:pt>
                <c:pt idx="690">
                  <c:v>5.122914538E-2</c:v>
                </c:pt>
                <c:pt idx="691">
                  <c:v>5.1828056570000003E-2</c:v>
                </c:pt>
                <c:pt idx="692">
                  <c:v>5.2444122730000001E-2</c:v>
                </c:pt>
                <c:pt idx="693">
                  <c:v>5.2921708669999998E-2</c:v>
                </c:pt>
                <c:pt idx="694">
                  <c:v>5.3712364290000002E-2</c:v>
                </c:pt>
                <c:pt idx="695">
                  <c:v>5.4226070639999999E-2</c:v>
                </c:pt>
                <c:pt idx="696">
                  <c:v>5.4995365439999999E-2</c:v>
                </c:pt>
                <c:pt idx="697">
                  <c:v>5.5774707350000001E-2</c:v>
                </c:pt>
                <c:pt idx="698">
                  <c:v>5.6542977690000003E-2</c:v>
                </c:pt>
                <c:pt idx="699">
                  <c:v>5.7419609279999999E-2</c:v>
                </c:pt>
                <c:pt idx="700">
                  <c:v>5.8470435440000003E-2</c:v>
                </c:pt>
                <c:pt idx="701">
                  <c:v>5.9383794669999997E-2</c:v>
                </c:pt>
                <c:pt idx="702">
                  <c:v>6.0458280150000002E-2</c:v>
                </c:pt>
                <c:pt idx="703">
                  <c:v>6.1452586199999999E-2</c:v>
                </c:pt>
                <c:pt idx="704">
                  <c:v>6.2657818200000007E-2</c:v>
                </c:pt>
                <c:pt idx="705">
                  <c:v>6.3677914439999997E-2</c:v>
                </c:pt>
                <c:pt idx="706">
                  <c:v>6.5065190199999998E-2</c:v>
                </c:pt>
                <c:pt idx="707">
                  <c:v>6.6421076659999995E-2</c:v>
                </c:pt>
                <c:pt idx="708">
                  <c:v>6.7926406859999997E-2</c:v>
                </c:pt>
                <c:pt idx="709">
                  <c:v>6.9475039840000002E-2</c:v>
                </c:pt>
                <c:pt idx="710">
                  <c:v>7.1025341749999998E-2</c:v>
                </c:pt>
                <c:pt idx="711">
                  <c:v>7.2645939889999997E-2</c:v>
                </c:pt>
                <c:pt idx="712">
                  <c:v>7.4626609679999997E-2</c:v>
                </c:pt>
                <c:pt idx="713">
                  <c:v>7.6535850759999996E-2</c:v>
                </c:pt>
                <c:pt idx="714">
                  <c:v>7.8692443670000001E-2</c:v>
                </c:pt>
                <c:pt idx="715">
                  <c:v>8.0779783430000002E-2</c:v>
                </c:pt>
                <c:pt idx="716">
                  <c:v>8.3111643789999995E-2</c:v>
                </c:pt>
                <c:pt idx="717">
                  <c:v>8.558598161E-2</c:v>
                </c:pt>
                <c:pt idx="718">
                  <c:v>8.8242858650000006E-2</c:v>
                </c:pt>
                <c:pt idx="719">
                  <c:v>9.0980552140000004E-2</c:v>
                </c:pt>
                <c:pt idx="720">
                  <c:v>9.3887008729999999E-2</c:v>
                </c:pt>
                <c:pt idx="721">
                  <c:v>9.7112417219999997E-2</c:v>
                </c:pt>
                <c:pt idx="722">
                  <c:v>0.1005772427</c:v>
                </c:pt>
                <c:pt idx="723">
                  <c:v>0.10398451979999999</c:v>
                </c:pt>
                <c:pt idx="724">
                  <c:v>0.10781127209999999</c:v>
                </c:pt>
                <c:pt idx="725">
                  <c:v>0.11173304169999999</c:v>
                </c:pt>
                <c:pt idx="726">
                  <c:v>0.116099745</c:v>
                </c:pt>
                <c:pt idx="727">
                  <c:v>0.1206348315</c:v>
                </c:pt>
                <c:pt idx="728">
                  <c:v>0.12535946070000001</c:v>
                </c:pt>
                <c:pt idx="729">
                  <c:v>0.13048295679999999</c:v>
                </c:pt>
                <c:pt idx="730">
                  <c:v>0.13590160009999999</c:v>
                </c:pt>
                <c:pt idx="731">
                  <c:v>0.14165748659999999</c:v>
                </c:pt>
                <c:pt idx="732">
                  <c:v>0.14780330659999999</c:v>
                </c:pt>
                <c:pt idx="733">
                  <c:v>0.15427061919999999</c:v>
                </c:pt>
                <c:pt idx="734">
                  <c:v>0.16107606890000001</c:v>
                </c:pt>
                <c:pt idx="735">
                  <c:v>0.16820356249999999</c:v>
                </c:pt>
                <c:pt idx="736">
                  <c:v>0.17573152480000001</c:v>
                </c:pt>
                <c:pt idx="737">
                  <c:v>0.18378859759999999</c:v>
                </c:pt>
                <c:pt idx="738">
                  <c:v>0.19204142690000001</c:v>
                </c:pt>
                <c:pt idx="739">
                  <c:v>0.20094038550000001</c:v>
                </c:pt>
                <c:pt idx="740">
                  <c:v>0.2100101858</c:v>
                </c:pt>
                <c:pt idx="741">
                  <c:v>0.21958723660000001</c:v>
                </c:pt>
                <c:pt idx="742">
                  <c:v>0.22936089339999999</c:v>
                </c:pt>
                <c:pt idx="743">
                  <c:v>0.23948284980000001</c:v>
                </c:pt>
                <c:pt idx="744">
                  <c:v>0.24977163969999999</c:v>
                </c:pt>
                <c:pt idx="745">
                  <c:v>0.26013949510000001</c:v>
                </c:pt>
                <c:pt idx="746">
                  <c:v>0.2704754472</c:v>
                </c:pt>
                <c:pt idx="747">
                  <c:v>0.28086701040000001</c:v>
                </c:pt>
                <c:pt idx="748">
                  <c:v>0.29096451400000001</c:v>
                </c:pt>
                <c:pt idx="749">
                  <c:v>0.30080085989999999</c:v>
                </c:pt>
                <c:pt idx="750">
                  <c:v>0.3101606965</c:v>
                </c:pt>
                <c:pt idx="751">
                  <c:v>0.31877157090000002</c:v>
                </c:pt>
                <c:pt idx="752">
                  <c:v>0.32664787769999998</c:v>
                </c:pt>
                <c:pt idx="753">
                  <c:v>0.33378019930000002</c:v>
                </c:pt>
                <c:pt idx="754">
                  <c:v>0.33963304760000002</c:v>
                </c:pt>
                <c:pt idx="755">
                  <c:v>0.344353199</c:v>
                </c:pt>
                <c:pt idx="756">
                  <c:v>0.34767958519999997</c:v>
                </c:pt>
                <c:pt idx="757">
                  <c:v>0.34976947310000001</c:v>
                </c:pt>
                <c:pt idx="758">
                  <c:v>0.35045930739999998</c:v>
                </c:pt>
                <c:pt idx="759">
                  <c:v>0.34977602959999998</c:v>
                </c:pt>
                <c:pt idx="760">
                  <c:v>0.34778308870000002</c:v>
                </c:pt>
                <c:pt idx="761">
                  <c:v>0.34425076840000002</c:v>
                </c:pt>
                <c:pt idx="762">
                  <c:v>0.33969148989999998</c:v>
                </c:pt>
                <c:pt idx="763">
                  <c:v>0.33396211269999998</c:v>
                </c:pt>
                <c:pt idx="764">
                  <c:v>0.32730472090000001</c:v>
                </c:pt>
                <c:pt idx="765">
                  <c:v>0.31984230879999997</c:v>
                </c:pt>
                <c:pt idx="766">
                  <c:v>0.31157043579999999</c:v>
                </c:pt>
                <c:pt idx="767">
                  <c:v>0.30266836289999999</c:v>
                </c:pt>
                <c:pt idx="768">
                  <c:v>0.29351264240000002</c:v>
                </c:pt>
                <c:pt idx="769">
                  <c:v>0.2841067612</c:v>
                </c:pt>
                <c:pt idx="770">
                  <c:v>0.27432480450000002</c:v>
                </c:pt>
                <c:pt idx="771">
                  <c:v>0.26444846389999999</c:v>
                </c:pt>
                <c:pt idx="772">
                  <c:v>0.25471925740000001</c:v>
                </c:pt>
                <c:pt idx="773">
                  <c:v>0.24505086240000001</c:v>
                </c:pt>
                <c:pt idx="774">
                  <c:v>0.2357122451</c:v>
                </c:pt>
                <c:pt idx="775">
                  <c:v>0.2265088707</c:v>
                </c:pt>
                <c:pt idx="776">
                  <c:v>0.21747893099999999</c:v>
                </c:pt>
                <c:pt idx="777">
                  <c:v>0.20880542699999999</c:v>
                </c:pt>
                <c:pt idx="778">
                  <c:v>0.20066010949999999</c:v>
                </c:pt>
                <c:pt idx="779">
                  <c:v>0.19267822800000001</c:v>
                </c:pt>
                <c:pt idx="780">
                  <c:v>0.18505787849999999</c:v>
                </c:pt>
                <c:pt idx="781">
                  <c:v>0.1778286248</c:v>
                </c:pt>
                <c:pt idx="782">
                  <c:v>0.1710305959</c:v>
                </c:pt>
                <c:pt idx="783">
                  <c:v>0.16442383830000001</c:v>
                </c:pt>
                <c:pt idx="784">
                  <c:v>0.15836779770000001</c:v>
                </c:pt>
                <c:pt idx="785">
                  <c:v>0.15253752470000001</c:v>
                </c:pt>
                <c:pt idx="786">
                  <c:v>0.1470090449</c:v>
                </c:pt>
                <c:pt idx="787">
                  <c:v>0.14184124770000001</c:v>
                </c:pt>
                <c:pt idx="788">
                  <c:v>0.1369292587</c:v>
                </c:pt>
                <c:pt idx="789">
                  <c:v>0.13230788709999999</c:v>
                </c:pt>
                <c:pt idx="790">
                  <c:v>0.12791582939999999</c:v>
                </c:pt>
                <c:pt idx="791">
                  <c:v>0.1237527803</c:v>
                </c:pt>
                <c:pt idx="792">
                  <c:v>0.11986064909999999</c:v>
                </c:pt>
                <c:pt idx="793">
                  <c:v>0.1160892919</c:v>
                </c:pt>
                <c:pt idx="794">
                  <c:v>0.1126019061</c:v>
                </c:pt>
                <c:pt idx="795">
                  <c:v>0.1092985496</c:v>
                </c:pt>
                <c:pt idx="796">
                  <c:v>0.10617411140000001</c:v>
                </c:pt>
                <c:pt idx="797">
                  <c:v>0.1031823382</c:v>
                </c:pt>
                <c:pt idx="798">
                  <c:v>0.1003271267</c:v>
                </c:pt>
                <c:pt idx="799">
                  <c:v>9.7719959910000001E-2</c:v>
                </c:pt>
                <c:pt idx="800">
                  <c:v>9.5120318230000001E-2</c:v>
                </c:pt>
                <c:pt idx="801">
                  <c:v>9.2698395249999996E-2</c:v>
                </c:pt>
                <c:pt idx="802">
                  <c:v>9.044548124E-2</c:v>
                </c:pt>
                <c:pt idx="803">
                  <c:v>8.8298432529999998E-2</c:v>
                </c:pt>
                <c:pt idx="804">
                  <c:v>8.6220659320000004E-2</c:v>
                </c:pt>
                <c:pt idx="805">
                  <c:v>8.4199599920000007E-2</c:v>
                </c:pt>
                <c:pt idx="806">
                  <c:v>8.230840415E-2</c:v>
                </c:pt>
                <c:pt idx="807">
                  <c:v>8.0490365620000004E-2</c:v>
                </c:pt>
                <c:pt idx="808">
                  <c:v>7.8886941079999995E-2</c:v>
                </c:pt>
                <c:pt idx="809">
                  <c:v>7.7143669129999995E-2</c:v>
                </c:pt>
                <c:pt idx="810">
                  <c:v>7.5635924940000002E-2</c:v>
                </c:pt>
                <c:pt idx="811">
                  <c:v>7.4062146250000002E-2</c:v>
                </c:pt>
                <c:pt idx="812">
                  <c:v>7.2725534440000003E-2</c:v>
                </c:pt>
                <c:pt idx="813">
                  <c:v>7.1301043029999997E-2</c:v>
                </c:pt>
                <c:pt idx="814">
                  <c:v>7.0003122089999995E-2</c:v>
                </c:pt>
                <c:pt idx="815">
                  <c:v>6.8752311169999997E-2</c:v>
                </c:pt>
                <c:pt idx="816">
                  <c:v>6.7567572000000006E-2</c:v>
                </c:pt>
                <c:pt idx="817">
                  <c:v>6.6430665550000004E-2</c:v>
                </c:pt>
                <c:pt idx="818">
                  <c:v>6.5316468480000001E-2</c:v>
                </c:pt>
                <c:pt idx="819">
                  <c:v>6.4309984449999996E-2</c:v>
                </c:pt>
                <c:pt idx="820">
                  <c:v>6.3334435219999999E-2</c:v>
                </c:pt>
                <c:pt idx="821">
                  <c:v>6.2388829889999997E-2</c:v>
                </c:pt>
                <c:pt idx="822">
                  <c:v>6.1555121089999998E-2</c:v>
                </c:pt>
                <c:pt idx="823">
                  <c:v>6.074114144E-2</c:v>
                </c:pt>
                <c:pt idx="824">
                  <c:v>5.99165298E-2</c:v>
                </c:pt>
                <c:pt idx="825">
                  <c:v>5.9218928220000001E-2</c:v>
                </c:pt>
                <c:pt idx="826">
                  <c:v>5.8533169330000002E-2</c:v>
                </c:pt>
                <c:pt idx="827">
                  <c:v>5.7842988519999999E-2</c:v>
                </c:pt>
                <c:pt idx="828">
                  <c:v>5.7245239619999999E-2</c:v>
                </c:pt>
                <c:pt idx="829">
                  <c:v>5.6802321230000001E-2</c:v>
                </c:pt>
                <c:pt idx="830">
                  <c:v>5.6251112370000002E-2</c:v>
                </c:pt>
                <c:pt idx="831">
                  <c:v>5.6281697009999999E-2</c:v>
                </c:pt>
                <c:pt idx="832">
                  <c:v>5.5829513820000003E-2</c:v>
                </c:pt>
                <c:pt idx="833">
                  <c:v>5.5396184330000001E-2</c:v>
                </c:pt>
                <c:pt idx="834">
                  <c:v>5.5108465250000002E-2</c:v>
                </c:pt>
                <c:pt idx="835">
                  <c:v>5.4792717099999999E-2</c:v>
                </c:pt>
                <c:pt idx="836">
                  <c:v>5.4511971770000001E-2</c:v>
                </c:pt>
                <c:pt idx="837">
                  <c:v>5.419952795E-2</c:v>
                </c:pt>
                <c:pt idx="838">
                  <c:v>5.4063767190000001E-2</c:v>
                </c:pt>
                <c:pt idx="839">
                  <c:v>5.3939625620000001E-2</c:v>
                </c:pt>
                <c:pt idx="840">
                  <c:v>5.3742740300000001E-2</c:v>
                </c:pt>
                <c:pt idx="841">
                  <c:v>5.3644407540000001E-2</c:v>
                </c:pt>
                <c:pt idx="842">
                  <c:v>5.3614765410000001E-2</c:v>
                </c:pt>
                <c:pt idx="843">
                  <c:v>5.3582932799999997E-2</c:v>
                </c:pt>
                <c:pt idx="844">
                  <c:v>5.3551070389999997E-2</c:v>
                </c:pt>
                <c:pt idx="845">
                  <c:v>5.3649473939999998E-2</c:v>
                </c:pt>
                <c:pt idx="846">
                  <c:v>5.3665786979999998E-2</c:v>
                </c:pt>
                <c:pt idx="847">
                  <c:v>5.3742069750000003E-2</c:v>
                </c:pt>
                <c:pt idx="848">
                  <c:v>5.3906887770000002E-2</c:v>
                </c:pt>
                <c:pt idx="849">
                  <c:v>5.3994201120000002E-2</c:v>
                </c:pt>
                <c:pt idx="850">
                  <c:v>5.4241087289999997E-2</c:v>
                </c:pt>
                <c:pt idx="851">
                  <c:v>5.4405480620000002E-2</c:v>
                </c:pt>
                <c:pt idx="852">
                  <c:v>5.4682575169999997E-2</c:v>
                </c:pt>
                <c:pt idx="853">
                  <c:v>5.4895572359999999E-2</c:v>
                </c:pt>
                <c:pt idx="854">
                  <c:v>5.5286623540000003E-2</c:v>
                </c:pt>
                <c:pt idx="855">
                  <c:v>5.5491119620000001E-2</c:v>
                </c:pt>
                <c:pt idx="856">
                  <c:v>5.5820830170000002E-2</c:v>
                </c:pt>
                <c:pt idx="857">
                  <c:v>5.6307837370000002E-2</c:v>
                </c:pt>
                <c:pt idx="858">
                  <c:v>5.6544184679999998E-2</c:v>
                </c:pt>
                <c:pt idx="859">
                  <c:v>5.6961871679999998E-2</c:v>
                </c:pt>
                <c:pt idx="860">
                  <c:v>5.7322770359999997E-2</c:v>
                </c:pt>
                <c:pt idx="861">
                  <c:v>5.7795848699999999E-2</c:v>
                </c:pt>
                <c:pt idx="862">
                  <c:v>5.813056976E-2</c:v>
                </c:pt>
                <c:pt idx="863">
                  <c:v>5.8607254179999999E-2</c:v>
                </c:pt>
                <c:pt idx="864">
                  <c:v>5.9089299290000001E-2</c:v>
                </c:pt>
                <c:pt idx="865">
                  <c:v>5.9522356839999999E-2</c:v>
                </c:pt>
                <c:pt idx="866">
                  <c:v>5.9962708500000003E-2</c:v>
                </c:pt>
                <c:pt idx="867">
                  <c:v>6.031156704E-2</c:v>
                </c:pt>
                <c:pt idx="868">
                  <c:v>6.091233343E-2</c:v>
                </c:pt>
                <c:pt idx="869">
                  <c:v>6.1527770010000003E-2</c:v>
                </c:pt>
                <c:pt idx="870">
                  <c:v>6.1991509049999997E-2</c:v>
                </c:pt>
                <c:pt idx="871">
                  <c:v>6.2668167050000001E-2</c:v>
                </c:pt>
                <c:pt idx="872">
                  <c:v>6.3188806180000001E-2</c:v>
                </c:pt>
                <c:pt idx="873">
                  <c:v>6.4002141360000001E-2</c:v>
                </c:pt>
                <c:pt idx="874">
                  <c:v>6.4495742319999994E-2</c:v>
                </c:pt>
                <c:pt idx="875">
                  <c:v>6.5184645350000001E-2</c:v>
                </c:pt>
                <c:pt idx="876">
                  <c:v>6.5913446249999993E-2</c:v>
                </c:pt>
                <c:pt idx="877">
                  <c:v>6.6520355640000001E-2</c:v>
                </c:pt>
                <c:pt idx="878">
                  <c:v>6.7394345999999994E-2</c:v>
                </c:pt>
                <c:pt idx="879">
                  <c:v>6.8216480309999994E-2</c:v>
                </c:pt>
                <c:pt idx="880">
                  <c:v>6.8966411049999995E-2</c:v>
                </c:pt>
                <c:pt idx="881">
                  <c:v>6.9649584589999994E-2</c:v>
                </c:pt>
                <c:pt idx="882">
                  <c:v>7.0528745650000002E-2</c:v>
                </c:pt>
                <c:pt idx="883">
                  <c:v>7.1260660889999994E-2</c:v>
                </c:pt>
                <c:pt idx="884">
                  <c:v>7.2169370950000006E-2</c:v>
                </c:pt>
                <c:pt idx="885">
                  <c:v>7.3048412800000004E-2</c:v>
                </c:pt>
                <c:pt idx="886">
                  <c:v>7.3794372380000001E-2</c:v>
                </c:pt>
                <c:pt idx="887">
                  <c:v>7.4600599710000007E-2</c:v>
                </c:pt>
                <c:pt idx="888">
                  <c:v>7.53717795E-2</c:v>
                </c:pt>
                <c:pt idx="889">
                  <c:v>7.6161503790000001E-2</c:v>
                </c:pt>
                <c:pt idx="890">
                  <c:v>7.6913461089999996E-2</c:v>
                </c:pt>
                <c:pt idx="891">
                  <c:v>7.7551573509999999E-2</c:v>
                </c:pt>
                <c:pt idx="892">
                  <c:v>7.8236997129999999E-2</c:v>
                </c:pt>
                <c:pt idx="893">
                  <c:v>7.8801020979999997E-2</c:v>
                </c:pt>
                <c:pt idx="894">
                  <c:v>7.9371251170000004E-2</c:v>
                </c:pt>
                <c:pt idx="895">
                  <c:v>7.9833388330000005E-2</c:v>
                </c:pt>
                <c:pt idx="896">
                  <c:v>8.0320402979999997E-2</c:v>
                </c:pt>
                <c:pt idx="897">
                  <c:v>8.0692686139999997E-2</c:v>
                </c:pt>
                <c:pt idx="898">
                  <c:v>8.0995030699999998E-2</c:v>
                </c:pt>
                <c:pt idx="899">
                  <c:v>8.1265680490000006E-2</c:v>
                </c:pt>
                <c:pt idx="900">
                  <c:v>8.142923564E-2</c:v>
                </c:pt>
                <c:pt idx="901">
                  <c:v>8.1610031429999993E-2</c:v>
                </c:pt>
                <c:pt idx="902">
                  <c:v>8.1799276170000004E-2</c:v>
                </c:pt>
                <c:pt idx="903">
                  <c:v>8.1787809729999994E-2</c:v>
                </c:pt>
                <c:pt idx="904">
                  <c:v>8.1834718589999994E-2</c:v>
                </c:pt>
                <c:pt idx="905">
                  <c:v>8.1806465980000007E-2</c:v>
                </c:pt>
                <c:pt idx="906">
                  <c:v>8.1641115249999993E-2</c:v>
                </c:pt>
                <c:pt idx="907">
                  <c:v>8.1494405869999995E-2</c:v>
                </c:pt>
                <c:pt idx="908">
                  <c:v>8.1497810779999999E-2</c:v>
                </c:pt>
                <c:pt idx="909">
                  <c:v>8.1201791760000003E-2</c:v>
                </c:pt>
                <c:pt idx="910">
                  <c:v>8.0974437299999993E-2</c:v>
                </c:pt>
                <c:pt idx="911">
                  <c:v>8.0760456620000004E-2</c:v>
                </c:pt>
                <c:pt idx="912">
                  <c:v>8.045780659E-2</c:v>
                </c:pt>
                <c:pt idx="913">
                  <c:v>8.0302499230000005E-2</c:v>
                </c:pt>
                <c:pt idx="914">
                  <c:v>8.0055445429999997E-2</c:v>
                </c:pt>
                <c:pt idx="915">
                  <c:v>7.9764582220000005E-2</c:v>
                </c:pt>
                <c:pt idx="916">
                  <c:v>7.9549886289999996E-2</c:v>
                </c:pt>
                <c:pt idx="917">
                  <c:v>7.9343967139999999E-2</c:v>
                </c:pt>
                <c:pt idx="918">
                  <c:v>7.9135127370000002E-2</c:v>
                </c:pt>
                <c:pt idx="919">
                  <c:v>7.8868098560000002E-2</c:v>
                </c:pt>
                <c:pt idx="920">
                  <c:v>7.8691139820000006E-2</c:v>
                </c:pt>
                <c:pt idx="921">
                  <c:v>7.8468136490000007E-2</c:v>
                </c:pt>
                <c:pt idx="922">
                  <c:v>7.8313879670000003E-2</c:v>
                </c:pt>
                <c:pt idx="923">
                  <c:v>7.8052520750000007E-2</c:v>
                </c:pt>
                <c:pt idx="924">
                  <c:v>7.7918082479999998E-2</c:v>
                </c:pt>
                <c:pt idx="925">
                  <c:v>7.7691383660000002E-2</c:v>
                </c:pt>
                <c:pt idx="926">
                  <c:v>7.7633589510000003E-2</c:v>
                </c:pt>
                <c:pt idx="927">
                  <c:v>7.750032842E-2</c:v>
                </c:pt>
                <c:pt idx="928">
                  <c:v>7.7351704239999999E-2</c:v>
                </c:pt>
                <c:pt idx="929">
                  <c:v>7.7249638740000001E-2</c:v>
                </c:pt>
                <c:pt idx="930">
                  <c:v>7.7082023020000001E-2</c:v>
                </c:pt>
                <c:pt idx="931">
                  <c:v>7.7042832970000003E-2</c:v>
                </c:pt>
                <c:pt idx="932">
                  <c:v>7.6950632039999994E-2</c:v>
                </c:pt>
                <c:pt idx="933">
                  <c:v>7.6940096910000005E-2</c:v>
                </c:pt>
                <c:pt idx="934">
                  <c:v>7.6719284060000004E-2</c:v>
                </c:pt>
                <c:pt idx="935">
                  <c:v>7.6764509080000001E-2</c:v>
                </c:pt>
                <c:pt idx="936">
                  <c:v>7.6642043889999997E-2</c:v>
                </c:pt>
                <c:pt idx="937">
                  <c:v>7.6713167129999996E-2</c:v>
                </c:pt>
                <c:pt idx="938">
                  <c:v>7.6698034999999998E-2</c:v>
                </c:pt>
                <c:pt idx="939">
                  <c:v>7.6645098630000005E-2</c:v>
                </c:pt>
                <c:pt idx="940">
                  <c:v>7.6678179200000002E-2</c:v>
                </c:pt>
                <c:pt idx="941">
                  <c:v>7.6687194410000006E-2</c:v>
                </c:pt>
                <c:pt idx="942">
                  <c:v>7.6625399290000007E-2</c:v>
                </c:pt>
                <c:pt idx="943">
                  <c:v>7.6561383900000002E-2</c:v>
                </c:pt>
                <c:pt idx="944">
                  <c:v>7.66916126E-2</c:v>
                </c:pt>
                <c:pt idx="945">
                  <c:v>7.6809644699999999E-2</c:v>
                </c:pt>
                <c:pt idx="946">
                  <c:v>7.6703287659999994E-2</c:v>
                </c:pt>
                <c:pt idx="947">
                  <c:v>7.6757714150000003E-2</c:v>
                </c:pt>
                <c:pt idx="948">
                  <c:v>7.6795831319999994E-2</c:v>
                </c:pt>
                <c:pt idx="949">
                  <c:v>7.679240406E-2</c:v>
                </c:pt>
                <c:pt idx="950">
                  <c:v>7.6823391020000006E-2</c:v>
                </c:pt>
                <c:pt idx="951">
                  <c:v>7.7066197990000002E-2</c:v>
                </c:pt>
                <c:pt idx="952">
                  <c:v>7.6978385450000006E-2</c:v>
                </c:pt>
                <c:pt idx="953">
                  <c:v>7.7039368450000006E-2</c:v>
                </c:pt>
                <c:pt idx="954">
                  <c:v>7.7223815020000003E-2</c:v>
                </c:pt>
                <c:pt idx="955">
                  <c:v>7.7185012400000003E-2</c:v>
                </c:pt>
                <c:pt idx="956">
                  <c:v>7.7430099249999995E-2</c:v>
                </c:pt>
                <c:pt idx="957">
                  <c:v>7.7464625240000001E-2</c:v>
                </c:pt>
                <c:pt idx="958">
                  <c:v>7.7610500159999998E-2</c:v>
                </c:pt>
                <c:pt idx="959">
                  <c:v>7.7611744400000002E-2</c:v>
                </c:pt>
                <c:pt idx="960">
                  <c:v>7.7684916559999997E-2</c:v>
                </c:pt>
                <c:pt idx="961">
                  <c:v>7.7855490149999998E-2</c:v>
                </c:pt>
                <c:pt idx="962">
                  <c:v>7.7983036640000003E-2</c:v>
                </c:pt>
                <c:pt idx="963">
                  <c:v>7.8072473409999996E-2</c:v>
                </c:pt>
                <c:pt idx="964">
                  <c:v>7.8144580130000002E-2</c:v>
                </c:pt>
                <c:pt idx="965">
                  <c:v>7.8303337099999995E-2</c:v>
                </c:pt>
                <c:pt idx="966">
                  <c:v>7.855290174E-2</c:v>
                </c:pt>
                <c:pt idx="967">
                  <c:v>7.8573405740000005E-2</c:v>
                </c:pt>
                <c:pt idx="968">
                  <c:v>7.8680463140000004E-2</c:v>
                </c:pt>
                <c:pt idx="969">
                  <c:v>7.8890167179999998E-2</c:v>
                </c:pt>
                <c:pt idx="970">
                  <c:v>7.8820392490000002E-2</c:v>
                </c:pt>
                <c:pt idx="971">
                  <c:v>7.9117365179999996E-2</c:v>
                </c:pt>
                <c:pt idx="972">
                  <c:v>7.9361431299999993E-2</c:v>
                </c:pt>
                <c:pt idx="973">
                  <c:v>7.9485625030000007E-2</c:v>
                </c:pt>
                <c:pt idx="974">
                  <c:v>7.9562351109999999E-2</c:v>
                </c:pt>
                <c:pt idx="975">
                  <c:v>7.9718984660000006E-2</c:v>
                </c:pt>
                <c:pt idx="976">
                  <c:v>7.9893060030000004E-2</c:v>
                </c:pt>
                <c:pt idx="977">
                  <c:v>8.0036960539999993E-2</c:v>
                </c:pt>
                <c:pt idx="978">
                  <c:v>8.0189868809999995E-2</c:v>
                </c:pt>
                <c:pt idx="979">
                  <c:v>8.0290943379999993E-2</c:v>
                </c:pt>
                <c:pt idx="980">
                  <c:v>8.0581508580000002E-2</c:v>
                </c:pt>
                <c:pt idx="981">
                  <c:v>8.0750010910000003E-2</c:v>
                </c:pt>
                <c:pt idx="982">
                  <c:v>8.0957755450000002E-2</c:v>
                </c:pt>
                <c:pt idx="983">
                  <c:v>8.1164531410000004E-2</c:v>
                </c:pt>
                <c:pt idx="984">
                  <c:v>8.1342317159999997E-2</c:v>
                </c:pt>
                <c:pt idx="985">
                  <c:v>8.1428609789999995E-2</c:v>
                </c:pt>
                <c:pt idx="986">
                  <c:v>8.1536129119999995E-2</c:v>
                </c:pt>
                <c:pt idx="987">
                  <c:v>8.1902042029999997E-2</c:v>
                </c:pt>
                <c:pt idx="988">
                  <c:v>8.2022778690000006E-2</c:v>
                </c:pt>
                <c:pt idx="989">
                  <c:v>8.2474134860000006E-2</c:v>
                </c:pt>
                <c:pt idx="990">
                  <c:v>8.2515701649999995E-2</c:v>
                </c:pt>
                <c:pt idx="991">
                  <c:v>8.2847163079999994E-2</c:v>
                </c:pt>
                <c:pt idx="992">
                  <c:v>8.3029836420000003E-2</c:v>
                </c:pt>
                <c:pt idx="993">
                  <c:v>8.3246037359999997E-2</c:v>
                </c:pt>
                <c:pt idx="994">
                  <c:v>8.3309195939999997E-2</c:v>
                </c:pt>
                <c:pt idx="995">
                  <c:v>8.3610288800000002E-2</c:v>
                </c:pt>
                <c:pt idx="996">
                  <c:v>8.4009021520000005E-2</c:v>
                </c:pt>
                <c:pt idx="997">
                  <c:v>8.4192618730000002E-2</c:v>
                </c:pt>
                <c:pt idx="998">
                  <c:v>8.4364287560000001E-2</c:v>
                </c:pt>
                <c:pt idx="999">
                  <c:v>8.4696255619999994E-2</c:v>
                </c:pt>
                <c:pt idx="1000">
                  <c:v>8.4923833609999999E-2</c:v>
                </c:pt>
                <c:pt idx="1001">
                  <c:v>8.5128203030000002E-2</c:v>
                </c:pt>
                <c:pt idx="1002">
                  <c:v>8.5370659830000001E-2</c:v>
                </c:pt>
                <c:pt idx="1003">
                  <c:v>8.5572645069999995E-2</c:v>
                </c:pt>
                <c:pt idx="1004">
                  <c:v>8.5934974250000004E-2</c:v>
                </c:pt>
                <c:pt idx="1005">
                  <c:v>8.6146377029999999E-2</c:v>
                </c:pt>
                <c:pt idx="1006">
                  <c:v>8.6343765259999997E-2</c:v>
                </c:pt>
                <c:pt idx="1007">
                  <c:v>8.6641602220000002E-2</c:v>
                </c:pt>
                <c:pt idx="1008">
                  <c:v>8.688490838E-2</c:v>
                </c:pt>
                <c:pt idx="1009">
                  <c:v>8.7187767030000002E-2</c:v>
                </c:pt>
                <c:pt idx="1010">
                  <c:v>8.7365090849999993E-2</c:v>
                </c:pt>
                <c:pt idx="1011">
                  <c:v>8.7534658609999996E-2</c:v>
                </c:pt>
                <c:pt idx="1012">
                  <c:v>8.7953522800000003E-2</c:v>
                </c:pt>
                <c:pt idx="1013">
                  <c:v>8.8127546010000002E-2</c:v>
                </c:pt>
                <c:pt idx="1014">
                  <c:v>8.8572055100000005E-2</c:v>
                </c:pt>
                <c:pt idx="1015">
                  <c:v>8.8605418800000002E-2</c:v>
                </c:pt>
                <c:pt idx="1016">
                  <c:v>8.8808313010000001E-2</c:v>
                </c:pt>
                <c:pt idx="1017">
                  <c:v>8.8841691609999995E-2</c:v>
                </c:pt>
                <c:pt idx="1018">
                  <c:v>8.9215688409999994E-2</c:v>
                </c:pt>
                <c:pt idx="1019">
                  <c:v>8.9226789769999995E-2</c:v>
                </c:pt>
                <c:pt idx="1020">
                  <c:v>8.9449755850000007E-2</c:v>
                </c:pt>
                <c:pt idx="1021">
                  <c:v>8.9492857460000005E-2</c:v>
                </c:pt>
                <c:pt idx="1022">
                  <c:v>8.9698962869999996E-2</c:v>
                </c:pt>
                <c:pt idx="1023">
                  <c:v>8.9963287119999999E-2</c:v>
                </c:pt>
                <c:pt idx="1024">
                  <c:v>8.9950896799999999E-2</c:v>
                </c:pt>
                <c:pt idx="1025">
                  <c:v>9.0046696359999998E-2</c:v>
                </c:pt>
                <c:pt idx="1026">
                  <c:v>9.0361230079999993E-2</c:v>
                </c:pt>
                <c:pt idx="1027">
                  <c:v>9.0459346770000004E-2</c:v>
                </c:pt>
                <c:pt idx="1028">
                  <c:v>9.0532265599999995E-2</c:v>
                </c:pt>
                <c:pt idx="1029">
                  <c:v>9.0545214710000002E-2</c:v>
                </c:pt>
                <c:pt idx="1030">
                  <c:v>9.0849354859999995E-2</c:v>
                </c:pt>
                <c:pt idx="1031">
                  <c:v>9.083024412E-2</c:v>
                </c:pt>
                <c:pt idx="1032">
                  <c:v>9.1124311089999993E-2</c:v>
                </c:pt>
                <c:pt idx="1033">
                  <c:v>9.1355510060000006E-2</c:v>
                </c:pt>
                <c:pt idx="1034">
                  <c:v>9.1333784160000001E-2</c:v>
                </c:pt>
                <c:pt idx="1035">
                  <c:v>9.1515168549999998E-2</c:v>
                </c:pt>
                <c:pt idx="1036">
                  <c:v>9.1449916359999994E-2</c:v>
                </c:pt>
                <c:pt idx="1037">
                  <c:v>9.1640114780000004E-2</c:v>
                </c:pt>
                <c:pt idx="1038">
                  <c:v>9.1544352470000007E-2</c:v>
                </c:pt>
                <c:pt idx="1039">
                  <c:v>9.1600760820000002E-2</c:v>
                </c:pt>
                <c:pt idx="1040">
                  <c:v>9.1829687359999995E-2</c:v>
                </c:pt>
                <c:pt idx="1041">
                  <c:v>9.1796971860000007E-2</c:v>
                </c:pt>
                <c:pt idx="1042">
                  <c:v>9.2024944720000001E-2</c:v>
                </c:pt>
                <c:pt idx="1043">
                  <c:v>9.1953538360000003E-2</c:v>
                </c:pt>
                <c:pt idx="1044">
                  <c:v>9.2035725710000002E-2</c:v>
                </c:pt>
                <c:pt idx="1045">
                  <c:v>9.2231303449999996E-2</c:v>
                </c:pt>
                <c:pt idx="1046">
                  <c:v>9.2531375590000006E-2</c:v>
                </c:pt>
                <c:pt idx="1047">
                  <c:v>9.2651806769999998E-2</c:v>
                </c:pt>
                <c:pt idx="1048">
                  <c:v>9.2813901599999998E-2</c:v>
                </c:pt>
                <c:pt idx="1049">
                  <c:v>9.2911198740000006E-2</c:v>
                </c:pt>
                <c:pt idx="1050">
                  <c:v>9.3236483630000005E-2</c:v>
                </c:pt>
                <c:pt idx="1051">
                  <c:v>8.8892735540000004E-2</c:v>
                </c:pt>
                <c:pt idx="1052">
                  <c:v>8.8976830239999999E-2</c:v>
                </c:pt>
                <c:pt idx="1053">
                  <c:v>8.8896326720000002E-2</c:v>
                </c:pt>
                <c:pt idx="1054">
                  <c:v>8.8857762519999994E-2</c:v>
                </c:pt>
                <c:pt idx="1055">
                  <c:v>8.9486047629999996E-2</c:v>
                </c:pt>
                <c:pt idx="1056">
                  <c:v>8.9558102190000002E-2</c:v>
                </c:pt>
                <c:pt idx="1057">
                  <c:v>9.0206421910000001E-2</c:v>
                </c:pt>
                <c:pt idx="1058">
                  <c:v>9.0651184319999994E-2</c:v>
                </c:pt>
                <c:pt idx="1059">
                  <c:v>9.1236874460000006E-2</c:v>
                </c:pt>
                <c:pt idx="1060">
                  <c:v>9.1205447910000001E-2</c:v>
                </c:pt>
                <c:pt idx="1061">
                  <c:v>9.0539664029999994E-2</c:v>
                </c:pt>
                <c:pt idx="1062">
                  <c:v>9.0187013149999995E-2</c:v>
                </c:pt>
                <c:pt idx="1063">
                  <c:v>8.9089348910000005E-2</c:v>
                </c:pt>
                <c:pt idx="1064">
                  <c:v>8.8568121190000001E-2</c:v>
                </c:pt>
                <c:pt idx="1065">
                  <c:v>8.7058946489999997E-2</c:v>
                </c:pt>
                <c:pt idx="1066">
                  <c:v>8.6044400930000001E-2</c:v>
                </c:pt>
                <c:pt idx="1067">
                  <c:v>8.4780141710000007E-2</c:v>
                </c:pt>
                <c:pt idx="1068">
                  <c:v>8.3855636420000004E-2</c:v>
                </c:pt>
                <c:pt idx="1069">
                  <c:v>8.2346856590000003E-2</c:v>
                </c:pt>
                <c:pt idx="1070">
                  <c:v>8.1630520519999999E-2</c:v>
                </c:pt>
                <c:pt idx="1071">
                  <c:v>8.0780625339999995E-2</c:v>
                </c:pt>
                <c:pt idx="1072">
                  <c:v>8.0094076690000002E-2</c:v>
                </c:pt>
                <c:pt idx="1073">
                  <c:v>7.9571053389999993E-2</c:v>
                </c:pt>
                <c:pt idx="1074">
                  <c:v>7.9288095239999995E-2</c:v>
                </c:pt>
                <c:pt idx="1075">
                  <c:v>7.8912802039999994E-2</c:v>
                </c:pt>
                <c:pt idx="1076">
                  <c:v>7.8873097899999994E-2</c:v>
                </c:pt>
                <c:pt idx="1077">
                  <c:v>7.9020626839999997E-2</c:v>
                </c:pt>
                <c:pt idx="1078">
                  <c:v>7.8949958089999994E-2</c:v>
                </c:pt>
                <c:pt idx="1079">
                  <c:v>7.9078480600000001E-2</c:v>
                </c:pt>
                <c:pt idx="1080">
                  <c:v>7.9292163250000006E-2</c:v>
                </c:pt>
                <c:pt idx="1081">
                  <c:v>7.9481989150000001E-2</c:v>
                </c:pt>
                <c:pt idx="1082">
                  <c:v>7.9921998080000001E-2</c:v>
                </c:pt>
                <c:pt idx="1083">
                  <c:v>8.0589801069999994E-2</c:v>
                </c:pt>
                <c:pt idx="1084">
                  <c:v>8.1108212469999996E-2</c:v>
                </c:pt>
                <c:pt idx="1085">
                  <c:v>8.2388691599999994E-2</c:v>
                </c:pt>
                <c:pt idx="1086">
                  <c:v>8.3467870949999995E-2</c:v>
                </c:pt>
                <c:pt idx="1087">
                  <c:v>8.5284270349999997E-2</c:v>
                </c:pt>
                <c:pt idx="1088">
                  <c:v>8.6811371149999997E-2</c:v>
                </c:pt>
                <c:pt idx="1089">
                  <c:v>8.8399477300000001E-2</c:v>
                </c:pt>
                <c:pt idx="1090">
                  <c:v>9.0107053519999994E-2</c:v>
                </c:pt>
                <c:pt idx="1091">
                  <c:v>9.2289082709999998E-2</c:v>
                </c:pt>
                <c:pt idx="1092">
                  <c:v>9.3760743739999999E-2</c:v>
                </c:pt>
                <c:pt idx="1093">
                  <c:v>9.5149196680000006E-2</c:v>
                </c:pt>
                <c:pt idx="1094">
                  <c:v>9.6827954049999998E-2</c:v>
                </c:pt>
                <c:pt idx="1095">
                  <c:v>9.8842121660000004E-2</c:v>
                </c:pt>
                <c:pt idx="1096">
                  <c:v>0.1003484279</c:v>
                </c:pt>
                <c:pt idx="1097">
                  <c:v>0.1023949161</c:v>
                </c:pt>
                <c:pt idx="1098">
                  <c:v>0.1041730791</c:v>
                </c:pt>
                <c:pt idx="1099">
                  <c:v>0.1063421965</c:v>
                </c:pt>
                <c:pt idx="1100">
                  <c:v>0.10857089609999999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A48-4BF6-8DE8-72583A291808}"/>
            </c:ext>
          </c:extLst>
        </c:ser>
        <c:ser>
          <c:idx val="2"/>
          <c:order val="2"/>
          <c:tx>
            <c:strRef>
              <c:f>'CG 20260720'!$F$1</c:f>
              <c:strCache>
                <c:ptCount val="1"/>
                <c:pt idx="0">
                  <c:v>CGCH-158C3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20260720'!$F$2:$F$1103</c:f>
              <c:numCache>
                <c:formatCode>General</c:formatCode>
                <c:ptCount val="1102"/>
                <c:pt idx="0">
                  <c:v>3.7624992429999997E-2</c:v>
                </c:pt>
                <c:pt idx="1">
                  <c:v>3.4738745539999998E-2</c:v>
                </c:pt>
                <c:pt idx="2">
                  <c:v>3.5283543170000001E-2</c:v>
                </c:pt>
                <c:pt idx="3">
                  <c:v>3.565684333E-2</c:v>
                </c:pt>
                <c:pt idx="4">
                  <c:v>3.5248138009999999E-2</c:v>
                </c:pt>
                <c:pt idx="5">
                  <c:v>3.3500481399999997E-2</c:v>
                </c:pt>
                <c:pt idx="6">
                  <c:v>3.3936094489999999E-2</c:v>
                </c:pt>
                <c:pt idx="7">
                  <c:v>3.8763843479999997E-2</c:v>
                </c:pt>
                <c:pt idx="8">
                  <c:v>3.3296857030000002E-2</c:v>
                </c:pt>
                <c:pt idx="9">
                  <c:v>3.3344957979999999E-2</c:v>
                </c:pt>
                <c:pt idx="10">
                  <c:v>3.6317072810000003E-2</c:v>
                </c:pt>
                <c:pt idx="11">
                  <c:v>3.3345013860000002E-2</c:v>
                </c:pt>
                <c:pt idx="12">
                  <c:v>3.3128276470000002E-2</c:v>
                </c:pt>
                <c:pt idx="13">
                  <c:v>3.2885562629999997E-2</c:v>
                </c:pt>
                <c:pt idx="14">
                  <c:v>3.3121012149999997E-2</c:v>
                </c:pt>
                <c:pt idx="15">
                  <c:v>3.2684709880000003E-2</c:v>
                </c:pt>
                <c:pt idx="16">
                  <c:v>3.2633330670000002E-2</c:v>
                </c:pt>
                <c:pt idx="17">
                  <c:v>3.2497588549999998E-2</c:v>
                </c:pt>
                <c:pt idx="18">
                  <c:v>3.273556381E-2</c:v>
                </c:pt>
                <c:pt idx="19">
                  <c:v>3.2398007809999997E-2</c:v>
                </c:pt>
                <c:pt idx="20">
                  <c:v>3.2286345959999997E-2</c:v>
                </c:pt>
                <c:pt idx="21">
                  <c:v>3.2392177729999999E-2</c:v>
                </c:pt>
                <c:pt idx="22">
                  <c:v>2.9214330019999998E-2</c:v>
                </c:pt>
                <c:pt idx="23">
                  <c:v>6.9446507839999996E-3</c:v>
                </c:pt>
                <c:pt idx="24">
                  <c:v>-9.3718441200000002E-3</c:v>
                </c:pt>
                <c:pt idx="25">
                  <c:v>4.9237126950000003E-4</c:v>
                </c:pt>
                <c:pt idx="26">
                  <c:v>1.4624065719999999E-2</c:v>
                </c:pt>
                <c:pt idx="27">
                  <c:v>2.2419150919999999E-2</c:v>
                </c:pt>
                <c:pt idx="28">
                  <c:v>2.7279078960000001E-2</c:v>
                </c:pt>
                <c:pt idx="29">
                  <c:v>2.9457518830000001E-2</c:v>
                </c:pt>
                <c:pt idx="30">
                  <c:v>3.0288591980000001E-2</c:v>
                </c:pt>
                <c:pt idx="31">
                  <c:v>3.1370580199999998E-2</c:v>
                </c:pt>
                <c:pt idx="32">
                  <c:v>3.0919659879999999E-2</c:v>
                </c:pt>
                <c:pt idx="33">
                  <c:v>3.1227694819999999E-2</c:v>
                </c:pt>
                <c:pt idx="34">
                  <c:v>3.120647185E-2</c:v>
                </c:pt>
                <c:pt idx="35">
                  <c:v>3.1092448160000001E-2</c:v>
                </c:pt>
                <c:pt idx="36">
                  <c:v>3.090851381E-2</c:v>
                </c:pt>
                <c:pt idx="37">
                  <c:v>3.098656982E-2</c:v>
                </c:pt>
                <c:pt idx="38">
                  <c:v>3.0828637999999998E-2</c:v>
                </c:pt>
                <c:pt idx="39">
                  <c:v>3.0672233550000001E-2</c:v>
                </c:pt>
                <c:pt idx="40">
                  <c:v>3.0682846900000001E-2</c:v>
                </c:pt>
                <c:pt idx="41">
                  <c:v>3.047115169E-2</c:v>
                </c:pt>
                <c:pt idx="42">
                  <c:v>3.0292255800000001E-2</c:v>
                </c:pt>
                <c:pt idx="43">
                  <c:v>3.032947704E-2</c:v>
                </c:pt>
                <c:pt idx="44">
                  <c:v>3.0229337509999999E-2</c:v>
                </c:pt>
                <c:pt idx="45">
                  <c:v>3.0092347410000001E-2</c:v>
                </c:pt>
                <c:pt idx="46">
                  <c:v>2.9771808529999999E-2</c:v>
                </c:pt>
                <c:pt idx="47">
                  <c:v>2.9894083740000001E-2</c:v>
                </c:pt>
                <c:pt idx="48">
                  <c:v>2.985883877E-2</c:v>
                </c:pt>
                <c:pt idx="49">
                  <c:v>2.9624931510000001E-2</c:v>
                </c:pt>
                <c:pt idx="50">
                  <c:v>2.9723906889999999E-2</c:v>
                </c:pt>
                <c:pt idx="51">
                  <c:v>2.9764961449999999E-2</c:v>
                </c:pt>
                <c:pt idx="52">
                  <c:v>2.9499158260000002E-2</c:v>
                </c:pt>
                <c:pt idx="53">
                  <c:v>2.9414167630000002E-2</c:v>
                </c:pt>
                <c:pt idx="54">
                  <c:v>2.9426354910000001E-2</c:v>
                </c:pt>
                <c:pt idx="55">
                  <c:v>2.9381925239999999E-2</c:v>
                </c:pt>
                <c:pt idx="56">
                  <c:v>2.9348440470000001E-2</c:v>
                </c:pt>
                <c:pt idx="57">
                  <c:v>2.9298977930000001E-2</c:v>
                </c:pt>
                <c:pt idx="58">
                  <c:v>2.9189689080000001E-2</c:v>
                </c:pt>
                <c:pt idx="59">
                  <c:v>2.9114058240000001E-2</c:v>
                </c:pt>
                <c:pt idx="60">
                  <c:v>2.9089368880000001E-2</c:v>
                </c:pt>
                <c:pt idx="61">
                  <c:v>2.8989983720000001E-2</c:v>
                </c:pt>
                <c:pt idx="62">
                  <c:v>2.8971193360000001E-2</c:v>
                </c:pt>
                <c:pt idx="63">
                  <c:v>2.8910376129999998E-2</c:v>
                </c:pt>
                <c:pt idx="64">
                  <c:v>2.896917425E-2</c:v>
                </c:pt>
                <c:pt idx="65">
                  <c:v>2.8700510039999998E-2</c:v>
                </c:pt>
                <c:pt idx="66">
                  <c:v>2.882314846E-2</c:v>
                </c:pt>
                <c:pt idx="67">
                  <c:v>2.874924056E-2</c:v>
                </c:pt>
                <c:pt idx="68">
                  <c:v>2.87239626E-2</c:v>
                </c:pt>
                <c:pt idx="69">
                  <c:v>2.858833224E-2</c:v>
                </c:pt>
                <c:pt idx="70">
                  <c:v>2.8598505999999999E-2</c:v>
                </c:pt>
                <c:pt idx="71">
                  <c:v>2.8449038039999999E-2</c:v>
                </c:pt>
                <c:pt idx="72">
                  <c:v>2.8495308010000001E-2</c:v>
                </c:pt>
                <c:pt idx="73">
                  <c:v>2.8447601940000001E-2</c:v>
                </c:pt>
                <c:pt idx="74">
                  <c:v>2.8483200819999999E-2</c:v>
                </c:pt>
                <c:pt idx="75">
                  <c:v>2.8357978910000001E-2</c:v>
                </c:pt>
                <c:pt idx="76">
                  <c:v>2.848005109E-2</c:v>
                </c:pt>
                <c:pt idx="77">
                  <c:v>2.8319876640000002E-2</c:v>
                </c:pt>
                <c:pt idx="78">
                  <c:v>2.8432372960000001E-2</c:v>
                </c:pt>
                <c:pt idx="79">
                  <c:v>2.8409268710000001E-2</c:v>
                </c:pt>
                <c:pt idx="80">
                  <c:v>2.8398104010000001E-2</c:v>
                </c:pt>
                <c:pt idx="81">
                  <c:v>2.8381053359999998E-2</c:v>
                </c:pt>
                <c:pt idx="82">
                  <c:v>2.8363810850000001E-2</c:v>
                </c:pt>
                <c:pt idx="83">
                  <c:v>2.8335791079999999E-2</c:v>
                </c:pt>
                <c:pt idx="84">
                  <c:v>2.8379395599999999E-2</c:v>
                </c:pt>
                <c:pt idx="85">
                  <c:v>2.8409020980000001E-2</c:v>
                </c:pt>
                <c:pt idx="86">
                  <c:v>2.8372349219999999E-2</c:v>
                </c:pt>
                <c:pt idx="87">
                  <c:v>2.8423585000000001E-2</c:v>
                </c:pt>
                <c:pt idx="88">
                  <c:v>2.8422618279999999E-2</c:v>
                </c:pt>
                <c:pt idx="89">
                  <c:v>2.8373427690000001E-2</c:v>
                </c:pt>
                <c:pt idx="90">
                  <c:v>2.846379764E-2</c:v>
                </c:pt>
                <c:pt idx="91">
                  <c:v>2.8481846679999999E-2</c:v>
                </c:pt>
                <c:pt idx="92">
                  <c:v>2.8472062199999999E-2</c:v>
                </c:pt>
                <c:pt idx="93">
                  <c:v>2.8490470720000001E-2</c:v>
                </c:pt>
                <c:pt idx="94">
                  <c:v>2.84838099E-2</c:v>
                </c:pt>
                <c:pt idx="95">
                  <c:v>2.8532017020000001E-2</c:v>
                </c:pt>
                <c:pt idx="96">
                  <c:v>2.8606275099999998E-2</c:v>
                </c:pt>
                <c:pt idx="97">
                  <c:v>2.8536966069999999E-2</c:v>
                </c:pt>
                <c:pt idx="98">
                  <c:v>2.863367461E-2</c:v>
                </c:pt>
                <c:pt idx="99">
                  <c:v>2.8632570060000001E-2</c:v>
                </c:pt>
                <c:pt idx="100">
                  <c:v>2.8606137260000001E-2</c:v>
                </c:pt>
                <c:pt idx="101">
                  <c:v>2.8709692879999998E-2</c:v>
                </c:pt>
                <c:pt idx="102">
                  <c:v>2.8714504089999999E-2</c:v>
                </c:pt>
                <c:pt idx="103">
                  <c:v>2.8744760899999999E-2</c:v>
                </c:pt>
                <c:pt idx="104">
                  <c:v>2.8710771350000001E-2</c:v>
                </c:pt>
                <c:pt idx="105">
                  <c:v>2.873151191E-2</c:v>
                </c:pt>
                <c:pt idx="106">
                  <c:v>2.8808100150000002E-2</c:v>
                </c:pt>
                <c:pt idx="107">
                  <c:v>2.878751978E-2</c:v>
                </c:pt>
                <c:pt idx="108">
                  <c:v>2.8799664230000001E-2</c:v>
                </c:pt>
                <c:pt idx="109">
                  <c:v>2.8852110730000002E-2</c:v>
                </c:pt>
                <c:pt idx="110">
                  <c:v>2.8773745520000001E-2</c:v>
                </c:pt>
                <c:pt idx="111">
                  <c:v>2.8816703709999999E-2</c:v>
                </c:pt>
                <c:pt idx="112">
                  <c:v>2.8895407920000001E-2</c:v>
                </c:pt>
                <c:pt idx="113">
                  <c:v>2.8850063679999999E-2</c:v>
                </c:pt>
                <c:pt idx="114">
                  <c:v>2.8963861989999999E-2</c:v>
                </c:pt>
                <c:pt idx="115">
                  <c:v>2.8913004320000001E-2</c:v>
                </c:pt>
                <c:pt idx="116">
                  <c:v>2.8891783210000001E-2</c:v>
                </c:pt>
                <c:pt idx="117">
                  <c:v>2.8954979030000001E-2</c:v>
                </c:pt>
                <c:pt idx="118">
                  <c:v>2.8972411529999999E-2</c:v>
                </c:pt>
                <c:pt idx="119">
                  <c:v>2.9085742309999999E-2</c:v>
                </c:pt>
                <c:pt idx="120">
                  <c:v>2.9040932660000001E-2</c:v>
                </c:pt>
                <c:pt idx="121">
                  <c:v>2.9120203109999999E-2</c:v>
                </c:pt>
                <c:pt idx="122">
                  <c:v>2.9087236150000001E-2</c:v>
                </c:pt>
                <c:pt idx="123">
                  <c:v>2.91558858E-2</c:v>
                </c:pt>
                <c:pt idx="124">
                  <c:v>2.908837236E-2</c:v>
                </c:pt>
                <c:pt idx="125">
                  <c:v>2.9166765510000001E-2</c:v>
                </c:pt>
                <c:pt idx="126">
                  <c:v>2.9124079269999999E-2</c:v>
                </c:pt>
                <c:pt idx="127">
                  <c:v>2.9229862620000002E-2</c:v>
                </c:pt>
                <c:pt idx="128">
                  <c:v>2.9233241449999999E-2</c:v>
                </c:pt>
                <c:pt idx="129">
                  <c:v>2.9227757829999999E-2</c:v>
                </c:pt>
                <c:pt idx="130">
                  <c:v>2.9226401820000001E-2</c:v>
                </c:pt>
                <c:pt idx="131">
                  <c:v>2.926430851E-2</c:v>
                </c:pt>
                <c:pt idx="132">
                  <c:v>2.9277406629999999E-2</c:v>
                </c:pt>
                <c:pt idx="133">
                  <c:v>2.9295792800000001E-2</c:v>
                </c:pt>
                <c:pt idx="134">
                  <c:v>2.9311910270000002E-2</c:v>
                </c:pt>
                <c:pt idx="135">
                  <c:v>2.9330797490000001E-2</c:v>
                </c:pt>
                <c:pt idx="136">
                  <c:v>2.9392588880000001E-2</c:v>
                </c:pt>
                <c:pt idx="137">
                  <c:v>2.9441229999999999E-2</c:v>
                </c:pt>
                <c:pt idx="138">
                  <c:v>2.9430149119999999E-2</c:v>
                </c:pt>
                <c:pt idx="139">
                  <c:v>2.9375804589999999E-2</c:v>
                </c:pt>
                <c:pt idx="140">
                  <c:v>2.9398184269999999E-2</c:v>
                </c:pt>
                <c:pt idx="141">
                  <c:v>2.9416576029999999E-2</c:v>
                </c:pt>
                <c:pt idx="142">
                  <c:v>2.941341884E-2</c:v>
                </c:pt>
                <c:pt idx="143">
                  <c:v>2.9372619459999999E-2</c:v>
                </c:pt>
                <c:pt idx="144">
                  <c:v>2.9436742889999999E-2</c:v>
                </c:pt>
                <c:pt idx="145">
                  <c:v>2.946918271E-2</c:v>
                </c:pt>
                <c:pt idx="146">
                  <c:v>2.9455026610000001E-2</c:v>
                </c:pt>
                <c:pt idx="147">
                  <c:v>2.9447602109999998E-2</c:v>
                </c:pt>
                <c:pt idx="148">
                  <c:v>2.9465941709999999E-2</c:v>
                </c:pt>
                <c:pt idx="149">
                  <c:v>2.9551358890000001E-2</c:v>
                </c:pt>
                <c:pt idx="150">
                  <c:v>2.953428961E-2</c:v>
                </c:pt>
                <c:pt idx="151">
                  <c:v>2.9472451659999999E-2</c:v>
                </c:pt>
                <c:pt idx="152">
                  <c:v>2.9449319469999999E-2</c:v>
                </c:pt>
                <c:pt idx="153">
                  <c:v>2.9550721870000001E-2</c:v>
                </c:pt>
                <c:pt idx="154">
                  <c:v>2.9550306500000002E-2</c:v>
                </c:pt>
                <c:pt idx="155">
                  <c:v>2.9498605059999999E-2</c:v>
                </c:pt>
                <c:pt idx="156">
                  <c:v>2.9534013939999999E-2</c:v>
                </c:pt>
                <c:pt idx="157">
                  <c:v>2.9536036769999999E-2</c:v>
                </c:pt>
                <c:pt idx="158">
                  <c:v>2.956715226E-2</c:v>
                </c:pt>
                <c:pt idx="159">
                  <c:v>2.955080383E-2</c:v>
                </c:pt>
                <c:pt idx="160">
                  <c:v>2.958250418E-2</c:v>
                </c:pt>
                <c:pt idx="161">
                  <c:v>2.9589515180000001E-2</c:v>
                </c:pt>
                <c:pt idx="162">
                  <c:v>2.9582753779999998E-2</c:v>
                </c:pt>
                <c:pt idx="163">
                  <c:v>2.9592147100000001E-2</c:v>
                </c:pt>
                <c:pt idx="164">
                  <c:v>2.9595056549999998E-2</c:v>
                </c:pt>
                <c:pt idx="165">
                  <c:v>2.9654640699999998E-2</c:v>
                </c:pt>
                <c:pt idx="166">
                  <c:v>2.9637845230000001E-2</c:v>
                </c:pt>
                <c:pt idx="167">
                  <c:v>2.9681636019999999E-2</c:v>
                </c:pt>
                <c:pt idx="168">
                  <c:v>2.9599351810000001E-2</c:v>
                </c:pt>
                <c:pt idx="169">
                  <c:v>2.9634464530000001E-2</c:v>
                </c:pt>
                <c:pt idx="170">
                  <c:v>2.9653891920000001E-2</c:v>
                </c:pt>
                <c:pt idx="171">
                  <c:v>2.9708523300000001E-2</c:v>
                </c:pt>
                <c:pt idx="172">
                  <c:v>2.9681526119999999E-2</c:v>
                </c:pt>
                <c:pt idx="173">
                  <c:v>2.9718445610000001E-2</c:v>
                </c:pt>
                <c:pt idx="174">
                  <c:v>2.9699709269999999E-2</c:v>
                </c:pt>
                <c:pt idx="175">
                  <c:v>2.972038649E-2</c:v>
                </c:pt>
                <c:pt idx="176">
                  <c:v>2.9716644439999999E-2</c:v>
                </c:pt>
                <c:pt idx="177">
                  <c:v>2.9735744000000001E-2</c:v>
                </c:pt>
                <c:pt idx="178">
                  <c:v>2.977810241E-2</c:v>
                </c:pt>
                <c:pt idx="179">
                  <c:v>2.986383066E-2</c:v>
                </c:pt>
                <c:pt idx="180">
                  <c:v>2.9835270720000001E-2</c:v>
                </c:pt>
                <c:pt idx="181">
                  <c:v>2.9817305509999999E-2</c:v>
                </c:pt>
                <c:pt idx="182">
                  <c:v>2.9885238040000001E-2</c:v>
                </c:pt>
                <c:pt idx="183">
                  <c:v>2.9856344680000001E-2</c:v>
                </c:pt>
                <c:pt idx="184">
                  <c:v>2.992123365E-2</c:v>
                </c:pt>
                <c:pt idx="185">
                  <c:v>2.984536439E-2</c:v>
                </c:pt>
                <c:pt idx="186">
                  <c:v>2.989563718E-2</c:v>
                </c:pt>
                <c:pt idx="187">
                  <c:v>2.9916241770000001E-2</c:v>
                </c:pt>
                <c:pt idx="188">
                  <c:v>2.993030101E-2</c:v>
                </c:pt>
                <c:pt idx="189">
                  <c:v>2.9955621809999999E-2</c:v>
                </c:pt>
                <c:pt idx="190">
                  <c:v>2.9958367350000001E-2</c:v>
                </c:pt>
                <c:pt idx="191">
                  <c:v>2.991313487E-2</c:v>
                </c:pt>
                <c:pt idx="192">
                  <c:v>2.9982553790000002E-2</c:v>
                </c:pt>
                <c:pt idx="193">
                  <c:v>2.9978919770000001E-2</c:v>
                </c:pt>
                <c:pt idx="194">
                  <c:v>3.004554659E-2</c:v>
                </c:pt>
                <c:pt idx="195">
                  <c:v>3.0055422339999999E-2</c:v>
                </c:pt>
                <c:pt idx="196">
                  <c:v>3.0066268520000002E-2</c:v>
                </c:pt>
                <c:pt idx="197">
                  <c:v>3.0069570989999999E-2</c:v>
                </c:pt>
                <c:pt idx="198">
                  <c:v>3.0116483570000002E-2</c:v>
                </c:pt>
                <c:pt idx="199">
                  <c:v>3.0103333289999999E-2</c:v>
                </c:pt>
                <c:pt idx="200">
                  <c:v>3.0111407860000002E-2</c:v>
                </c:pt>
                <c:pt idx="201">
                  <c:v>3.0056754129999998E-2</c:v>
                </c:pt>
                <c:pt idx="202">
                  <c:v>3.008829616E-2</c:v>
                </c:pt>
                <c:pt idx="203">
                  <c:v>3.011662327E-2</c:v>
                </c:pt>
                <c:pt idx="204">
                  <c:v>3.0165983359999999E-2</c:v>
                </c:pt>
                <c:pt idx="205">
                  <c:v>3.0193259940000002E-2</c:v>
                </c:pt>
                <c:pt idx="206">
                  <c:v>3.0113155020000001E-2</c:v>
                </c:pt>
                <c:pt idx="207">
                  <c:v>3.0206164349999998E-2</c:v>
                </c:pt>
                <c:pt idx="208">
                  <c:v>3.0303468930000001E-2</c:v>
                </c:pt>
                <c:pt idx="209">
                  <c:v>3.0277488750000001E-2</c:v>
                </c:pt>
                <c:pt idx="210">
                  <c:v>3.0268969010000001E-2</c:v>
                </c:pt>
                <c:pt idx="211">
                  <c:v>3.0267247930000001E-2</c:v>
                </c:pt>
                <c:pt idx="212">
                  <c:v>3.0312295999999999E-2</c:v>
                </c:pt>
                <c:pt idx="213">
                  <c:v>3.032567538E-2</c:v>
                </c:pt>
                <c:pt idx="214">
                  <c:v>3.03940475E-2</c:v>
                </c:pt>
                <c:pt idx="215">
                  <c:v>3.0362373219999999E-2</c:v>
                </c:pt>
                <c:pt idx="216">
                  <c:v>3.0404403810000001E-2</c:v>
                </c:pt>
                <c:pt idx="217">
                  <c:v>3.0438831079999999E-2</c:v>
                </c:pt>
                <c:pt idx="218">
                  <c:v>3.0484063549999999E-2</c:v>
                </c:pt>
                <c:pt idx="219">
                  <c:v>3.0477760360000002E-2</c:v>
                </c:pt>
                <c:pt idx="220">
                  <c:v>3.0562348659999999E-2</c:v>
                </c:pt>
                <c:pt idx="221">
                  <c:v>3.0595149839999999E-2</c:v>
                </c:pt>
                <c:pt idx="222">
                  <c:v>3.0632259320000001E-2</c:v>
                </c:pt>
                <c:pt idx="223">
                  <c:v>3.066756763E-2</c:v>
                </c:pt>
                <c:pt idx="224">
                  <c:v>3.074635752E-2</c:v>
                </c:pt>
                <c:pt idx="225">
                  <c:v>3.0745496970000001E-2</c:v>
                </c:pt>
                <c:pt idx="226">
                  <c:v>3.0816188080000001E-2</c:v>
                </c:pt>
                <c:pt idx="227">
                  <c:v>3.0886946249999998E-2</c:v>
                </c:pt>
                <c:pt idx="228">
                  <c:v>3.0912239099999999E-2</c:v>
                </c:pt>
                <c:pt idx="229">
                  <c:v>3.0958965420000002E-2</c:v>
                </c:pt>
                <c:pt idx="230">
                  <c:v>3.0974782999999999E-2</c:v>
                </c:pt>
                <c:pt idx="231">
                  <c:v>3.102176823E-2</c:v>
                </c:pt>
                <c:pt idx="232">
                  <c:v>3.1109299510000001E-2</c:v>
                </c:pt>
                <c:pt idx="233">
                  <c:v>3.119826689E-2</c:v>
                </c:pt>
                <c:pt idx="234">
                  <c:v>3.1181495640000001E-2</c:v>
                </c:pt>
                <c:pt idx="235">
                  <c:v>3.1272564080000002E-2</c:v>
                </c:pt>
                <c:pt idx="236">
                  <c:v>3.1275987630000002E-2</c:v>
                </c:pt>
                <c:pt idx="237">
                  <c:v>3.1392034139999997E-2</c:v>
                </c:pt>
                <c:pt idx="238">
                  <c:v>3.1486961989999999E-2</c:v>
                </c:pt>
                <c:pt idx="239">
                  <c:v>3.1437255439999999E-2</c:v>
                </c:pt>
                <c:pt idx="240">
                  <c:v>3.1503327189999999E-2</c:v>
                </c:pt>
                <c:pt idx="241">
                  <c:v>3.1563144180000002E-2</c:v>
                </c:pt>
                <c:pt idx="242">
                  <c:v>3.1635388729999998E-2</c:v>
                </c:pt>
                <c:pt idx="243">
                  <c:v>3.1646523619999999E-2</c:v>
                </c:pt>
                <c:pt idx="244">
                  <c:v>3.1687900419999998E-2</c:v>
                </c:pt>
                <c:pt idx="245">
                  <c:v>3.1616985799999997E-2</c:v>
                </c:pt>
                <c:pt idx="246">
                  <c:v>3.1584884969999998E-2</c:v>
                </c:pt>
                <c:pt idx="247">
                  <c:v>3.1710650770000001E-2</c:v>
                </c:pt>
                <c:pt idx="248">
                  <c:v>3.1685367229999997E-2</c:v>
                </c:pt>
                <c:pt idx="249">
                  <c:v>3.170335665E-2</c:v>
                </c:pt>
                <c:pt idx="250">
                  <c:v>3.1637586650000001E-2</c:v>
                </c:pt>
                <c:pt idx="251">
                  <c:v>3.1583994630000001E-2</c:v>
                </c:pt>
                <c:pt idx="252">
                  <c:v>3.1579457220000003E-2</c:v>
                </c:pt>
                <c:pt idx="253">
                  <c:v>3.1416494400000002E-2</c:v>
                </c:pt>
                <c:pt idx="254">
                  <c:v>3.1237736339999999E-2</c:v>
                </c:pt>
                <c:pt idx="255">
                  <c:v>3.122889064E-2</c:v>
                </c:pt>
                <c:pt idx="256">
                  <c:v>3.106958978E-2</c:v>
                </c:pt>
                <c:pt idx="257">
                  <c:v>3.0601482839999999E-2</c:v>
                </c:pt>
                <c:pt idx="258">
                  <c:v>3.056732006E-2</c:v>
                </c:pt>
                <c:pt idx="259">
                  <c:v>3.051952459E-2</c:v>
                </c:pt>
                <c:pt idx="260">
                  <c:v>3.0148779970000001E-2</c:v>
                </c:pt>
                <c:pt idx="261">
                  <c:v>3.0067989600000001E-2</c:v>
                </c:pt>
                <c:pt idx="262">
                  <c:v>3.024532273E-2</c:v>
                </c:pt>
                <c:pt idx="263">
                  <c:v>3.013771027E-2</c:v>
                </c:pt>
                <c:pt idx="264">
                  <c:v>3.0393159020000001E-2</c:v>
                </c:pt>
                <c:pt idx="265">
                  <c:v>3.0423616989999999E-2</c:v>
                </c:pt>
                <c:pt idx="266">
                  <c:v>3.0398963019999999E-2</c:v>
                </c:pt>
                <c:pt idx="267">
                  <c:v>3.0426142739999999E-2</c:v>
                </c:pt>
                <c:pt idx="268">
                  <c:v>3.0447743829999999E-2</c:v>
                </c:pt>
                <c:pt idx="269">
                  <c:v>3.04210335E-2</c:v>
                </c:pt>
                <c:pt idx="270">
                  <c:v>3.042133898E-2</c:v>
                </c:pt>
                <c:pt idx="271">
                  <c:v>3.0597511680000002E-2</c:v>
                </c:pt>
                <c:pt idx="272">
                  <c:v>3.0429808419999999E-2</c:v>
                </c:pt>
                <c:pt idx="273">
                  <c:v>3.0446605759999999E-2</c:v>
                </c:pt>
                <c:pt idx="274">
                  <c:v>3.0401794239999998E-2</c:v>
                </c:pt>
                <c:pt idx="275">
                  <c:v>3.0414788049999999E-2</c:v>
                </c:pt>
                <c:pt idx="276">
                  <c:v>3.045699E-2</c:v>
                </c:pt>
                <c:pt idx="277">
                  <c:v>3.0495032670000002E-2</c:v>
                </c:pt>
                <c:pt idx="278">
                  <c:v>3.0535437169999999E-2</c:v>
                </c:pt>
                <c:pt idx="279">
                  <c:v>3.052327409E-2</c:v>
                </c:pt>
                <c:pt idx="280">
                  <c:v>3.0581068249999999E-2</c:v>
                </c:pt>
                <c:pt idx="281">
                  <c:v>3.058823384E-2</c:v>
                </c:pt>
                <c:pt idx="282">
                  <c:v>3.0679319050000001E-2</c:v>
                </c:pt>
                <c:pt idx="283">
                  <c:v>3.067240119E-2</c:v>
                </c:pt>
                <c:pt idx="284">
                  <c:v>3.0731854959999999E-2</c:v>
                </c:pt>
                <c:pt idx="285">
                  <c:v>3.072749265E-2</c:v>
                </c:pt>
                <c:pt idx="286">
                  <c:v>3.0834890899999998E-2</c:v>
                </c:pt>
                <c:pt idx="287">
                  <c:v>3.0817605559999999E-2</c:v>
                </c:pt>
                <c:pt idx="288">
                  <c:v>3.085973673E-2</c:v>
                </c:pt>
                <c:pt idx="289">
                  <c:v>3.0841838569999998E-2</c:v>
                </c:pt>
                <c:pt idx="290">
                  <c:v>3.0922522769999999E-2</c:v>
                </c:pt>
                <c:pt idx="291">
                  <c:v>3.0971670520000001E-2</c:v>
                </c:pt>
                <c:pt idx="292">
                  <c:v>3.1032025809999999E-2</c:v>
                </c:pt>
                <c:pt idx="293">
                  <c:v>3.1042702500000002E-2</c:v>
                </c:pt>
                <c:pt idx="294">
                  <c:v>3.1116973610000001E-2</c:v>
                </c:pt>
                <c:pt idx="295">
                  <c:v>3.1144810839999999E-2</c:v>
                </c:pt>
                <c:pt idx="296">
                  <c:v>3.119512461E-2</c:v>
                </c:pt>
                <c:pt idx="297">
                  <c:v>3.1235650180000001E-2</c:v>
                </c:pt>
                <c:pt idx="298">
                  <c:v>3.1318105759999999E-2</c:v>
                </c:pt>
                <c:pt idx="299">
                  <c:v>3.132063895E-2</c:v>
                </c:pt>
                <c:pt idx="300">
                  <c:v>3.1474743040000003E-2</c:v>
                </c:pt>
                <c:pt idx="301">
                  <c:v>3.1511761249999999E-2</c:v>
                </c:pt>
                <c:pt idx="302">
                  <c:v>3.1577005980000003E-2</c:v>
                </c:pt>
                <c:pt idx="303">
                  <c:v>3.1587194649999997E-2</c:v>
                </c:pt>
                <c:pt idx="304">
                  <c:v>3.1705081459999999E-2</c:v>
                </c:pt>
                <c:pt idx="305">
                  <c:v>3.1779885289999997E-2</c:v>
                </c:pt>
                <c:pt idx="306">
                  <c:v>3.1883362679999999E-2</c:v>
                </c:pt>
                <c:pt idx="307">
                  <c:v>3.194902837E-2</c:v>
                </c:pt>
                <c:pt idx="308">
                  <c:v>3.2058093699999998E-2</c:v>
                </c:pt>
                <c:pt idx="309">
                  <c:v>3.2109797000000002E-2</c:v>
                </c:pt>
                <c:pt idx="310">
                  <c:v>3.2176863399999998E-2</c:v>
                </c:pt>
                <c:pt idx="311">
                  <c:v>3.2279070469999997E-2</c:v>
                </c:pt>
                <c:pt idx="312">
                  <c:v>3.2362867150000002E-2</c:v>
                </c:pt>
                <c:pt idx="313">
                  <c:v>3.2471477989999997E-2</c:v>
                </c:pt>
                <c:pt idx="314">
                  <c:v>3.2491229470000001E-2</c:v>
                </c:pt>
                <c:pt idx="315">
                  <c:v>3.2598283140000003E-2</c:v>
                </c:pt>
                <c:pt idx="316">
                  <c:v>3.2728418709999998E-2</c:v>
                </c:pt>
                <c:pt idx="317">
                  <c:v>3.2818749549999998E-2</c:v>
                </c:pt>
                <c:pt idx="318">
                  <c:v>3.2916083929999999E-2</c:v>
                </c:pt>
                <c:pt idx="319">
                  <c:v>3.298481181E-2</c:v>
                </c:pt>
                <c:pt idx="320">
                  <c:v>3.3109948040000003E-2</c:v>
                </c:pt>
                <c:pt idx="321">
                  <c:v>3.3336684110000001E-2</c:v>
                </c:pt>
                <c:pt idx="322">
                  <c:v>3.344794735E-2</c:v>
                </c:pt>
                <c:pt idx="323">
                  <c:v>3.3431869000000003E-2</c:v>
                </c:pt>
                <c:pt idx="324">
                  <c:v>3.3567819739999998E-2</c:v>
                </c:pt>
                <c:pt idx="325">
                  <c:v>3.3746924249999997E-2</c:v>
                </c:pt>
                <c:pt idx="326">
                  <c:v>3.3832292999999999E-2</c:v>
                </c:pt>
                <c:pt idx="327">
                  <c:v>3.3991631119999997E-2</c:v>
                </c:pt>
                <c:pt idx="328">
                  <c:v>3.406590223E-2</c:v>
                </c:pt>
                <c:pt idx="329">
                  <c:v>3.4218184649999997E-2</c:v>
                </c:pt>
                <c:pt idx="330">
                  <c:v>3.4370940179999997E-2</c:v>
                </c:pt>
                <c:pt idx="331">
                  <c:v>3.4526158119999997E-2</c:v>
                </c:pt>
                <c:pt idx="332">
                  <c:v>3.4658916290000001E-2</c:v>
                </c:pt>
                <c:pt idx="333">
                  <c:v>3.4741718319999997E-2</c:v>
                </c:pt>
                <c:pt idx="334">
                  <c:v>3.4939710050000003E-2</c:v>
                </c:pt>
                <c:pt idx="335">
                  <c:v>3.5069622100000003E-2</c:v>
                </c:pt>
                <c:pt idx="336">
                  <c:v>3.5172905769999999E-2</c:v>
                </c:pt>
                <c:pt idx="337">
                  <c:v>3.5379096870000001E-2</c:v>
                </c:pt>
                <c:pt idx="338">
                  <c:v>3.5472907130000002E-2</c:v>
                </c:pt>
                <c:pt idx="339">
                  <c:v>3.5667158660000003E-2</c:v>
                </c:pt>
                <c:pt idx="340">
                  <c:v>3.581724688E-2</c:v>
                </c:pt>
                <c:pt idx="341">
                  <c:v>3.5932797939999997E-2</c:v>
                </c:pt>
                <c:pt idx="342">
                  <c:v>3.6152716729999999E-2</c:v>
                </c:pt>
                <c:pt idx="343">
                  <c:v>3.636190668E-2</c:v>
                </c:pt>
                <c:pt idx="344">
                  <c:v>3.638065234E-2</c:v>
                </c:pt>
                <c:pt idx="345">
                  <c:v>3.6638058719999998E-2</c:v>
                </c:pt>
                <c:pt idx="346">
                  <c:v>3.6819249390000003E-2</c:v>
                </c:pt>
                <c:pt idx="347">
                  <c:v>3.7007790059999997E-2</c:v>
                </c:pt>
                <c:pt idx="348">
                  <c:v>3.7259753790000003E-2</c:v>
                </c:pt>
                <c:pt idx="349">
                  <c:v>3.7417478859999999E-2</c:v>
                </c:pt>
                <c:pt idx="350">
                  <c:v>3.7525244059999997E-2</c:v>
                </c:pt>
                <c:pt idx="351">
                  <c:v>3.7819277499999998E-2</c:v>
                </c:pt>
                <c:pt idx="352">
                  <c:v>3.7958387289999999E-2</c:v>
                </c:pt>
                <c:pt idx="353">
                  <c:v>3.8158446550000003E-2</c:v>
                </c:pt>
                <c:pt idx="354">
                  <c:v>3.8419876249999999E-2</c:v>
                </c:pt>
                <c:pt idx="355">
                  <c:v>3.856729716E-2</c:v>
                </c:pt>
                <c:pt idx="356">
                  <c:v>3.8759004319999998E-2</c:v>
                </c:pt>
                <c:pt idx="357">
                  <c:v>3.8980100300000001E-2</c:v>
                </c:pt>
                <c:pt idx="358">
                  <c:v>3.9219729600000003E-2</c:v>
                </c:pt>
                <c:pt idx="359">
                  <c:v>3.9375953380000002E-2</c:v>
                </c:pt>
                <c:pt idx="360">
                  <c:v>3.9616875349999997E-2</c:v>
                </c:pt>
                <c:pt idx="361">
                  <c:v>3.9833560589999997E-2</c:v>
                </c:pt>
                <c:pt idx="362">
                  <c:v>3.999230266E-2</c:v>
                </c:pt>
                <c:pt idx="363">
                  <c:v>4.0259782219999998E-2</c:v>
                </c:pt>
                <c:pt idx="364">
                  <c:v>4.050057009E-2</c:v>
                </c:pt>
                <c:pt idx="365">
                  <c:v>4.0714539590000001E-2</c:v>
                </c:pt>
                <c:pt idx="366">
                  <c:v>4.0929012000000001E-2</c:v>
                </c:pt>
                <c:pt idx="367">
                  <c:v>4.1206490249999998E-2</c:v>
                </c:pt>
                <c:pt idx="368">
                  <c:v>4.148647934E-2</c:v>
                </c:pt>
                <c:pt idx="369">
                  <c:v>4.1681729260000001E-2</c:v>
                </c:pt>
                <c:pt idx="370">
                  <c:v>4.1895624249999999E-2</c:v>
                </c:pt>
                <c:pt idx="371">
                  <c:v>4.2206838730000001E-2</c:v>
                </c:pt>
                <c:pt idx="372">
                  <c:v>4.2429756370000002E-2</c:v>
                </c:pt>
                <c:pt idx="373">
                  <c:v>4.2645309120000002E-2</c:v>
                </c:pt>
                <c:pt idx="374">
                  <c:v>4.2913310230000001E-2</c:v>
                </c:pt>
                <c:pt idx="375">
                  <c:v>4.3136391789999999E-2</c:v>
                </c:pt>
                <c:pt idx="376">
                  <c:v>4.343004525E-2</c:v>
                </c:pt>
                <c:pt idx="377">
                  <c:v>4.370600358E-2</c:v>
                </c:pt>
                <c:pt idx="378">
                  <c:v>4.396921769E-2</c:v>
                </c:pt>
                <c:pt idx="379">
                  <c:v>4.4193044299999998E-2</c:v>
                </c:pt>
                <c:pt idx="380">
                  <c:v>4.4473845509999999E-2</c:v>
                </c:pt>
                <c:pt idx="381">
                  <c:v>4.47453633E-2</c:v>
                </c:pt>
                <c:pt idx="382">
                  <c:v>4.4976506380000003E-2</c:v>
                </c:pt>
                <c:pt idx="383">
                  <c:v>4.5266550029999998E-2</c:v>
                </c:pt>
                <c:pt idx="384">
                  <c:v>4.5561157169999998E-2</c:v>
                </c:pt>
                <c:pt idx="385">
                  <c:v>4.5854959639999998E-2</c:v>
                </c:pt>
                <c:pt idx="386">
                  <c:v>4.6171125020000002E-2</c:v>
                </c:pt>
                <c:pt idx="387">
                  <c:v>4.6403404330000002E-2</c:v>
                </c:pt>
                <c:pt idx="388">
                  <c:v>4.6669356519999997E-2</c:v>
                </c:pt>
                <c:pt idx="389">
                  <c:v>4.6984069050000001E-2</c:v>
                </c:pt>
                <c:pt idx="390">
                  <c:v>4.7307182099999998E-2</c:v>
                </c:pt>
                <c:pt idx="391">
                  <c:v>4.7609675679999998E-2</c:v>
                </c:pt>
                <c:pt idx="392">
                  <c:v>4.7872494910000001E-2</c:v>
                </c:pt>
                <c:pt idx="393">
                  <c:v>4.8153720800000001E-2</c:v>
                </c:pt>
                <c:pt idx="394">
                  <c:v>4.8480451110000003E-2</c:v>
                </c:pt>
                <c:pt idx="395">
                  <c:v>4.8858612779999998E-2</c:v>
                </c:pt>
                <c:pt idx="396">
                  <c:v>4.9114596099999998E-2</c:v>
                </c:pt>
                <c:pt idx="397">
                  <c:v>4.9430593850000003E-2</c:v>
                </c:pt>
                <c:pt idx="398">
                  <c:v>4.9692280589999999E-2</c:v>
                </c:pt>
                <c:pt idx="399">
                  <c:v>5.00771068E-2</c:v>
                </c:pt>
                <c:pt idx="400">
                  <c:v>5.0373338160000003E-2</c:v>
                </c:pt>
                <c:pt idx="401">
                  <c:v>5.07645309E-2</c:v>
                </c:pt>
                <c:pt idx="402">
                  <c:v>5.1082368939999998E-2</c:v>
                </c:pt>
                <c:pt idx="403">
                  <c:v>5.143450946E-2</c:v>
                </c:pt>
                <c:pt idx="404">
                  <c:v>5.1779177039999999E-2</c:v>
                </c:pt>
                <c:pt idx="405">
                  <c:v>5.2092887460000001E-2</c:v>
                </c:pt>
                <c:pt idx="406">
                  <c:v>5.2470907570000003E-2</c:v>
                </c:pt>
                <c:pt idx="407">
                  <c:v>5.2845455710000003E-2</c:v>
                </c:pt>
                <c:pt idx="408">
                  <c:v>5.3216964009999999E-2</c:v>
                </c:pt>
                <c:pt idx="409">
                  <c:v>5.3587909789999999E-2</c:v>
                </c:pt>
                <c:pt idx="410">
                  <c:v>5.3874943410000001E-2</c:v>
                </c:pt>
                <c:pt idx="411">
                  <c:v>5.4343223570000002E-2</c:v>
                </c:pt>
                <c:pt idx="412">
                  <c:v>5.4782025519999999E-2</c:v>
                </c:pt>
                <c:pt idx="413">
                  <c:v>5.5149905380000003E-2</c:v>
                </c:pt>
                <c:pt idx="414">
                  <c:v>5.5574107919999997E-2</c:v>
                </c:pt>
                <c:pt idx="415">
                  <c:v>5.5925697089999997E-2</c:v>
                </c:pt>
                <c:pt idx="416">
                  <c:v>5.6389268489999998E-2</c:v>
                </c:pt>
                <c:pt idx="417">
                  <c:v>5.6781049819999999E-2</c:v>
                </c:pt>
                <c:pt idx="418">
                  <c:v>5.7214584200000002E-2</c:v>
                </c:pt>
                <c:pt idx="419">
                  <c:v>5.7597357779999997E-2</c:v>
                </c:pt>
                <c:pt idx="420">
                  <c:v>5.802898854E-2</c:v>
                </c:pt>
                <c:pt idx="421">
                  <c:v>5.8511693029999999E-2</c:v>
                </c:pt>
                <c:pt idx="422">
                  <c:v>5.890693516E-2</c:v>
                </c:pt>
                <c:pt idx="423">
                  <c:v>5.9391688560000003E-2</c:v>
                </c:pt>
                <c:pt idx="424">
                  <c:v>5.9778701509999997E-2</c:v>
                </c:pt>
                <c:pt idx="425">
                  <c:v>6.0279268769999998E-2</c:v>
                </c:pt>
                <c:pt idx="426">
                  <c:v>6.0787320139999997E-2</c:v>
                </c:pt>
                <c:pt idx="427">
                  <c:v>6.1207886789999999E-2</c:v>
                </c:pt>
                <c:pt idx="428">
                  <c:v>6.172293425E-2</c:v>
                </c:pt>
                <c:pt idx="429">
                  <c:v>6.2190856779999998E-2</c:v>
                </c:pt>
                <c:pt idx="430">
                  <c:v>6.2682278450000004E-2</c:v>
                </c:pt>
                <c:pt idx="431">
                  <c:v>6.3194438820000004E-2</c:v>
                </c:pt>
                <c:pt idx="432">
                  <c:v>6.3618242739999997E-2</c:v>
                </c:pt>
                <c:pt idx="433">
                  <c:v>6.4193472269999996E-2</c:v>
                </c:pt>
                <c:pt idx="434">
                  <c:v>6.4636610450000007E-2</c:v>
                </c:pt>
                <c:pt idx="435">
                  <c:v>6.5135255459999999E-2</c:v>
                </c:pt>
                <c:pt idx="436">
                  <c:v>6.5645441410000005E-2</c:v>
                </c:pt>
                <c:pt idx="437">
                  <c:v>6.6207624970000004E-2</c:v>
                </c:pt>
                <c:pt idx="438">
                  <c:v>6.6704101860000004E-2</c:v>
                </c:pt>
                <c:pt idx="439">
                  <c:v>6.7245088519999996E-2</c:v>
                </c:pt>
                <c:pt idx="440">
                  <c:v>6.7801810800000001E-2</c:v>
                </c:pt>
                <c:pt idx="441">
                  <c:v>6.826212257E-2</c:v>
                </c:pt>
                <c:pt idx="442">
                  <c:v>6.8792559210000007E-2</c:v>
                </c:pt>
                <c:pt idx="443">
                  <c:v>6.9260574879999995E-2</c:v>
                </c:pt>
                <c:pt idx="444">
                  <c:v>6.9778181610000004E-2</c:v>
                </c:pt>
                <c:pt idx="445">
                  <c:v>7.0298969749999995E-2</c:v>
                </c:pt>
                <c:pt idx="446">
                  <c:v>7.0779092609999997E-2</c:v>
                </c:pt>
                <c:pt idx="447">
                  <c:v>7.1318402889999993E-2</c:v>
                </c:pt>
                <c:pt idx="448">
                  <c:v>7.1828365330000005E-2</c:v>
                </c:pt>
                <c:pt idx="449">
                  <c:v>7.2303242980000001E-2</c:v>
                </c:pt>
                <c:pt idx="450">
                  <c:v>7.2875432670000004E-2</c:v>
                </c:pt>
                <c:pt idx="451">
                  <c:v>7.3425143959999994E-2</c:v>
                </c:pt>
                <c:pt idx="452">
                  <c:v>7.3905542490000004E-2</c:v>
                </c:pt>
                <c:pt idx="453">
                  <c:v>7.4444793159999995E-2</c:v>
                </c:pt>
                <c:pt idx="454">
                  <c:v>7.4965760110000002E-2</c:v>
                </c:pt>
                <c:pt idx="455">
                  <c:v>7.5477682049999995E-2</c:v>
                </c:pt>
                <c:pt idx="456">
                  <c:v>7.6017774639999994E-2</c:v>
                </c:pt>
                <c:pt idx="457">
                  <c:v>7.6561078429999999E-2</c:v>
                </c:pt>
                <c:pt idx="458">
                  <c:v>7.7054947609999994E-2</c:v>
                </c:pt>
                <c:pt idx="459">
                  <c:v>7.7606260780000005E-2</c:v>
                </c:pt>
                <c:pt idx="460">
                  <c:v>7.8134693209999995E-2</c:v>
                </c:pt>
                <c:pt idx="461">
                  <c:v>7.8691326079999999E-2</c:v>
                </c:pt>
                <c:pt idx="462">
                  <c:v>7.9180978240000005E-2</c:v>
                </c:pt>
                <c:pt idx="463">
                  <c:v>7.9754747449999996E-2</c:v>
                </c:pt>
                <c:pt idx="464">
                  <c:v>8.0212101339999994E-2</c:v>
                </c:pt>
                <c:pt idx="465">
                  <c:v>8.0788418649999999E-2</c:v>
                </c:pt>
                <c:pt idx="466">
                  <c:v>8.1323333080000004E-2</c:v>
                </c:pt>
                <c:pt idx="467">
                  <c:v>8.1832244989999997E-2</c:v>
                </c:pt>
                <c:pt idx="468">
                  <c:v>8.2330994310000002E-2</c:v>
                </c:pt>
                <c:pt idx="469">
                  <c:v>8.2874670619999993E-2</c:v>
                </c:pt>
                <c:pt idx="470">
                  <c:v>8.3381831650000002E-2</c:v>
                </c:pt>
                <c:pt idx="471">
                  <c:v>8.3885625000000005E-2</c:v>
                </c:pt>
                <c:pt idx="472">
                  <c:v>8.4437258540000004E-2</c:v>
                </c:pt>
                <c:pt idx="473">
                  <c:v>8.4950402379999998E-2</c:v>
                </c:pt>
                <c:pt idx="474">
                  <c:v>8.5434466599999995E-2</c:v>
                </c:pt>
                <c:pt idx="475">
                  <c:v>8.5871942339999993E-2</c:v>
                </c:pt>
                <c:pt idx="476">
                  <c:v>8.6418777700000005E-2</c:v>
                </c:pt>
                <c:pt idx="477">
                  <c:v>8.6918108169999994E-2</c:v>
                </c:pt>
                <c:pt idx="478">
                  <c:v>8.7397187949999997E-2</c:v>
                </c:pt>
                <c:pt idx="479">
                  <c:v>8.7814018130000004E-2</c:v>
                </c:pt>
                <c:pt idx="480">
                  <c:v>8.8322669270000001E-2</c:v>
                </c:pt>
                <c:pt idx="481">
                  <c:v>8.8716603820000003E-2</c:v>
                </c:pt>
                <c:pt idx="482">
                  <c:v>8.9152149860000002E-2</c:v>
                </c:pt>
                <c:pt idx="483">
                  <c:v>8.9555844659999995E-2</c:v>
                </c:pt>
                <c:pt idx="484">
                  <c:v>8.9919283990000001E-2</c:v>
                </c:pt>
                <c:pt idx="485">
                  <c:v>9.0254023670000003E-2</c:v>
                </c:pt>
                <c:pt idx="486">
                  <c:v>9.0621300040000005E-2</c:v>
                </c:pt>
                <c:pt idx="487">
                  <c:v>9.0896934269999993E-2</c:v>
                </c:pt>
                <c:pt idx="488">
                  <c:v>9.1244988139999997E-2</c:v>
                </c:pt>
                <c:pt idx="489">
                  <c:v>9.1492287810000003E-2</c:v>
                </c:pt>
                <c:pt idx="490">
                  <c:v>9.1762565079999997E-2</c:v>
                </c:pt>
                <c:pt idx="491">
                  <c:v>9.2035308479999994E-2</c:v>
                </c:pt>
                <c:pt idx="492">
                  <c:v>9.2243656519999995E-2</c:v>
                </c:pt>
                <c:pt idx="493">
                  <c:v>9.2360645529999993E-2</c:v>
                </c:pt>
                <c:pt idx="494">
                  <c:v>9.248973429E-2</c:v>
                </c:pt>
                <c:pt idx="495">
                  <c:v>9.2748679220000005E-2</c:v>
                </c:pt>
                <c:pt idx="496">
                  <c:v>9.2832721770000001E-2</c:v>
                </c:pt>
                <c:pt idx="497">
                  <c:v>9.2880547049999998E-2</c:v>
                </c:pt>
                <c:pt idx="498">
                  <c:v>9.295390546E-2</c:v>
                </c:pt>
                <c:pt idx="499">
                  <c:v>9.3097254630000001E-2</c:v>
                </c:pt>
                <c:pt idx="500">
                  <c:v>9.3074001370000006E-2</c:v>
                </c:pt>
                <c:pt idx="501">
                  <c:v>9.3115374449999996E-2</c:v>
                </c:pt>
                <c:pt idx="502">
                  <c:v>9.3086861069999999E-2</c:v>
                </c:pt>
                <c:pt idx="503">
                  <c:v>9.3064509330000003E-2</c:v>
                </c:pt>
                <c:pt idx="504">
                  <c:v>9.3032307920000001E-2</c:v>
                </c:pt>
                <c:pt idx="505">
                  <c:v>9.3026183550000002E-2</c:v>
                </c:pt>
                <c:pt idx="506">
                  <c:v>9.2973046000000004E-2</c:v>
                </c:pt>
                <c:pt idx="507">
                  <c:v>9.2853203420000002E-2</c:v>
                </c:pt>
                <c:pt idx="508">
                  <c:v>9.2805281279999999E-2</c:v>
                </c:pt>
                <c:pt idx="509">
                  <c:v>9.2776723209999995E-2</c:v>
                </c:pt>
                <c:pt idx="510">
                  <c:v>9.2551812529999999E-2</c:v>
                </c:pt>
                <c:pt idx="511">
                  <c:v>9.2488355930000002E-2</c:v>
                </c:pt>
                <c:pt idx="512">
                  <c:v>9.2479489740000004E-2</c:v>
                </c:pt>
                <c:pt idx="513">
                  <c:v>9.2322379349999997E-2</c:v>
                </c:pt>
                <c:pt idx="514">
                  <c:v>9.2222943900000007E-2</c:v>
                </c:pt>
                <c:pt idx="515">
                  <c:v>9.2136844989999994E-2</c:v>
                </c:pt>
                <c:pt idx="516">
                  <c:v>9.2017076909999995E-2</c:v>
                </c:pt>
                <c:pt idx="517">
                  <c:v>9.1964446010000006E-2</c:v>
                </c:pt>
                <c:pt idx="518">
                  <c:v>9.1738454999999997E-2</c:v>
                </c:pt>
                <c:pt idx="519">
                  <c:v>9.1726593669999995E-2</c:v>
                </c:pt>
                <c:pt idx="520">
                  <c:v>9.1558314860000004E-2</c:v>
                </c:pt>
                <c:pt idx="521">
                  <c:v>9.1545179490000003E-2</c:v>
                </c:pt>
                <c:pt idx="522">
                  <c:v>9.1336943209999993E-2</c:v>
                </c:pt>
                <c:pt idx="523">
                  <c:v>9.1369882230000005E-2</c:v>
                </c:pt>
                <c:pt idx="524">
                  <c:v>9.1230615969999998E-2</c:v>
                </c:pt>
                <c:pt idx="525">
                  <c:v>9.1184370220000005E-2</c:v>
                </c:pt>
                <c:pt idx="526">
                  <c:v>9.1099344190000001E-2</c:v>
                </c:pt>
                <c:pt idx="527">
                  <c:v>9.1039031739999998E-2</c:v>
                </c:pt>
                <c:pt idx="528">
                  <c:v>9.0916693209999996E-2</c:v>
                </c:pt>
                <c:pt idx="529">
                  <c:v>9.0827532109999998E-2</c:v>
                </c:pt>
                <c:pt idx="530">
                  <c:v>9.071105719E-2</c:v>
                </c:pt>
                <c:pt idx="531">
                  <c:v>9.0613961219999997E-2</c:v>
                </c:pt>
                <c:pt idx="532">
                  <c:v>9.0560227630000004E-2</c:v>
                </c:pt>
                <c:pt idx="533">
                  <c:v>9.0450771149999998E-2</c:v>
                </c:pt>
                <c:pt idx="534">
                  <c:v>9.0296313170000003E-2</c:v>
                </c:pt>
                <c:pt idx="535">
                  <c:v>9.0200684959999999E-2</c:v>
                </c:pt>
                <c:pt idx="536">
                  <c:v>9.0050101280000003E-2</c:v>
                </c:pt>
                <c:pt idx="537">
                  <c:v>8.9867480099999994E-2</c:v>
                </c:pt>
                <c:pt idx="538">
                  <c:v>8.9766442779999997E-2</c:v>
                </c:pt>
                <c:pt idx="539">
                  <c:v>8.9595228430000007E-2</c:v>
                </c:pt>
                <c:pt idx="540">
                  <c:v>8.9404053989999996E-2</c:v>
                </c:pt>
                <c:pt idx="541">
                  <c:v>8.9179486040000006E-2</c:v>
                </c:pt>
                <c:pt idx="542">
                  <c:v>8.8983371850000006E-2</c:v>
                </c:pt>
                <c:pt idx="543">
                  <c:v>8.8798880580000003E-2</c:v>
                </c:pt>
                <c:pt idx="544">
                  <c:v>8.8570661839999995E-2</c:v>
                </c:pt>
                <c:pt idx="545">
                  <c:v>8.8313050569999996E-2</c:v>
                </c:pt>
                <c:pt idx="546">
                  <c:v>8.8070183989999995E-2</c:v>
                </c:pt>
                <c:pt idx="547">
                  <c:v>8.7818734349999997E-2</c:v>
                </c:pt>
                <c:pt idx="548">
                  <c:v>8.7523326279999994E-2</c:v>
                </c:pt>
                <c:pt idx="549">
                  <c:v>8.7195895610000004E-2</c:v>
                </c:pt>
                <c:pt idx="550">
                  <c:v>8.6898759010000007E-2</c:v>
                </c:pt>
                <c:pt idx="551">
                  <c:v>8.6627826089999999E-2</c:v>
                </c:pt>
                <c:pt idx="552">
                  <c:v>8.6196787659999996E-2</c:v>
                </c:pt>
                <c:pt idx="553">
                  <c:v>8.5909515620000002E-2</c:v>
                </c:pt>
                <c:pt idx="554">
                  <c:v>8.5660353300000006E-2</c:v>
                </c:pt>
                <c:pt idx="555">
                  <c:v>8.5303544999999995E-2</c:v>
                </c:pt>
                <c:pt idx="556">
                  <c:v>8.4976814689999999E-2</c:v>
                </c:pt>
                <c:pt idx="557">
                  <c:v>8.4627427160000004E-2</c:v>
                </c:pt>
                <c:pt idx="558">
                  <c:v>8.4301389749999997E-2</c:v>
                </c:pt>
                <c:pt idx="559">
                  <c:v>8.3927296100000007E-2</c:v>
                </c:pt>
                <c:pt idx="560">
                  <c:v>8.3612076940000002E-2</c:v>
                </c:pt>
                <c:pt idx="561">
                  <c:v>8.3274729549999996E-2</c:v>
                </c:pt>
                <c:pt idx="562">
                  <c:v>8.2963183519999997E-2</c:v>
                </c:pt>
                <c:pt idx="563">
                  <c:v>8.2610808310000006E-2</c:v>
                </c:pt>
                <c:pt idx="564">
                  <c:v>8.2327798009999995E-2</c:v>
                </c:pt>
                <c:pt idx="565">
                  <c:v>8.1947930160000002E-2</c:v>
                </c:pt>
                <c:pt idx="566">
                  <c:v>8.1657759849999997E-2</c:v>
                </c:pt>
                <c:pt idx="567">
                  <c:v>8.1314995880000004E-2</c:v>
                </c:pt>
                <c:pt idx="568">
                  <c:v>8.1020951270000002E-2</c:v>
                </c:pt>
                <c:pt idx="569">
                  <c:v>8.0802515150000004E-2</c:v>
                </c:pt>
                <c:pt idx="570">
                  <c:v>8.051921427E-2</c:v>
                </c:pt>
                <c:pt idx="571">
                  <c:v>8.0267682670000007E-2</c:v>
                </c:pt>
                <c:pt idx="572">
                  <c:v>7.9938925800000005E-2</c:v>
                </c:pt>
                <c:pt idx="573">
                  <c:v>7.9685613510000003E-2</c:v>
                </c:pt>
                <c:pt idx="574">
                  <c:v>7.9435862600000004E-2</c:v>
                </c:pt>
                <c:pt idx="575">
                  <c:v>7.9223103820000002E-2</c:v>
                </c:pt>
                <c:pt idx="576">
                  <c:v>7.8962661330000003E-2</c:v>
                </c:pt>
                <c:pt idx="577">
                  <c:v>7.8700013459999996E-2</c:v>
                </c:pt>
                <c:pt idx="578">
                  <c:v>7.8381150960000007E-2</c:v>
                </c:pt>
                <c:pt idx="579">
                  <c:v>7.8150533140000006E-2</c:v>
                </c:pt>
                <c:pt idx="580">
                  <c:v>7.7900670470000002E-2</c:v>
                </c:pt>
                <c:pt idx="581">
                  <c:v>7.7681012450000003E-2</c:v>
                </c:pt>
                <c:pt idx="582">
                  <c:v>7.7407173809999993E-2</c:v>
                </c:pt>
                <c:pt idx="583">
                  <c:v>7.7151373029999998E-2</c:v>
                </c:pt>
                <c:pt idx="584">
                  <c:v>7.6884321869999994E-2</c:v>
                </c:pt>
                <c:pt idx="585">
                  <c:v>7.6544649899999997E-2</c:v>
                </c:pt>
                <c:pt idx="586">
                  <c:v>7.6257266099999998E-2</c:v>
                </c:pt>
                <c:pt idx="587">
                  <c:v>7.5949572029999995E-2</c:v>
                </c:pt>
                <c:pt idx="588">
                  <c:v>7.5633279979999996E-2</c:v>
                </c:pt>
                <c:pt idx="589">
                  <c:v>7.5334273280000003E-2</c:v>
                </c:pt>
                <c:pt idx="590">
                  <c:v>7.4913129209999998E-2</c:v>
                </c:pt>
                <c:pt idx="591">
                  <c:v>7.4550561609999996E-2</c:v>
                </c:pt>
                <c:pt idx="592">
                  <c:v>7.4197426440000006E-2</c:v>
                </c:pt>
                <c:pt idx="593">
                  <c:v>7.3746547100000004E-2</c:v>
                </c:pt>
                <c:pt idx="594">
                  <c:v>7.3369659480000002E-2</c:v>
                </c:pt>
                <c:pt idx="595">
                  <c:v>7.2952896360000005E-2</c:v>
                </c:pt>
                <c:pt idx="596">
                  <c:v>7.2516433889999996E-2</c:v>
                </c:pt>
                <c:pt idx="597">
                  <c:v>7.2044834490000001E-2</c:v>
                </c:pt>
                <c:pt idx="598">
                  <c:v>7.1584858000000001E-2</c:v>
                </c:pt>
                <c:pt idx="599">
                  <c:v>7.1100339289999995E-2</c:v>
                </c:pt>
                <c:pt idx="600">
                  <c:v>7.0669695729999996E-2</c:v>
                </c:pt>
                <c:pt idx="601">
                  <c:v>7.1602351960000005E-2</c:v>
                </c:pt>
                <c:pt idx="602">
                  <c:v>7.0996589959999995E-2</c:v>
                </c:pt>
                <c:pt idx="603">
                  <c:v>7.0559017360000004E-2</c:v>
                </c:pt>
                <c:pt idx="604">
                  <c:v>7.0036612449999994E-2</c:v>
                </c:pt>
                <c:pt idx="605">
                  <c:v>6.9496273989999996E-2</c:v>
                </c:pt>
                <c:pt idx="606">
                  <c:v>6.9005578760000005E-2</c:v>
                </c:pt>
                <c:pt idx="607">
                  <c:v>6.8333558739999994E-2</c:v>
                </c:pt>
                <c:pt idx="608">
                  <c:v>6.8041473630000002E-2</c:v>
                </c:pt>
                <c:pt idx="609">
                  <c:v>6.75463751E-2</c:v>
                </c:pt>
                <c:pt idx="610">
                  <c:v>6.7081376910000004E-2</c:v>
                </c:pt>
                <c:pt idx="611">
                  <c:v>6.6376283760000002E-2</c:v>
                </c:pt>
                <c:pt idx="612">
                  <c:v>6.6152065989999995E-2</c:v>
                </c:pt>
                <c:pt idx="613">
                  <c:v>6.5361268819999999E-2</c:v>
                </c:pt>
                <c:pt idx="614">
                  <c:v>6.5108224749999999E-2</c:v>
                </c:pt>
                <c:pt idx="615">
                  <c:v>6.4712889489999995E-2</c:v>
                </c:pt>
                <c:pt idx="616">
                  <c:v>6.4375847580000006E-2</c:v>
                </c:pt>
                <c:pt idx="617">
                  <c:v>6.3961200420000003E-2</c:v>
                </c:pt>
                <c:pt idx="618">
                  <c:v>6.3498407600000001E-2</c:v>
                </c:pt>
                <c:pt idx="619">
                  <c:v>6.3094414769999996E-2</c:v>
                </c:pt>
                <c:pt idx="620">
                  <c:v>6.2741436060000003E-2</c:v>
                </c:pt>
                <c:pt idx="621">
                  <c:v>6.2412798399999997E-2</c:v>
                </c:pt>
                <c:pt idx="622">
                  <c:v>6.2175232919999997E-2</c:v>
                </c:pt>
                <c:pt idx="623">
                  <c:v>6.1794403939999999E-2</c:v>
                </c:pt>
                <c:pt idx="624">
                  <c:v>6.149779633E-2</c:v>
                </c:pt>
                <c:pt idx="625">
                  <c:v>6.1033330859999999E-2</c:v>
                </c:pt>
                <c:pt idx="626">
                  <c:v>6.0951322320000001E-2</c:v>
                </c:pt>
                <c:pt idx="627">
                  <c:v>6.0603022579999999E-2</c:v>
                </c:pt>
                <c:pt idx="628">
                  <c:v>6.033393368E-2</c:v>
                </c:pt>
                <c:pt idx="629">
                  <c:v>6.0160592200000002E-2</c:v>
                </c:pt>
                <c:pt idx="630">
                  <c:v>6.0128957029999999E-2</c:v>
                </c:pt>
                <c:pt idx="631">
                  <c:v>5.9676643459999998E-2</c:v>
                </c:pt>
                <c:pt idx="632">
                  <c:v>5.94086349E-2</c:v>
                </c:pt>
                <c:pt idx="633">
                  <c:v>5.931001902E-2</c:v>
                </c:pt>
                <c:pt idx="634">
                  <c:v>5.9196293349999998E-2</c:v>
                </c:pt>
                <c:pt idx="635">
                  <c:v>5.8902606369999999E-2</c:v>
                </c:pt>
                <c:pt idx="636">
                  <c:v>5.8634780349999999E-2</c:v>
                </c:pt>
                <c:pt idx="637">
                  <c:v>5.8537818489999997E-2</c:v>
                </c:pt>
                <c:pt idx="638">
                  <c:v>5.8251239359999998E-2</c:v>
                </c:pt>
                <c:pt idx="639">
                  <c:v>5.8232501149999998E-2</c:v>
                </c:pt>
                <c:pt idx="640">
                  <c:v>5.8044698089999999E-2</c:v>
                </c:pt>
                <c:pt idx="641">
                  <c:v>5.7884037489999998E-2</c:v>
                </c:pt>
                <c:pt idx="642">
                  <c:v>5.7718176390000001E-2</c:v>
                </c:pt>
                <c:pt idx="643">
                  <c:v>5.7419285180000001E-2</c:v>
                </c:pt>
                <c:pt idx="644">
                  <c:v>5.7371716949999998E-2</c:v>
                </c:pt>
                <c:pt idx="645">
                  <c:v>5.7131670420000003E-2</c:v>
                </c:pt>
                <c:pt idx="646">
                  <c:v>5.7103209199999998E-2</c:v>
                </c:pt>
                <c:pt idx="647">
                  <c:v>5.6910343469999999E-2</c:v>
                </c:pt>
                <c:pt idx="648">
                  <c:v>5.6812025609999997E-2</c:v>
                </c:pt>
                <c:pt idx="649">
                  <c:v>5.6710783389999998E-2</c:v>
                </c:pt>
                <c:pt idx="650">
                  <c:v>5.6565329429999998E-2</c:v>
                </c:pt>
                <c:pt idx="651">
                  <c:v>5.6473072620000002E-2</c:v>
                </c:pt>
                <c:pt idx="652">
                  <c:v>5.6102953849999998E-2</c:v>
                </c:pt>
                <c:pt idx="653">
                  <c:v>5.6220319120000001E-2</c:v>
                </c:pt>
                <c:pt idx="654">
                  <c:v>5.6070022279999999E-2</c:v>
                </c:pt>
                <c:pt idx="655">
                  <c:v>5.5979698899999999E-2</c:v>
                </c:pt>
                <c:pt idx="656">
                  <c:v>5.5930554870000003E-2</c:v>
                </c:pt>
                <c:pt idx="657">
                  <c:v>5.5806141349999998E-2</c:v>
                </c:pt>
                <c:pt idx="658">
                  <c:v>5.5661022659999997E-2</c:v>
                </c:pt>
                <c:pt idx="659">
                  <c:v>5.5490504949999998E-2</c:v>
                </c:pt>
                <c:pt idx="660">
                  <c:v>5.5444825439999998E-2</c:v>
                </c:pt>
                <c:pt idx="661">
                  <c:v>5.5291473870000003E-2</c:v>
                </c:pt>
                <c:pt idx="662">
                  <c:v>5.5226385590000003E-2</c:v>
                </c:pt>
                <c:pt idx="663">
                  <c:v>5.5264074359999998E-2</c:v>
                </c:pt>
                <c:pt idx="664">
                  <c:v>5.5101118980000002E-2</c:v>
                </c:pt>
                <c:pt idx="665">
                  <c:v>5.5170360949999997E-2</c:v>
                </c:pt>
                <c:pt idx="666">
                  <c:v>5.5072467770000001E-2</c:v>
                </c:pt>
                <c:pt idx="667">
                  <c:v>5.5099383000000002E-2</c:v>
                </c:pt>
                <c:pt idx="668">
                  <c:v>5.4915163670000003E-2</c:v>
                </c:pt>
                <c:pt idx="669">
                  <c:v>5.4900154469999997E-2</c:v>
                </c:pt>
                <c:pt idx="670">
                  <c:v>5.4841965440000001E-2</c:v>
                </c:pt>
                <c:pt idx="671">
                  <c:v>5.4890107360000003E-2</c:v>
                </c:pt>
                <c:pt idx="672">
                  <c:v>5.4923947899999999E-2</c:v>
                </c:pt>
                <c:pt idx="673">
                  <c:v>5.4818443949999997E-2</c:v>
                </c:pt>
                <c:pt idx="674">
                  <c:v>5.4858472200000001E-2</c:v>
                </c:pt>
                <c:pt idx="675">
                  <c:v>5.4843347520000002E-2</c:v>
                </c:pt>
                <c:pt idx="676">
                  <c:v>5.4871514439999998E-2</c:v>
                </c:pt>
                <c:pt idx="677">
                  <c:v>5.4906673730000001E-2</c:v>
                </c:pt>
                <c:pt idx="678">
                  <c:v>5.4894160480000002E-2</c:v>
                </c:pt>
                <c:pt idx="679">
                  <c:v>5.4978676140000002E-2</c:v>
                </c:pt>
                <c:pt idx="680">
                  <c:v>5.4873540999999998E-2</c:v>
                </c:pt>
                <c:pt idx="681">
                  <c:v>5.5103909219999997E-2</c:v>
                </c:pt>
                <c:pt idx="682">
                  <c:v>5.5145230140000001E-2</c:v>
                </c:pt>
                <c:pt idx="683">
                  <c:v>5.5068824439999997E-2</c:v>
                </c:pt>
                <c:pt idx="684">
                  <c:v>5.532916635E-2</c:v>
                </c:pt>
                <c:pt idx="685">
                  <c:v>5.5317994209999999E-2</c:v>
                </c:pt>
                <c:pt idx="686">
                  <c:v>5.5534422399999998E-2</c:v>
                </c:pt>
                <c:pt idx="687">
                  <c:v>5.5777974430000002E-2</c:v>
                </c:pt>
                <c:pt idx="688">
                  <c:v>5.5882297460000001E-2</c:v>
                </c:pt>
                <c:pt idx="689">
                  <c:v>5.5964887140000003E-2</c:v>
                </c:pt>
                <c:pt idx="690">
                  <c:v>5.6167025119999998E-2</c:v>
                </c:pt>
                <c:pt idx="691">
                  <c:v>5.639575049E-2</c:v>
                </c:pt>
                <c:pt idx="692">
                  <c:v>5.6545365600000001E-2</c:v>
                </c:pt>
                <c:pt idx="693">
                  <c:v>5.676981062E-2</c:v>
                </c:pt>
                <c:pt idx="694">
                  <c:v>5.6953608990000001E-2</c:v>
                </c:pt>
                <c:pt idx="695">
                  <c:v>5.7180330160000001E-2</c:v>
                </c:pt>
                <c:pt idx="696">
                  <c:v>5.7483963669999999E-2</c:v>
                </c:pt>
                <c:pt idx="697">
                  <c:v>5.7804986830000002E-2</c:v>
                </c:pt>
                <c:pt idx="698">
                  <c:v>5.822193623E-2</c:v>
                </c:pt>
                <c:pt idx="699">
                  <c:v>5.8420386169999998E-2</c:v>
                </c:pt>
                <c:pt idx="700">
                  <c:v>5.8796368539999998E-2</c:v>
                </c:pt>
                <c:pt idx="701">
                  <c:v>5.9236075729999997E-2</c:v>
                </c:pt>
                <c:pt idx="702">
                  <c:v>5.9614844620000003E-2</c:v>
                </c:pt>
                <c:pt idx="703">
                  <c:v>6.0093875970000002E-2</c:v>
                </c:pt>
                <c:pt idx="704">
                  <c:v>6.049410626E-2</c:v>
                </c:pt>
                <c:pt idx="705">
                  <c:v>6.0873288659999997E-2</c:v>
                </c:pt>
                <c:pt idx="706">
                  <c:v>6.1484612520000002E-2</c:v>
                </c:pt>
                <c:pt idx="707">
                  <c:v>6.1981447039999998E-2</c:v>
                </c:pt>
                <c:pt idx="708">
                  <c:v>6.2680900100000006E-2</c:v>
                </c:pt>
                <c:pt idx="709">
                  <c:v>6.332924962E-2</c:v>
                </c:pt>
                <c:pt idx="710">
                  <c:v>6.3911087810000003E-2</c:v>
                </c:pt>
                <c:pt idx="711">
                  <c:v>6.4601249989999998E-2</c:v>
                </c:pt>
                <c:pt idx="712">
                  <c:v>6.5471589570000002E-2</c:v>
                </c:pt>
                <c:pt idx="713">
                  <c:v>6.6264308990000007E-2</c:v>
                </c:pt>
                <c:pt idx="714">
                  <c:v>6.713890284E-2</c:v>
                </c:pt>
                <c:pt idx="715">
                  <c:v>6.8006686869999999E-2</c:v>
                </c:pt>
                <c:pt idx="716">
                  <c:v>6.9039084020000002E-2</c:v>
                </c:pt>
                <c:pt idx="717">
                  <c:v>7.009887695E-2</c:v>
                </c:pt>
                <c:pt idx="718">
                  <c:v>7.1299977599999995E-2</c:v>
                </c:pt>
                <c:pt idx="719">
                  <c:v>7.232666016E-2</c:v>
                </c:pt>
                <c:pt idx="720">
                  <c:v>7.3743358250000002E-2</c:v>
                </c:pt>
                <c:pt idx="721">
                  <c:v>7.5158074500000005E-2</c:v>
                </c:pt>
                <c:pt idx="722">
                  <c:v>7.6650470499999998E-2</c:v>
                </c:pt>
                <c:pt idx="723">
                  <c:v>7.8174360100000007E-2</c:v>
                </c:pt>
                <c:pt idx="724">
                  <c:v>7.9878315330000005E-2</c:v>
                </c:pt>
                <c:pt idx="725">
                  <c:v>8.1589415669999998E-2</c:v>
                </c:pt>
                <c:pt idx="726">
                  <c:v>8.3524346350000001E-2</c:v>
                </c:pt>
                <c:pt idx="727">
                  <c:v>8.5528671740000006E-2</c:v>
                </c:pt>
                <c:pt idx="728">
                  <c:v>8.7708927689999994E-2</c:v>
                </c:pt>
                <c:pt idx="729">
                  <c:v>8.9950516820000007E-2</c:v>
                </c:pt>
                <c:pt idx="730">
                  <c:v>9.251125902E-2</c:v>
                </c:pt>
                <c:pt idx="731">
                  <c:v>9.5050685110000005E-2</c:v>
                </c:pt>
                <c:pt idx="732">
                  <c:v>9.8017685120000003E-2</c:v>
                </c:pt>
                <c:pt idx="733">
                  <c:v>0.101021558</c:v>
                </c:pt>
                <c:pt idx="734">
                  <c:v>0.1041325778</c:v>
                </c:pt>
                <c:pt idx="735">
                  <c:v>0.107586734</c:v>
                </c:pt>
                <c:pt idx="736">
                  <c:v>0.111270383</c:v>
                </c:pt>
                <c:pt idx="737">
                  <c:v>0.11518123750000001</c:v>
                </c:pt>
                <c:pt idx="738">
                  <c:v>0.11917445810000001</c:v>
                </c:pt>
                <c:pt idx="739">
                  <c:v>0.1236947477</c:v>
                </c:pt>
                <c:pt idx="740">
                  <c:v>0.12851530310000001</c:v>
                </c:pt>
                <c:pt idx="741">
                  <c:v>0.13365218039999999</c:v>
                </c:pt>
                <c:pt idx="742">
                  <c:v>0.13914920389999999</c:v>
                </c:pt>
                <c:pt idx="743">
                  <c:v>0.14480942490000001</c:v>
                </c:pt>
                <c:pt idx="744">
                  <c:v>0.15101961790000001</c:v>
                </c:pt>
                <c:pt idx="745">
                  <c:v>0.15751397610000001</c:v>
                </c:pt>
                <c:pt idx="746">
                  <c:v>0.16447357830000001</c:v>
                </c:pt>
                <c:pt idx="747">
                  <c:v>0.1718736887</c:v>
                </c:pt>
                <c:pt idx="748">
                  <c:v>0.17970485990000001</c:v>
                </c:pt>
                <c:pt idx="749">
                  <c:v>0.18798415360000001</c:v>
                </c:pt>
                <c:pt idx="750">
                  <c:v>0.19681361319999999</c:v>
                </c:pt>
                <c:pt idx="751">
                  <c:v>0.20603261889999999</c:v>
                </c:pt>
                <c:pt idx="752">
                  <c:v>0.2157375067</c:v>
                </c:pt>
                <c:pt idx="753">
                  <c:v>0.2259700298</c:v>
                </c:pt>
                <c:pt idx="754">
                  <c:v>0.2365314513</c:v>
                </c:pt>
                <c:pt idx="755">
                  <c:v>0.2475926876</c:v>
                </c:pt>
                <c:pt idx="756">
                  <c:v>0.25882551069999998</c:v>
                </c:pt>
                <c:pt idx="757">
                  <c:v>0.27038866280000001</c:v>
                </c:pt>
                <c:pt idx="758">
                  <c:v>0.28212592009999998</c:v>
                </c:pt>
                <c:pt idx="759">
                  <c:v>0.29385733600000002</c:v>
                </c:pt>
                <c:pt idx="760">
                  <c:v>0.30568680170000001</c:v>
                </c:pt>
                <c:pt idx="761">
                  <c:v>0.3169555664</c:v>
                </c:pt>
                <c:pt idx="762">
                  <c:v>0.32832643389999999</c:v>
                </c:pt>
                <c:pt idx="763">
                  <c:v>0.33881562949999999</c:v>
                </c:pt>
                <c:pt idx="764">
                  <c:v>0.3485516608</c:v>
                </c:pt>
                <c:pt idx="765">
                  <c:v>0.35753348470000001</c:v>
                </c:pt>
                <c:pt idx="766">
                  <c:v>0.36531904339999999</c:v>
                </c:pt>
                <c:pt idx="767">
                  <c:v>0.37178820369999999</c:v>
                </c:pt>
                <c:pt idx="768">
                  <c:v>0.37698119879999997</c:v>
                </c:pt>
                <c:pt idx="769">
                  <c:v>0.3806114793</c:v>
                </c:pt>
                <c:pt idx="770">
                  <c:v>0.38266336919999999</c:v>
                </c:pt>
                <c:pt idx="771">
                  <c:v>0.38304024930000002</c:v>
                </c:pt>
                <c:pt idx="772">
                  <c:v>0.38199862839999998</c:v>
                </c:pt>
                <c:pt idx="773">
                  <c:v>0.37925150990000001</c:v>
                </c:pt>
                <c:pt idx="774">
                  <c:v>0.37513947489999999</c:v>
                </c:pt>
                <c:pt idx="775">
                  <c:v>0.36963206529999998</c:v>
                </c:pt>
                <c:pt idx="776">
                  <c:v>0.36281538009999997</c:v>
                </c:pt>
                <c:pt idx="777">
                  <c:v>0.35508561129999999</c:v>
                </c:pt>
                <c:pt idx="778">
                  <c:v>0.34652027489999998</c:v>
                </c:pt>
                <c:pt idx="779">
                  <c:v>0.33708542590000001</c:v>
                </c:pt>
                <c:pt idx="780">
                  <c:v>0.32714089750000003</c:v>
                </c:pt>
                <c:pt idx="781">
                  <c:v>0.31688880920000001</c:v>
                </c:pt>
                <c:pt idx="782">
                  <c:v>0.30644780399999999</c:v>
                </c:pt>
                <c:pt idx="783">
                  <c:v>0.29579645399999999</c:v>
                </c:pt>
                <c:pt idx="784">
                  <c:v>0.28522709010000002</c:v>
                </c:pt>
                <c:pt idx="785">
                  <c:v>0.27473720909999999</c:v>
                </c:pt>
                <c:pt idx="786">
                  <c:v>0.26430359479999999</c:v>
                </c:pt>
                <c:pt idx="787">
                  <c:v>0.25434023140000001</c:v>
                </c:pt>
                <c:pt idx="788">
                  <c:v>0.24447779359999999</c:v>
                </c:pt>
                <c:pt idx="789">
                  <c:v>0.23509590329999999</c:v>
                </c:pt>
                <c:pt idx="790">
                  <c:v>0.22591938080000001</c:v>
                </c:pt>
                <c:pt idx="791">
                  <c:v>0.2171438634</c:v>
                </c:pt>
                <c:pt idx="792">
                  <c:v>0.2088308036</c:v>
                </c:pt>
                <c:pt idx="793">
                  <c:v>0.20068792999999999</c:v>
                </c:pt>
                <c:pt idx="794">
                  <c:v>0.1930875182</c:v>
                </c:pt>
                <c:pt idx="795">
                  <c:v>0.1858385652</c:v>
                </c:pt>
                <c:pt idx="796">
                  <c:v>0.1789251268</c:v>
                </c:pt>
                <c:pt idx="797">
                  <c:v>0.17232683300000001</c:v>
                </c:pt>
                <c:pt idx="798">
                  <c:v>0.16616243119999999</c:v>
                </c:pt>
                <c:pt idx="799">
                  <c:v>0.1602466702</c:v>
                </c:pt>
                <c:pt idx="800">
                  <c:v>0.15471447999999999</c:v>
                </c:pt>
                <c:pt idx="801">
                  <c:v>0.14946018159999999</c:v>
                </c:pt>
                <c:pt idx="802">
                  <c:v>0.14449672399999999</c:v>
                </c:pt>
                <c:pt idx="803">
                  <c:v>0.13969875870000001</c:v>
                </c:pt>
                <c:pt idx="804">
                  <c:v>0.13527648149999999</c:v>
                </c:pt>
                <c:pt idx="805">
                  <c:v>0.13096939029999999</c:v>
                </c:pt>
                <c:pt idx="806">
                  <c:v>0.12707835440000001</c:v>
                </c:pt>
                <c:pt idx="807">
                  <c:v>0.1232717782</c:v>
                </c:pt>
                <c:pt idx="808">
                  <c:v>0.1197621748</c:v>
                </c:pt>
                <c:pt idx="809">
                  <c:v>0.1163057834</c:v>
                </c:pt>
                <c:pt idx="810">
                  <c:v>0.11320591720000001</c:v>
                </c:pt>
                <c:pt idx="811">
                  <c:v>0.1100538746</c:v>
                </c:pt>
                <c:pt idx="812">
                  <c:v>0.1073004976</c:v>
                </c:pt>
                <c:pt idx="813">
                  <c:v>0.10454355930000001</c:v>
                </c:pt>
                <c:pt idx="814">
                  <c:v>0.1019709036</c:v>
                </c:pt>
                <c:pt idx="815">
                  <c:v>9.9583402279999997E-2</c:v>
                </c:pt>
                <c:pt idx="816">
                  <c:v>9.7317449750000007E-2</c:v>
                </c:pt>
                <c:pt idx="817">
                  <c:v>9.5083646480000006E-2</c:v>
                </c:pt>
                <c:pt idx="818">
                  <c:v>9.3060083690000003E-2</c:v>
                </c:pt>
                <c:pt idx="819">
                  <c:v>9.1114446520000003E-2</c:v>
                </c:pt>
                <c:pt idx="820">
                  <c:v>8.9210577309999997E-2</c:v>
                </c:pt>
                <c:pt idx="821">
                  <c:v>8.7535865599999998E-2</c:v>
                </c:pt>
                <c:pt idx="822">
                  <c:v>8.5844464600000003E-2</c:v>
                </c:pt>
                <c:pt idx="823">
                  <c:v>8.4316417569999996E-2</c:v>
                </c:pt>
                <c:pt idx="824">
                  <c:v>8.2693599160000006E-2</c:v>
                </c:pt>
                <c:pt idx="825">
                  <c:v>8.1480473279999993E-2</c:v>
                </c:pt>
                <c:pt idx="826">
                  <c:v>8.0085419120000001E-2</c:v>
                </c:pt>
                <c:pt idx="827">
                  <c:v>7.87903145E-2</c:v>
                </c:pt>
                <c:pt idx="828">
                  <c:v>7.7545575800000002E-2</c:v>
                </c:pt>
                <c:pt idx="829">
                  <c:v>7.6519705359999995E-2</c:v>
                </c:pt>
                <c:pt idx="830">
                  <c:v>7.5362630190000002E-2</c:v>
                </c:pt>
                <c:pt idx="831">
                  <c:v>7.4857152999999996E-2</c:v>
                </c:pt>
                <c:pt idx="832">
                  <c:v>7.3776640000000004E-2</c:v>
                </c:pt>
                <c:pt idx="833">
                  <c:v>7.2918631139999995E-2</c:v>
                </c:pt>
                <c:pt idx="834">
                  <c:v>7.2097912429999994E-2</c:v>
                </c:pt>
                <c:pt idx="835">
                  <c:v>7.1174137289999995E-2</c:v>
                </c:pt>
                <c:pt idx="836">
                  <c:v>7.0438712840000001E-2</c:v>
                </c:pt>
                <c:pt idx="837">
                  <c:v>6.9695964459999996E-2</c:v>
                </c:pt>
                <c:pt idx="838">
                  <c:v>6.8988196550000006E-2</c:v>
                </c:pt>
                <c:pt idx="839">
                  <c:v>6.8236619230000004E-2</c:v>
                </c:pt>
                <c:pt idx="840">
                  <c:v>6.7696399990000003E-2</c:v>
                </c:pt>
                <c:pt idx="841">
                  <c:v>6.711065024E-2</c:v>
                </c:pt>
                <c:pt idx="842">
                  <c:v>6.6600523889999999E-2</c:v>
                </c:pt>
                <c:pt idx="843">
                  <c:v>6.6098563370000002E-2</c:v>
                </c:pt>
                <c:pt idx="844">
                  <c:v>6.5569274129999994E-2</c:v>
                </c:pt>
                <c:pt idx="845">
                  <c:v>6.5195985139999996E-2</c:v>
                </c:pt>
                <c:pt idx="846">
                  <c:v>6.4854301510000004E-2</c:v>
                </c:pt>
                <c:pt idx="847">
                  <c:v>6.4383171500000003E-2</c:v>
                </c:pt>
                <c:pt idx="848">
                  <c:v>6.4127460119999993E-2</c:v>
                </c:pt>
                <c:pt idx="849">
                  <c:v>6.3875518739999998E-2</c:v>
                </c:pt>
                <c:pt idx="850">
                  <c:v>6.3604488969999998E-2</c:v>
                </c:pt>
                <c:pt idx="851">
                  <c:v>6.3383616510000004E-2</c:v>
                </c:pt>
                <c:pt idx="852">
                  <c:v>6.3308946790000001E-2</c:v>
                </c:pt>
                <c:pt idx="853">
                  <c:v>6.3178002829999996E-2</c:v>
                </c:pt>
                <c:pt idx="854">
                  <c:v>6.3117109239999997E-2</c:v>
                </c:pt>
                <c:pt idx="855">
                  <c:v>6.3015937810000006E-2</c:v>
                </c:pt>
                <c:pt idx="856">
                  <c:v>6.298394501E-2</c:v>
                </c:pt>
                <c:pt idx="857">
                  <c:v>6.3091278079999993E-2</c:v>
                </c:pt>
                <c:pt idx="858">
                  <c:v>6.3046164809999999E-2</c:v>
                </c:pt>
                <c:pt idx="859">
                  <c:v>6.3200369480000004E-2</c:v>
                </c:pt>
                <c:pt idx="860">
                  <c:v>6.3397958870000007E-2</c:v>
                </c:pt>
                <c:pt idx="861">
                  <c:v>6.3477680090000002E-2</c:v>
                </c:pt>
                <c:pt idx="862">
                  <c:v>6.3634693620000002E-2</c:v>
                </c:pt>
                <c:pt idx="863">
                  <c:v>6.3965462149999999E-2</c:v>
                </c:pt>
                <c:pt idx="864">
                  <c:v>6.4158126709999999E-2</c:v>
                </c:pt>
                <c:pt idx="865">
                  <c:v>6.4581848679999998E-2</c:v>
                </c:pt>
                <c:pt idx="866">
                  <c:v>6.4940720800000004E-2</c:v>
                </c:pt>
                <c:pt idx="867">
                  <c:v>6.5188437700000004E-2</c:v>
                </c:pt>
                <c:pt idx="868">
                  <c:v>6.5669350330000001E-2</c:v>
                </c:pt>
                <c:pt idx="869">
                  <c:v>6.6175222399999997E-2</c:v>
                </c:pt>
                <c:pt idx="870">
                  <c:v>6.6657982769999999E-2</c:v>
                </c:pt>
                <c:pt idx="871">
                  <c:v>6.724134088E-2</c:v>
                </c:pt>
                <c:pt idx="872">
                  <c:v>6.7809984089999997E-2</c:v>
                </c:pt>
                <c:pt idx="873">
                  <c:v>6.8445459010000001E-2</c:v>
                </c:pt>
                <c:pt idx="874">
                  <c:v>6.9052129980000002E-2</c:v>
                </c:pt>
                <c:pt idx="875">
                  <c:v>6.9720581170000004E-2</c:v>
                </c:pt>
                <c:pt idx="876">
                  <c:v>7.0421300830000005E-2</c:v>
                </c:pt>
                <c:pt idx="877">
                  <c:v>7.1120522919999998E-2</c:v>
                </c:pt>
                <c:pt idx="878">
                  <c:v>7.1949079629999996E-2</c:v>
                </c:pt>
                <c:pt idx="879">
                  <c:v>7.2852775450000004E-2</c:v>
                </c:pt>
                <c:pt idx="880">
                  <c:v>7.3574848469999996E-2</c:v>
                </c:pt>
                <c:pt idx="881">
                  <c:v>7.4473276729999996E-2</c:v>
                </c:pt>
                <c:pt idx="882">
                  <c:v>7.5304098429999994E-2</c:v>
                </c:pt>
                <c:pt idx="883">
                  <c:v>7.6247580349999997E-2</c:v>
                </c:pt>
                <c:pt idx="884">
                  <c:v>7.7304564419999999E-2</c:v>
                </c:pt>
                <c:pt idx="885">
                  <c:v>7.8266724940000004E-2</c:v>
                </c:pt>
                <c:pt idx="886">
                  <c:v>7.9119540749999995E-2</c:v>
                </c:pt>
                <c:pt idx="887">
                  <c:v>8.0098055299999998E-2</c:v>
                </c:pt>
                <c:pt idx="888">
                  <c:v>8.1137664619999994E-2</c:v>
                </c:pt>
                <c:pt idx="889">
                  <c:v>8.2169696690000002E-2</c:v>
                </c:pt>
                <c:pt idx="890">
                  <c:v>8.3206757899999997E-2</c:v>
                </c:pt>
                <c:pt idx="891">
                  <c:v>8.4124498069999998E-2</c:v>
                </c:pt>
                <c:pt idx="892">
                  <c:v>8.5059680040000002E-2</c:v>
                </c:pt>
                <c:pt idx="893">
                  <c:v>8.6013443770000003E-2</c:v>
                </c:pt>
                <c:pt idx="894">
                  <c:v>8.6909539999999993E-2</c:v>
                </c:pt>
                <c:pt idx="895">
                  <c:v>8.7833471600000004E-2</c:v>
                </c:pt>
                <c:pt idx="896">
                  <c:v>8.8631071150000004E-2</c:v>
                </c:pt>
                <c:pt idx="897">
                  <c:v>8.9413367209999997E-2</c:v>
                </c:pt>
                <c:pt idx="898">
                  <c:v>9.0151593089999996E-2</c:v>
                </c:pt>
                <c:pt idx="899">
                  <c:v>9.0770997110000001E-2</c:v>
                </c:pt>
                <c:pt idx="900">
                  <c:v>9.1451324520000002E-2</c:v>
                </c:pt>
                <c:pt idx="901">
                  <c:v>9.1999217869999997E-2</c:v>
                </c:pt>
                <c:pt idx="902">
                  <c:v>9.2550404370000006E-2</c:v>
                </c:pt>
                <c:pt idx="903">
                  <c:v>9.3041606250000006E-2</c:v>
                </c:pt>
                <c:pt idx="904">
                  <c:v>9.3404158949999996E-2</c:v>
                </c:pt>
                <c:pt idx="905">
                  <c:v>9.3765944239999996E-2</c:v>
                </c:pt>
                <c:pt idx="906">
                  <c:v>9.3985825780000004E-2</c:v>
                </c:pt>
                <c:pt idx="907">
                  <c:v>9.4133727249999993E-2</c:v>
                </c:pt>
                <c:pt idx="908">
                  <c:v>9.4382397830000006E-2</c:v>
                </c:pt>
                <c:pt idx="909">
                  <c:v>9.4415180390000006E-2</c:v>
                </c:pt>
                <c:pt idx="910">
                  <c:v>9.4486512240000001E-2</c:v>
                </c:pt>
                <c:pt idx="911">
                  <c:v>9.4556503E-2</c:v>
                </c:pt>
                <c:pt idx="912">
                  <c:v>9.450437129E-2</c:v>
                </c:pt>
                <c:pt idx="913">
                  <c:v>9.4448029990000001E-2</c:v>
                </c:pt>
                <c:pt idx="914">
                  <c:v>9.4434030350000003E-2</c:v>
                </c:pt>
                <c:pt idx="915">
                  <c:v>9.4286762179999997E-2</c:v>
                </c:pt>
                <c:pt idx="916">
                  <c:v>9.4272777439999997E-2</c:v>
                </c:pt>
                <c:pt idx="917">
                  <c:v>9.4131901860000006E-2</c:v>
                </c:pt>
                <c:pt idx="918">
                  <c:v>9.4046831129999994E-2</c:v>
                </c:pt>
                <c:pt idx="919">
                  <c:v>9.3895234169999994E-2</c:v>
                </c:pt>
                <c:pt idx="920">
                  <c:v>9.3738161030000003E-2</c:v>
                </c:pt>
                <c:pt idx="921">
                  <c:v>9.3653306369999995E-2</c:v>
                </c:pt>
                <c:pt idx="922">
                  <c:v>9.3429028989999996E-2</c:v>
                </c:pt>
                <c:pt idx="923">
                  <c:v>9.3267478050000005E-2</c:v>
                </c:pt>
                <c:pt idx="924">
                  <c:v>9.3160316349999994E-2</c:v>
                </c:pt>
                <c:pt idx="925">
                  <c:v>9.3023620550000005E-2</c:v>
                </c:pt>
                <c:pt idx="926">
                  <c:v>9.2974618080000002E-2</c:v>
                </c:pt>
                <c:pt idx="927">
                  <c:v>9.2853456740000007E-2</c:v>
                </c:pt>
                <c:pt idx="928">
                  <c:v>9.2675291000000007E-2</c:v>
                </c:pt>
                <c:pt idx="929">
                  <c:v>9.2571005230000003E-2</c:v>
                </c:pt>
                <c:pt idx="930">
                  <c:v>9.248794615E-2</c:v>
                </c:pt>
                <c:pt idx="931">
                  <c:v>9.2430643739999999E-2</c:v>
                </c:pt>
                <c:pt idx="932">
                  <c:v>9.237463772E-2</c:v>
                </c:pt>
                <c:pt idx="933">
                  <c:v>9.2317134140000007E-2</c:v>
                </c:pt>
                <c:pt idx="934">
                  <c:v>9.2089392239999998E-2</c:v>
                </c:pt>
                <c:pt idx="935">
                  <c:v>9.2108622190000003E-2</c:v>
                </c:pt>
                <c:pt idx="936">
                  <c:v>9.2007733879999998E-2</c:v>
                </c:pt>
                <c:pt idx="937">
                  <c:v>9.2038415370000001E-2</c:v>
                </c:pt>
                <c:pt idx="938">
                  <c:v>9.2057004570000003E-2</c:v>
                </c:pt>
                <c:pt idx="939">
                  <c:v>9.1972604390000004E-2</c:v>
                </c:pt>
                <c:pt idx="940">
                  <c:v>9.2044174670000006E-2</c:v>
                </c:pt>
                <c:pt idx="941">
                  <c:v>9.1990873220000005E-2</c:v>
                </c:pt>
                <c:pt idx="942">
                  <c:v>9.1956287619999993E-2</c:v>
                </c:pt>
                <c:pt idx="943">
                  <c:v>9.1974109410000005E-2</c:v>
                </c:pt>
                <c:pt idx="944">
                  <c:v>9.2026382680000005E-2</c:v>
                </c:pt>
                <c:pt idx="945">
                  <c:v>9.2052079740000001E-2</c:v>
                </c:pt>
                <c:pt idx="946">
                  <c:v>9.2034034429999995E-2</c:v>
                </c:pt>
                <c:pt idx="947">
                  <c:v>9.2124462130000001E-2</c:v>
                </c:pt>
                <c:pt idx="948">
                  <c:v>9.2249609529999999E-2</c:v>
                </c:pt>
                <c:pt idx="949">
                  <c:v>9.2145487669999998E-2</c:v>
                </c:pt>
                <c:pt idx="950">
                  <c:v>9.2251531780000007E-2</c:v>
                </c:pt>
                <c:pt idx="951">
                  <c:v>9.2441566289999999E-2</c:v>
                </c:pt>
                <c:pt idx="952">
                  <c:v>9.2451237140000003E-2</c:v>
                </c:pt>
                <c:pt idx="953">
                  <c:v>9.2486947769999994E-2</c:v>
                </c:pt>
                <c:pt idx="954">
                  <c:v>9.2681288720000005E-2</c:v>
                </c:pt>
                <c:pt idx="955">
                  <c:v>9.2681378130000006E-2</c:v>
                </c:pt>
                <c:pt idx="956">
                  <c:v>9.2798903579999995E-2</c:v>
                </c:pt>
                <c:pt idx="957">
                  <c:v>9.3033045529999997E-2</c:v>
                </c:pt>
                <c:pt idx="958">
                  <c:v>9.3146301809999998E-2</c:v>
                </c:pt>
                <c:pt idx="959">
                  <c:v>9.3154929580000004E-2</c:v>
                </c:pt>
                <c:pt idx="960">
                  <c:v>9.3452177940000006E-2</c:v>
                </c:pt>
                <c:pt idx="961">
                  <c:v>9.3569293619999994E-2</c:v>
                </c:pt>
                <c:pt idx="962">
                  <c:v>9.3676649030000003E-2</c:v>
                </c:pt>
                <c:pt idx="963">
                  <c:v>9.3767389660000006E-2</c:v>
                </c:pt>
                <c:pt idx="964">
                  <c:v>9.3954846260000002E-2</c:v>
                </c:pt>
                <c:pt idx="965">
                  <c:v>9.4094410540000006E-2</c:v>
                </c:pt>
                <c:pt idx="966">
                  <c:v>9.4320535659999996E-2</c:v>
                </c:pt>
                <c:pt idx="967">
                  <c:v>9.4494648279999996E-2</c:v>
                </c:pt>
                <c:pt idx="968">
                  <c:v>9.4668768350000002E-2</c:v>
                </c:pt>
                <c:pt idx="969">
                  <c:v>9.4802379610000001E-2</c:v>
                </c:pt>
                <c:pt idx="970">
                  <c:v>9.503899515E-2</c:v>
                </c:pt>
                <c:pt idx="971">
                  <c:v>9.5359779889999996E-2</c:v>
                </c:pt>
                <c:pt idx="972">
                  <c:v>9.5608472819999998E-2</c:v>
                </c:pt>
                <c:pt idx="973">
                  <c:v>9.5716588199999994E-2</c:v>
                </c:pt>
                <c:pt idx="974">
                  <c:v>9.5884032549999998E-2</c:v>
                </c:pt>
                <c:pt idx="975">
                  <c:v>9.6139550209999994E-2</c:v>
                </c:pt>
                <c:pt idx="976">
                  <c:v>9.6420034769999996E-2</c:v>
                </c:pt>
                <c:pt idx="977">
                  <c:v>9.6415087580000003E-2</c:v>
                </c:pt>
                <c:pt idx="978">
                  <c:v>9.6858784559999994E-2</c:v>
                </c:pt>
                <c:pt idx="979">
                  <c:v>9.6998997030000006E-2</c:v>
                </c:pt>
                <c:pt idx="980">
                  <c:v>9.7294390199999997E-2</c:v>
                </c:pt>
                <c:pt idx="981">
                  <c:v>9.7638852890000002E-2</c:v>
                </c:pt>
                <c:pt idx="982">
                  <c:v>9.7891479729999994E-2</c:v>
                </c:pt>
                <c:pt idx="983">
                  <c:v>9.8318383100000004E-2</c:v>
                </c:pt>
                <c:pt idx="984">
                  <c:v>9.8512515430000003E-2</c:v>
                </c:pt>
                <c:pt idx="985">
                  <c:v>9.8751775920000007E-2</c:v>
                </c:pt>
                <c:pt idx="986">
                  <c:v>9.8893806340000001E-2</c:v>
                </c:pt>
                <c:pt idx="987">
                  <c:v>9.9447987969999999E-2</c:v>
                </c:pt>
                <c:pt idx="988">
                  <c:v>9.9643312390000002E-2</c:v>
                </c:pt>
                <c:pt idx="989">
                  <c:v>0.1001591682</c:v>
                </c:pt>
                <c:pt idx="990">
                  <c:v>0.1004403755</c:v>
                </c:pt>
                <c:pt idx="991">
                  <c:v>0.1007448733</c:v>
                </c:pt>
                <c:pt idx="992">
                  <c:v>0.1011405066</c:v>
                </c:pt>
                <c:pt idx="993">
                  <c:v>0.1014878079</c:v>
                </c:pt>
                <c:pt idx="994">
                  <c:v>0.10177347809999999</c:v>
                </c:pt>
                <c:pt idx="995">
                  <c:v>0.10231509799999999</c:v>
                </c:pt>
                <c:pt idx="996">
                  <c:v>0.102791205</c:v>
                </c:pt>
                <c:pt idx="997">
                  <c:v>0.1031417698</c:v>
                </c:pt>
                <c:pt idx="998">
                  <c:v>0.1033963338</c:v>
                </c:pt>
                <c:pt idx="999">
                  <c:v>0.1039668918</c:v>
                </c:pt>
                <c:pt idx="1000">
                  <c:v>0.1043751463</c:v>
                </c:pt>
                <c:pt idx="1001">
                  <c:v>0.10473950949999999</c:v>
                </c:pt>
                <c:pt idx="1002">
                  <c:v>0.105146192</c:v>
                </c:pt>
                <c:pt idx="1003">
                  <c:v>0.10561237480000001</c:v>
                </c:pt>
                <c:pt idx="1004">
                  <c:v>0.10613983120000001</c:v>
                </c:pt>
                <c:pt idx="1005">
                  <c:v>0.1065196767</c:v>
                </c:pt>
                <c:pt idx="1006">
                  <c:v>0.1070754305</c:v>
                </c:pt>
                <c:pt idx="1007">
                  <c:v>0.1075076833</c:v>
                </c:pt>
                <c:pt idx="1008">
                  <c:v>0.108081311</c:v>
                </c:pt>
                <c:pt idx="1009">
                  <c:v>0.10835400219999999</c:v>
                </c:pt>
                <c:pt idx="1010">
                  <c:v>0.1089954823</c:v>
                </c:pt>
                <c:pt idx="1011">
                  <c:v>0.109328486</c:v>
                </c:pt>
                <c:pt idx="1012">
                  <c:v>0.1100254655</c:v>
                </c:pt>
                <c:pt idx="1013">
                  <c:v>0.1102836952</c:v>
                </c:pt>
                <c:pt idx="1014">
                  <c:v>0.11075359579999999</c:v>
                </c:pt>
                <c:pt idx="1015">
                  <c:v>0.1112499163</c:v>
                </c:pt>
                <c:pt idx="1016">
                  <c:v>0.1114937887</c:v>
                </c:pt>
                <c:pt idx="1017">
                  <c:v>0.1119631827</c:v>
                </c:pt>
                <c:pt idx="1018">
                  <c:v>0.1123786345</c:v>
                </c:pt>
                <c:pt idx="1019">
                  <c:v>0.11240301279999999</c:v>
                </c:pt>
                <c:pt idx="1020">
                  <c:v>0.1127681658</c:v>
                </c:pt>
                <c:pt idx="1021">
                  <c:v>0.1130325422</c:v>
                </c:pt>
                <c:pt idx="1022">
                  <c:v>0.1131898984</c:v>
                </c:pt>
                <c:pt idx="1023">
                  <c:v>0.1134973839</c:v>
                </c:pt>
                <c:pt idx="1024">
                  <c:v>0.11350918560000001</c:v>
                </c:pt>
                <c:pt idx="1025">
                  <c:v>0.1136327833</c:v>
                </c:pt>
                <c:pt idx="1026">
                  <c:v>0.1138724089</c:v>
                </c:pt>
                <c:pt idx="1027">
                  <c:v>0.11403347549999999</c:v>
                </c:pt>
                <c:pt idx="1028">
                  <c:v>0.11420425770000001</c:v>
                </c:pt>
                <c:pt idx="1029">
                  <c:v>0.11427608879999999</c:v>
                </c:pt>
                <c:pt idx="1030">
                  <c:v>0.1143145785</c:v>
                </c:pt>
                <c:pt idx="1031">
                  <c:v>0.1144141853</c:v>
                </c:pt>
                <c:pt idx="1032">
                  <c:v>0.11438588800000001</c:v>
                </c:pt>
                <c:pt idx="1033">
                  <c:v>0.1143919155</c:v>
                </c:pt>
                <c:pt idx="1034">
                  <c:v>0.1142968684</c:v>
                </c:pt>
                <c:pt idx="1035">
                  <c:v>0.1145191044</c:v>
                </c:pt>
                <c:pt idx="1036">
                  <c:v>0.114153482</c:v>
                </c:pt>
                <c:pt idx="1037">
                  <c:v>0.11426503960000001</c:v>
                </c:pt>
                <c:pt idx="1038">
                  <c:v>0.1142434552</c:v>
                </c:pt>
                <c:pt idx="1039">
                  <c:v>0.11383122950000001</c:v>
                </c:pt>
                <c:pt idx="1040">
                  <c:v>0.11391319330000001</c:v>
                </c:pt>
                <c:pt idx="1041">
                  <c:v>0.113797389</c:v>
                </c:pt>
                <c:pt idx="1042">
                  <c:v>0.11383096130000001</c:v>
                </c:pt>
                <c:pt idx="1043">
                  <c:v>0.1135092154</c:v>
                </c:pt>
                <c:pt idx="1044">
                  <c:v>0.11349751800000001</c:v>
                </c:pt>
                <c:pt idx="1045">
                  <c:v>0.1135530919</c:v>
                </c:pt>
                <c:pt idx="1046">
                  <c:v>0.1135393083</c:v>
                </c:pt>
                <c:pt idx="1047">
                  <c:v>0.11351698640000001</c:v>
                </c:pt>
                <c:pt idx="1048">
                  <c:v>0.11340142039999999</c:v>
                </c:pt>
                <c:pt idx="1049">
                  <c:v>0.1133668721</c:v>
                </c:pt>
                <c:pt idx="1050">
                  <c:v>0.1135373563</c:v>
                </c:pt>
                <c:pt idx="1051">
                  <c:v>0.1095281392</c:v>
                </c:pt>
                <c:pt idx="1052">
                  <c:v>0.10979601</c:v>
                </c:pt>
                <c:pt idx="1053">
                  <c:v>0.1094264537</c:v>
                </c:pt>
                <c:pt idx="1054">
                  <c:v>0.1087678745</c:v>
                </c:pt>
                <c:pt idx="1055">
                  <c:v>0.1083210185</c:v>
                </c:pt>
                <c:pt idx="1056">
                  <c:v>0.10795500130000001</c:v>
                </c:pt>
                <c:pt idx="1057">
                  <c:v>0.10799141230000001</c:v>
                </c:pt>
                <c:pt idx="1058">
                  <c:v>0.10738611219999999</c:v>
                </c:pt>
                <c:pt idx="1059">
                  <c:v>0.1068693176</c:v>
                </c:pt>
                <c:pt idx="1060">
                  <c:v>0.10592676700000001</c:v>
                </c:pt>
                <c:pt idx="1061">
                  <c:v>0.1052952707</c:v>
                </c:pt>
                <c:pt idx="1062">
                  <c:v>0.10394370560000001</c:v>
                </c:pt>
                <c:pt idx="1063">
                  <c:v>0.1021400541</c:v>
                </c:pt>
                <c:pt idx="1064">
                  <c:v>0.100007765</c:v>
                </c:pt>
                <c:pt idx="1065">
                  <c:v>9.8276801410000003E-2</c:v>
                </c:pt>
                <c:pt idx="1066">
                  <c:v>9.5460616050000002E-2</c:v>
                </c:pt>
                <c:pt idx="1067">
                  <c:v>9.2935562129999996E-2</c:v>
                </c:pt>
                <c:pt idx="1068">
                  <c:v>9.0452842409999998E-2</c:v>
                </c:pt>
                <c:pt idx="1069">
                  <c:v>8.7542988360000004E-2</c:v>
                </c:pt>
                <c:pt idx="1070">
                  <c:v>8.5641689600000001E-2</c:v>
                </c:pt>
                <c:pt idx="1071">
                  <c:v>8.3519823849999994E-2</c:v>
                </c:pt>
                <c:pt idx="1072">
                  <c:v>8.1765122709999999E-2</c:v>
                </c:pt>
                <c:pt idx="1073">
                  <c:v>8.0670148129999994E-2</c:v>
                </c:pt>
                <c:pt idx="1074">
                  <c:v>7.9364627600000001E-2</c:v>
                </c:pt>
                <c:pt idx="1075">
                  <c:v>7.8682050109999999E-2</c:v>
                </c:pt>
                <c:pt idx="1076">
                  <c:v>7.8280270099999993E-2</c:v>
                </c:pt>
                <c:pt idx="1077">
                  <c:v>7.8602656719999997E-2</c:v>
                </c:pt>
                <c:pt idx="1078">
                  <c:v>7.8512266280000007E-2</c:v>
                </c:pt>
                <c:pt idx="1079">
                  <c:v>7.8642241660000001E-2</c:v>
                </c:pt>
                <c:pt idx="1080">
                  <c:v>7.8698463740000002E-2</c:v>
                </c:pt>
                <c:pt idx="1081">
                  <c:v>7.922269404E-2</c:v>
                </c:pt>
                <c:pt idx="1082">
                  <c:v>7.9745948309999995E-2</c:v>
                </c:pt>
                <c:pt idx="1083">
                  <c:v>8.0401174719999996E-2</c:v>
                </c:pt>
                <c:pt idx="1084">
                  <c:v>8.1347748639999995E-2</c:v>
                </c:pt>
                <c:pt idx="1085">
                  <c:v>8.2677349450000007E-2</c:v>
                </c:pt>
                <c:pt idx="1086">
                  <c:v>8.4311768410000001E-2</c:v>
                </c:pt>
                <c:pt idx="1087">
                  <c:v>8.6166992780000007E-2</c:v>
                </c:pt>
                <c:pt idx="1088">
                  <c:v>8.8288374249999996E-2</c:v>
                </c:pt>
                <c:pt idx="1089">
                  <c:v>9.0266644950000002E-2</c:v>
                </c:pt>
                <c:pt idx="1090">
                  <c:v>9.2687502500000005E-2</c:v>
                </c:pt>
                <c:pt idx="1091">
                  <c:v>9.5519535239999995E-2</c:v>
                </c:pt>
                <c:pt idx="1092">
                  <c:v>9.7695320840000002E-2</c:v>
                </c:pt>
                <c:pt idx="1093">
                  <c:v>9.9900953469999998E-2</c:v>
                </c:pt>
                <c:pt idx="1094">
                  <c:v>0.10244918610000001</c:v>
                </c:pt>
                <c:pt idx="1095">
                  <c:v>0.10494431849999999</c:v>
                </c:pt>
                <c:pt idx="1096">
                  <c:v>0.1077878773</c:v>
                </c:pt>
                <c:pt idx="1097">
                  <c:v>0.11041732880000001</c:v>
                </c:pt>
                <c:pt idx="1098">
                  <c:v>0.1134055555</c:v>
                </c:pt>
                <c:pt idx="1099">
                  <c:v>0.1168052778</c:v>
                </c:pt>
                <c:pt idx="1100">
                  <c:v>0.1203707457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3A48-4BF6-8DE8-72583A291808}"/>
            </c:ext>
          </c:extLst>
        </c:ser>
        <c:ser>
          <c:idx val="3"/>
          <c:order val="3"/>
          <c:tx>
            <c:strRef>
              <c:f>'CG 20260720'!$G$1</c:f>
              <c:strCache>
                <c:ptCount val="1"/>
                <c:pt idx="0">
                  <c:v>CGCH-158C4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20260720'!$G$2:$G$1103</c:f>
              <c:numCache>
                <c:formatCode>General</c:formatCode>
                <c:ptCount val="1102"/>
                <c:pt idx="0">
                  <c:v>3.5189215090000003E-2</c:v>
                </c:pt>
                <c:pt idx="1">
                  <c:v>3.2884277400000002E-2</c:v>
                </c:pt>
                <c:pt idx="2">
                  <c:v>3.5649817440000002E-2</c:v>
                </c:pt>
                <c:pt idx="3">
                  <c:v>3.4975115209999998E-2</c:v>
                </c:pt>
                <c:pt idx="4">
                  <c:v>3.4020546819999997E-2</c:v>
                </c:pt>
                <c:pt idx="5">
                  <c:v>3.2061800360000003E-2</c:v>
                </c:pt>
                <c:pt idx="6">
                  <c:v>3.26997526E-2</c:v>
                </c:pt>
                <c:pt idx="7">
                  <c:v>3.7596199660000003E-2</c:v>
                </c:pt>
                <c:pt idx="8">
                  <c:v>3.2550010829999997E-2</c:v>
                </c:pt>
                <c:pt idx="9">
                  <c:v>3.2792285079999997E-2</c:v>
                </c:pt>
                <c:pt idx="10">
                  <c:v>3.5227615390000001E-2</c:v>
                </c:pt>
                <c:pt idx="11">
                  <c:v>3.2438896600000003E-2</c:v>
                </c:pt>
                <c:pt idx="12">
                  <c:v>3.2179594040000002E-2</c:v>
                </c:pt>
                <c:pt idx="13">
                  <c:v>3.2303888349999997E-2</c:v>
                </c:pt>
                <c:pt idx="14">
                  <c:v>3.2280325890000003E-2</c:v>
                </c:pt>
                <c:pt idx="15">
                  <c:v>3.196502104E-2</c:v>
                </c:pt>
                <c:pt idx="16">
                  <c:v>3.1857427209999997E-2</c:v>
                </c:pt>
                <c:pt idx="17">
                  <c:v>3.1652983279999998E-2</c:v>
                </c:pt>
                <c:pt idx="18">
                  <c:v>3.2149266449999998E-2</c:v>
                </c:pt>
                <c:pt idx="19">
                  <c:v>3.1619936229999999E-2</c:v>
                </c:pt>
                <c:pt idx="20">
                  <c:v>3.1750112769999998E-2</c:v>
                </c:pt>
                <c:pt idx="21">
                  <c:v>3.1623445450000003E-2</c:v>
                </c:pt>
                <c:pt idx="22">
                  <c:v>2.8563201430000001E-2</c:v>
                </c:pt>
                <c:pt idx="23">
                  <c:v>1.53728947E-2</c:v>
                </c:pt>
                <c:pt idx="24">
                  <c:v>-1.9610871099999998E-3</c:v>
                </c:pt>
                <c:pt idx="25">
                  <c:v>6.905671209E-3</c:v>
                </c:pt>
                <c:pt idx="26">
                  <c:v>1.8767857919999999E-2</c:v>
                </c:pt>
                <c:pt idx="27">
                  <c:v>2.4502731860000002E-2</c:v>
                </c:pt>
                <c:pt idx="28">
                  <c:v>2.8113748880000001E-2</c:v>
                </c:pt>
                <c:pt idx="29">
                  <c:v>2.929969877E-2</c:v>
                </c:pt>
                <c:pt idx="30">
                  <c:v>2.9885459690000001E-2</c:v>
                </c:pt>
                <c:pt idx="31">
                  <c:v>3.0702544379999998E-2</c:v>
                </c:pt>
                <c:pt idx="32">
                  <c:v>3.0351685359999998E-2</c:v>
                </c:pt>
                <c:pt idx="33">
                  <c:v>3.048198111E-2</c:v>
                </c:pt>
                <c:pt idx="34">
                  <c:v>3.0453935269999999E-2</c:v>
                </c:pt>
                <c:pt idx="35">
                  <c:v>3.0367951840000001E-2</c:v>
                </c:pt>
                <c:pt idx="36">
                  <c:v>3.0158657580000001E-2</c:v>
                </c:pt>
                <c:pt idx="37">
                  <c:v>3.0160849909999999E-2</c:v>
                </c:pt>
                <c:pt idx="38">
                  <c:v>2.999797463E-2</c:v>
                </c:pt>
                <c:pt idx="39">
                  <c:v>2.982218377E-2</c:v>
                </c:pt>
                <c:pt idx="40">
                  <c:v>2.983563207E-2</c:v>
                </c:pt>
                <c:pt idx="41">
                  <c:v>2.9604367909999998E-2</c:v>
                </c:pt>
                <c:pt idx="42">
                  <c:v>2.952714264E-2</c:v>
                </c:pt>
                <c:pt idx="43">
                  <c:v>2.950345352E-2</c:v>
                </c:pt>
                <c:pt idx="44">
                  <c:v>2.938336506E-2</c:v>
                </c:pt>
                <c:pt idx="45">
                  <c:v>2.9245728629999999E-2</c:v>
                </c:pt>
                <c:pt idx="46">
                  <c:v>2.8831336650000001E-2</c:v>
                </c:pt>
                <c:pt idx="47">
                  <c:v>2.9058285060000001E-2</c:v>
                </c:pt>
                <c:pt idx="48">
                  <c:v>2.8964856640000002E-2</c:v>
                </c:pt>
                <c:pt idx="49">
                  <c:v>2.8755297879999999E-2</c:v>
                </c:pt>
                <c:pt idx="50">
                  <c:v>2.8840547429999999E-2</c:v>
                </c:pt>
                <c:pt idx="51">
                  <c:v>2.8812803330000001E-2</c:v>
                </c:pt>
                <c:pt idx="52">
                  <c:v>2.8537131850000001E-2</c:v>
                </c:pt>
                <c:pt idx="53">
                  <c:v>2.8509488329999999E-2</c:v>
                </c:pt>
                <c:pt idx="54">
                  <c:v>2.8504319489999999E-2</c:v>
                </c:pt>
                <c:pt idx="55">
                  <c:v>2.8414685280000001E-2</c:v>
                </c:pt>
                <c:pt idx="56">
                  <c:v>2.838757448E-2</c:v>
                </c:pt>
                <c:pt idx="57">
                  <c:v>2.828249335E-2</c:v>
                </c:pt>
                <c:pt idx="58">
                  <c:v>2.8174150740000001E-2</c:v>
                </c:pt>
                <c:pt idx="59">
                  <c:v>2.812004462E-2</c:v>
                </c:pt>
                <c:pt idx="60">
                  <c:v>2.8117587789999999E-2</c:v>
                </c:pt>
                <c:pt idx="61">
                  <c:v>2.799009718E-2</c:v>
                </c:pt>
                <c:pt idx="62">
                  <c:v>2.8006965290000001E-2</c:v>
                </c:pt>
                <c:pt idx="63">
                  <c:v>2.789717354E-2</c:v>
                </c:pt>
                <c:pt idx="64">
                  <c:v>2.788996883E-2</c:v>
                </c:pt>
                <c:pt idx="65">
                  <c:v>2.773362771E-2</c:v>
                </c:pt>
                <c:pt idx="66">
                  <c:v>2.786142938E-2</c:v>
                </c:pt>
                <c:pt idx="67">
                  <c:v>2.7772728350000001E-2</c:v>
                </c:pt>
                <c:pt idx="68">
                  <c:v>2.775721997E-2</c:v>
                </c:pt>
                <c:pt idx="69">
                  <c:v>2.7681313459999999E-2</c:v>
                </c:pt>
                <c:pt idx="70">
                  <c:v>2.7680100869999998E-2</c:v>
                </c:pt>
                <c:pt idx="71">
                  <c:v>2.754780091E-2</c:v>
                </c:pt>
                <c:pt idx="72">
                  <c:v>2.7576100079999999E-2</c:v>
                </c:pt>
                <c:pt idx="73">
                  <c:v>2.75760442E-2</c:v>
                </c:pt>
                <c:pt idx="74">
                  <c:v>2.7431286869999998E-2</c:v>
                </c:pt>
                <c:pt idx="75">
                  <c:v>2.736698836E-2</c:v>
                </c:pt>
                <c:pt idx="76">
                  <c:v>2.7530370280000001E-2</c:v>
                </c:pt>
                <c:pt idx="77">
                  <c:v>2.7381381020000001E-2</c:v>
                </c:pt>
                <c:pt idx="78">
                  <c:v>2.7475433420000001E-2</c:v>
                </c:pt>
                <c:pt idx="79">
                  <c:v>2.7447195720000001E-2</c:v>
                </c:pt>
                <c:pt idx="80">
                  <c:v>2.7464458720000001E-2</c:v>
                </c:pt>
                <c:pt idx="81">
                  <c:v>2.7461618189999999E-2</c:v>
                </c:pt>
                <c:pt idx="82">
                  <c:v>2.7465533470000001E-2</c:v>
                </c:pt>
                <c:pt idx="83">
                  <c:v>2.7493413540000001E-2</c:v>
                </c:pt>
                <c:pt idx="84">
                  <c:v>2.7495564890000001E-2</c:v>
                </c:pt>
                <c:pt idx="85">
                  <c:v>2.753699012E-2</c:v>
                </c:pt>
                <c:pt idx="86">
                  <c:v>2.7540188279999999E-2</c:v>
                </c:pt>
                <c:pt idx="87">
                  <c:v>2.7594415470000001E-2</c:v>
                </c:pt>
                <c:pt idx="88">
                  <c:v>2.76260823E-2</c:v>
                </c:pt>
                <c:pt idx="89">
                  <c:v>2.762972377E-2</c:v>
                </c:pt>
                <c:pt idx="90">
                  <c:v>2.7702420950000001E-2</c:v>
                </c:pt>
                <c:pt idx="91">
                  <c:v>2.7781033890000001E-2</c:v>
                </c:pt>
                <c:pt idx="92">
                  <c:v>2.779102512E-2</c:v>
                </c:pt>
                <c:pt idx="93">
                  <c:v>2.7809044349999999E-2</c:v>
                </c:pt>
                <c:pt idx="94">
                  <c:v>2.781771123E-2</c:v>
                </c:pt>
                <c:pt idx="95">
                  <c:v>2.7895711359999999E-2</c:v>
                </c:pt>
                <c:pt idx="96">
                  <c:v>2.80020237E-2</c:v>
                </c:pt>
                <c:pt idx="97">
                  <c:v>2.7886657039999999E-2</c:v>
                </c:pt>
                <c:pt idx="98">
                  <c:v>2.7999760580000001E-2</c:v>
                </c:pt>
                <c:pt idx="99">
                  <c:v>2.806544863E-2</c:v>
                </c:pt>
                <c:pt idx="100">
                  <c:v>2.805821411E-2</c:v>
                </c:pt>
                <c:pt idx="101">
                  <c:v>2.8160341080000002E-2</c:v>
                </c:pt>
                <c:pt idx="102">
                  <c:v>2.822644077E-2</c:v>
                </c:pt>
                <c:pt idx="103">
                  <c:v>2.82860864E-2</c:v>
                </c:pt>
                <c:pt idx="104">
                  <c:v>2.82793995E-2</c:v>
                </c:pt>
                <c:pt idx="105">
                  <c:v>2.8324296700000001E-2</c:v>
                </c:pt>
                <c:pt idx="106">
                  <c:v>2.8399126600000001E-2</c:v>
                </c:pt>
                <c:pt idx="107">
                  <c:v>2.8428807850000001E-2</c:v>
                </c:pt>
                <c:pt idx="108">
                  <c:v>2.854180336E-2</c:v>
                </c:pt>
                <c:pt idx="109">
                  <c:v>2.8583576900000001E-2</c:v>
                </c:pt>
                <c:pt idx="110">
                  <c:v>2.8576055539999999E-2</c:v>
                </c:pt>
                <c:pt idx="111">
                  <c:v>2.8664229440000001E-2</c:v>
                </c:pt>
                <c:pt idx="112">
                  <c:v>2.8746061029999999E-2</c:v>
                </c:pt>
                <c:pt idx="113">
                  <c:v>2.8771560639999999E-2</c:v>
                </c:pt>
                <c:pt idx="114">
                  <c:v>2.8864173220000001E-2</c:v>
                </c:pt>
                <c:pt idx="115">
                  <c:v>2.888439596E-2</c:v>
                </c:pt>
                <c:pt idx="116">
                  <c:v>2.8916379440000001E-2</c:v>
                </c:pt>
                <c:pt idx="117">
                  <c:v>2.9031772170000001E-2</c:v>
                </c:pt>
                <c:pt idx="118">
                  <c:v>2.9078103599999999E-2</c:v>
                </c:pt>
                <c:pt idx="119">
                  <c:v>2.919284627E-2</c:v>
                </c:pt>
                <c:pt idx="120">
                  <c:v>2.927131392E-2</c:v>
                </c:pt>
                <c:pt idx="121">
                  <c:v>2.9313739389999999E-2</c:v>
                </c:pt>
                <c:pt idx="122">
                  <c:v>2.9384030030000001E-2</c:v>
                </c:pt>
                <c:pt idx="123">
                  <c:v>2.9474584389999999E-2</c:v>
                </c:pt>
                <c:pt idx="124">
                  <c:v>2.9492480679999999E-2</c:v>
                </c:pt>
                <c:pt idx="125">
                  <c:v>2.959857695E-2</c:v>
                </c:pt>
                <c:pt idx="126">
                  <c:v>2.970406041E-2</c:v>
                </c:pt>
                <c:pt idx="127">
                  <c:v>2.9804356399999999E-2</c:v>
                </c:pt>
                <c:pt idx="128">
                  <c:v>2.988351882E-2</c:v>
                </c:pt>
                <c:pt idx="129">
                  <c:v>2.9937179760000002E-2</c:v>
                </c:pt>
                <c:pt idx="130">
                  <c:v>3.0009791250000001E-2</c:v>
                </c:pt>
                <c:pt idx="131">
                  <c:v>3.0081333589999999E-2</c:v>
                </c:pt>
                <c:pt idx="132">
                  <c:v>3.0133880670000002E-2</c:v>
                </c:pt>
                <c:pt idx="133">
                  <c:v>3.0254619199999999E-2</c:v>
                </c:pt>
                <c:pt idx="134">
                  <c:v>3.03372778E-2</c:v>
                </c:pt>
                <c:pt idx="135">
                  <c:v>3.040865064E-2</c:v>
                </c:pt>
                <c:pt idx="136">
                  <c:v>3.0521580949999998E-2</c:v>
                </c:pt>
                <c:pt idx="137">
                  <c:v>3.067959659E-2</c:v>
                </c:pt>
                <c:pt idx="138">
                  <c:v>3.0691236260000001E-2</c:v>
                </c:pt>
                <c:pt idx="139">
                  <c:v>3.0709294599999999E-2</c:v>
                </c:pt>
                <c:pt idx="140">
                  <c:v>3.0795624479999999E-2</c:v>
                </c:pt>
                <c:pt idx="141">
                  <c:v>3.0869130049999999E-2</c:v>
                </c:pt>
                <c:pt idx="142">
                  <c:v>3.0980287120000002E-2</c:v>
                </c:pt>
                <c:pt idx="143">
                  <c:v>3.1022880230000001E-2</c:v>
                </c:pt>
                <c:pt idx="144">
                  <c:v>3.1133659179999999E-2</c:v>
                </c:pt>
                <c:pt idx="145">
                  <c:v>3.1202744689999999E-2</c:v>
                </c:pt>
                <c:pt idx="146">
                  <c:v>3.1292706730000001E-2</c:v>
                </c:pt>
                <c:pt idx="147">
                  <c:v>3.1380318109999999E-2</c:v>
                </c:pt>
                <c:pt idx="148">
                  <c:v>3.1447354699999999E-2</c:v>
                </c:pt>
                <c:pt idx="149">
                  <c:v>3.1557269390000003E-2</c:v>
                </c:pt>
                <c:pt idx="150">
                  <c:v>3.1694695350000003E-2</c:v>
                </c:pt>
                <c:pt idx="151">
                  <c:v>3.1758997589999997E-2</c:v>
                </c:pt>
                <c:pt idx="152">
                  <c:v>3.1762395050000003E-2</c:v>
                </c:pt>
                <c:pt idx="153">
                  <c:v>3.1887404619999997E-2</c:v>
                </c:pt>
                <c:pt idx="154">
                  <c:v>3.1933203340000001E-2</c:v>
                </c:pt>
                <c:pt idx="155">
                  <c:v>3.1969174740000002E-2</c:v>
                </c:pt>
                <c:pt idx="156">
                  <c:v>3.2131090760000001E-2</c:v>
                </c:pt>
                <c:pt idx="157">
                  <c:v>3.2188236709999998E-2</c:v>
                </c:pt>
                <c:pt idx="158">
                  <c:v>3.227954358E-2</c:v>
                </c:pt>
                <c:pt idx="159">
                  <c:v>3.2309018080000002E-2</c:v>
                </c:pt>
                <c:pt idx="160">
                  <c:v>3.2454323020000002E-2</c:v>
                </c:pt>
                <c:pt idx="161">
                  <c:v>3.2520886509999999E-2</c:v>
                </c:pt>
                <c:pt idx="162">
                  <c:v>3.2554756849999998E-2</c:v>
                </c:pt>
                <c:pt idx="163">
                  <c:v>3.2667879019999999E-2</c:v>
                </c:pt>
                <c:pt idx="164">
                  <c:v>3.2724816349999998E-2</c:v>
                </c:pt>
                <c:pt idx="165">
                  <c:v>3.281263635E-2</c:v>
                </c:pt>
                <c:pt idx="166">
                  <c:v>3.2905779779999998E-2</c:v>
                </c:pt>
                <c:pt idx="167">
                  <c:v>3.2961491500000002E-2</c:v>
                </c:pt>
                <c:pt idx="168">
                  <c:v>3.3031787719999997E-2</c:v>
                </c:pt>
                <c:pt idx="169">
                  <c:v>3.3068157729999999E-2</c:v>
                </c:pt>
                <c:pt idx="170">
                  <c:v>3.3180579539999998E-2</c:v>
                </c:pt>
                <c:pt idx="171">
                  <c:v>3.3251497890000002E-2</c:v>
                </c:pt>
                <c:pt idx="172">
                  <c:v>3.331681341E-2</c:v>
                </c:pt>
                <c:pt idx="173">
                  <c:v>3.3405452969999999E-2</c:v>
                </c:pt>
                <c:pt idx="174">
                  <c:v>3.3467795699999997E-2</c:v>
                </c:pt>
                <c:pt idx="175">
                  <c:v>3.3525619659999999E-2</c:v>
                </c:pt>
                <c:pt idx="176">
                  <c:v>3.3595561980000001E-2</c:v>
                </c:pt>
                <c:pt idx="177">
                  <c:v>3.3672593530000003E-2</c:v>
                </c:pt>
                <c:pt idx="178">
                  <c:v>3.376438096E-2</c:v>
                </c:pt>
                <c:pt idx="179">
                  <c:v>3.3852860329999998E-2</c:v>
                </c:pt>
                <c:pt idx="180">
                  <c:v>3.3888932320000002E-2</c:v>
                </c:pt>
                <c:pt idx="181">
                  <c:v>3.3953811969999997E-2</c:v>
                </c:pt>
                <c:pt idx="182">
                  <c:v>3.4006632859999997E-2</c:v>
                </c:pt>
                <c:pt idx="183">
                  <c:v>3.4095104780000003E-2</c:v>
                </c:pt>
                <c:pt idx="184">
                  <c:v>3.4195244309999998E-2</c:v>
                </c:pt>
                <c:pt idx="185">
                  <c:v>3.411403298E-2</c:v>
                </c:pt>
                <c:pt idx="186">
                  <c:v>3.4241236750000001E-2</c:v>
                </c:pt>
                <c:pt idx="187">
                  <c:v>3.4295715390000002E-2</c:v>
                </c:pt>
                <c:pt idx="188">
                  <c:v>3.4361664209999997E-2</c:v>
                </c:pt>
                <c:pt idx="189">
                  <c:v>3.4444827589999998E-2</c:v>
                </c:pt>
                <c:pt idx="190">
                  <c:v>3.4438747909999998E-2</c:v>
                </c:pt>
                <c:pt idx="191">
                  <c:v>3.4481398759999997E-2</c:v>
                </c:pt>
                <c:pt idx="192">
                  <c:v>3.4560184930000001E-2</c:v>
                </c:pt>
                <c:pt idx="193">
                  <c:v>3.4601334480000003E-2</c:v>
                </c:pt>
                <c:pt idx="194">
                  <c:v>3.4677870569999998E-2</c:v>
                </c:pt>
                <c:pt idx="195">
                  <c:v>3.4724723550000003E-2</c:v>
                </c:pt>
                <c:pt idx="196">
                  <c:v>3.4662507469999999E-2</c:v>
                </c:pt>
                <c:pt idx="197">
                  <c:v>3.4760702400000003E-2</c:v>
                </c:pt>
                <c:pt idx="198">
                  <c:v>3.4863069650000002E-2</c:v>
                </c:pt>
                <c:pt idx="199">
                  <c:v>3.4908656029999999E-2</c:v>
                </c:pt>
                <c:pt idx="200">
                  <c:v>3.4923382099999997E-2</c:v>
                </c:pt>
                <c:pt idx="201">
                  <c:v>3.4928768870000002E-2</c:v>
                </c:pt>
                <c:pt idx="202">
                  <c:v>3.4987628460000003E-2</c:v>
                </c:pt>
                <c:pt idx="203">
                  <c:v>3.4999836239999998E-2</c:v>
                </c:pt>
                <c:pt idx="204">
                  <c:v>3.5092633220000002E-2</c:v>
                </c:pt>
                <c:pt idx="205">
                  <c:v>3.5166196529999999E-2</c:v>
                </c:pt>
                <c:pt idx="206">
                  <c:v>3.5125415770000001E-2</c:v>
                </c:pt>
                <c:pt idx="207">
                  <c:v>3.5218268630000001E-2</c:v>
                </c:pt>
                <c:pt idx="208">
                  <c:v>3.5307154059999998E-2</c:v>
                </c:pt>
                <c:pt idx="209">
                  <c:v>3.531973436E-2</c:v>
                </c:pt>
                <c:pt idx="210">
                  <c:v>3.5343237219999997E-2</c:v>
                </c:pt>
                <c:pt idx="211">
                  <c:v>3.5355199130000001E-2</c:v>
                </c:pt>
                <c:pt idx="212">
                  <c:v>3.5414483400000002E-2</c:v>
                </c:pt>
                <c:pt idx="213">
                  <c:v>3.54572311E-2</c:v>
                </c:pt>
                <c:pt idx="214">
                  <c:v>3.5517401990000003E-2</c:v>
                </c:pt>
                <c:pt idx="215">
                  <c:v>3.55409421E-2</c:v>
                </c:pt>
                <c:pt idx="216">
                  <c:v>3.5593226550000003E-2</c:v>
                </c:pt>
                <c:pt idx="217">
                  <c:v>3.5598371179999998E-2</c:v>
                </c:pt>
                <c:pt idx="218">
                  <c:v>3.5709563639999997E-2</c:v>
                </c:pt>
                <c:pt idx="219">
                  <c:v>3.5704899579999998E-2</c:v>
                </c:pt>
                <c:pt idx="220">
                  <c:v>3.573862463E-2</c:v>
                </c:pt>
                <c:pt idx="221">
                  <c:v>3.5814434290000002E-2</c:v>
                </c:pt>
                <c:pt idx="222">
                  <c:v>3.5871729249999998E-2</c:v>
                </c:pt>
                <c:pt idx="223">
                  <c:v>3.5862900320000002E-2</c:v>
                </c:pt>
                <c:pt idx="224">
                  <c:v>3.5987436769999999E-2</c:v>
                </c:pt>
                <c:pt idx="225">
                  <c:v>3.6020312460000002E-2</c:v>
                </c:pt>
                <c:pt idx="226">
                  <c:v>3.6071531470000001E-2</c:v>
                </c:pt>
                <c:pt idx="227">
                  <c:v>3.6124724890000001E-2</c:v>
                </c:pt>
                <c:pt idx="228">
                  <c:v>3.6159720270000001E-2</c:v>
                </c:pt>
                <c:pt idx="229">
                  <c:v>3.6260001360000002E-2</c:v>
                </c:pt>
                <c:pt idx="230">
                  <c:v>3.6281697449999997E-2</c:v>
                </c:pt>
                <c:pt idx="231">
                  <c:v>3.6289885639999998E-2</c:v>
                </c:pt>
                <c:pt idx="232">
                  <c:v>3.6413304510000001E-2</c:v>
                </c:pt>
                <c:pt idx="233">
                  <c:v>3.6486275489999997E-2</c:v>
                </c:pt>
                <c:pt idx="234">
                  <c:v>3.646963835E-2</c:v>
                </c:pt>
                <c:pt idx="235">
                  <c:v>3.6590714009999997E-2</c:v>
                </c:pt>
                <c:pt idx="236">
                  <c:v>3.6595501010000003E-2</c:v>
                </c:pt>
                <c:pt idx="237">
                  <c:v>3.6726642400000002E-2</c:v>
                </c:pt>
                <c:pt idx="238">
                  <c:v>3.6796566099999997E-2</c:v>
                </c:pt>
                <c:pt idx="239">
                  <c:v>3.6762986329999997E-2</c:v>
                </c:pt>
                <c:pt idx="240">
                  <c:v>3.6820318550000002E-2</c:v>
                </c:pt>
                <c:pt idx="241">
                  <c:v>3.689130023E-2</c:v>
                </c:pt>
                <c:pt idx="242">
                  <c:v>3.6919116969999999E-2</c:v>
                </c:pt>
                <c:pt idx="243">
                  <c:v>3.6930531260000003E-2</c:v>
                </c:pt>
                <c:pt idx="244">
                  <c:v>3.6971118300000001E-2</c:v>
                </c:pt>
                <c:pt idx="245">
                  <c:v>3.6997921759999997E-2</c:v>
                </c:pt>
                <c:pt idx="246">
                  <c:v>3.696271777E-2</c:v>
                </c:pt>
                <c:pt idx="247">
                  <c:v>3.7036005410000003E-2</c:v>
                </c:pt>
                <c:pt idx="248">
                  <c:v>3.7010747939999998E-2</c:v>
                </c:pt>
                <c:pt idx="249">
                  <c:v>3.699062392E-2</c:v>
                </c:pt>
                <c:pt idx="250">
                  <c:v>3.6927629259999997E-2</c:v>
                </c:pt>
                <c:pt idx="251">
                  <c:v>3.6915395410000003E-2</c:v>
                </c:pt>
                <c:pt idx="252">
                  <c:v>3.6885976789999997E-2</c:v>
                </c:pt>
                <c:pt idx="253">
                  <c:v>3.6738276479999998E-2</c:v>
                </c:pt>
                <c:pt idx="254">
                  <c:v>3.6558050660000001E-2</c:v>
                </c:pt>
                <c:pt idx="255">
                  <c:v>3.6564327780000003E-2</c:v>
                </c:pt>
                <c:pt idx="256">
                  <c:v>3.6343414339999998E-2</c:v>
                </c:pt>
                <c:pt idx="257">
                  <c:v>3.594857454E-2</c:v>
                </c:pt>
                <c:pt idx="258">
                  <c:v>3.5867147150000001E-2</c:v>
                </c:pt>
                <c:pt idx="259">
                  <c:v>3.5741772499999998E-2</c:v>
                </c:pt>
                <c:pt idx="260">
                  <c:v>3.5460039970000003E-2</c:v>
                </c:pt>
                <c:pt idx="261">
                  <c:v>3.5281211139999998E-2</c:v>
                </c:pt>
                <c:pt idx="262">
                  <c:v>3.5434957590000003E-2</c:v>
                </c:pt>
                <c:pt idx="263">
                  <c:v>3.5395413639999998E-2</c:v>
                </c:pt>
                <c:pt idx="264">
                  <c:v>3.5557601600000002E-2</c:v>
                </c:pt>
                <c:pt idx="265">
                  <c:v>3.5632960499999998E-2</c:v>
                </c:pt>
                <c:pt idx="266">
                  <c:v>3.5522568970000001E-2</c:v>
                </c:pt>
                <c:pt idx="267">
                  <c:v>3.5576287659999997E-2</c:v>
                </c:pt>
                <c:pt idx="268">
                  <c:v>3.566471115E-2</c:v>
                </c:pt>
                <c:pt idx="269">
                  <c:v>3.5610284659999998E-2</c:v>
                </c:pt>
                <c:pt idx="270">
                  <c:v>3.551155701E-2</c:v>
                </c:pt>
                <c:pt idx="271">
                  <c:v>3.5658698529999998E-2</c:v>
                </c:pt>
                <c:pt idx="272">
                  <c:v>3.5486191510000001E-2</c:v>
                </c:pt>
                <c:pt idx="273">
                  <c:v>3.5522766410000003E-2</c:v>
                </c:pt>
                <c:pt idx="274">
                  <c:v>3.5468384620000001E-2</c:v>
                </c:pt>
                <c:pt idx="275">
                  <c:v>3.5489842299999998E-2</c:v>
                </c:pt>
                <c:pt idx="276">
                  <c:v>3.5484168679999997E-2</c:v>
                </c:pt>
                <c:pt idx="277">
                  <c:v>3.5555690530000003E-2</c:v>
                </c:pt>
                <c:pt idx="278">
                  <c:v>3.5513047130000003E-2</c:v>
                </c:pt>
                <c:pt idx="279">
                  <c:v>3.5533469169999998E-2</c:v>
                </c:pt>
                <c:pt idx="280">
                  <c:v>3.5529930139999999E-2</c:v>
                </c:pt>
                <c:pt idx="281">
                  <c:v>3.549394384E-2</c:v>
                </c:pt>
                <c:pt idx="282">
                  <c:v>3.5565834490000003E-2</c:v>
                </c:pt>
                <c:pt idx="283">
                  <c:v>3.553818911E-2</c:v>
                </c:pt>
                <c:pt idx="284">
                  <c:v>3.5565666849999997E-2</c:v>
                </c:pt>
                <c:pt idx="285">
                  <c:v>3.5515461120000001E-2</c:v>
                </c:pt>
                <c:pt idx="286">
                  <c:v>3.559331223E-2</c:v>
                </c:pt>
                <c:pt idx="287">
                  <c:v>3.5524282599999998E-2</c:v>
                </c:pt>
                <c:pt idx="288">
                  <c:v>3.5561449830000001E-2</c:v>
                </c:pt>
                <c:pt idx="289">
                  <c:v>3.5531897100000001E-2</c:v>
                </c:pt>
                <c:pt idx="290">
                  <c:v>3.5543948409999998E-2</c:v>
                </c:pt>
                <c:pt idx="291">
                  <c:v>3.5530295220000001E-2</c:v>
                </c:pt>
                <c:pt idx="292">
                  <c:v>3.5587608809999997E-2</c:v>
                </c:pt>
                <c:pt idx="293">
                  <c:v>3.5507231950000002E-2</c:v>
                </c:pt>
                <c:pt idx="294">
                  <c:v>3.5590924320000002E-2</c:v>
                </c:pt>
                <c:pt idx="295">
                  <c:v>3.5603258759999999E-2</c:v>
                </c:pt>
                <c:pt idx="296">
                  <c:v>3.558168188E-2</c:v>
                </c:pt>
                <c:pt idx="297">
                  <c:v>3.5603147000000002E-2</c:v>
                </c:pt>
                <c:pt idx="298">
                  <c:v>3.5697478800000002E-2</c:v>
                </c:pt>
                <c:pt idx="299">
                  <c:v>3.5652037710000001E-2</c:v>
                </c:pt>
                <c:pt idx="300">
                  <c:v>3.5656899210000002E-2</c:v>
                </c:pt>
                <c:pt idx="301">
                  <c:v>3.56557183E-2</c:v>
                </c:pt>
                <c:pt idx="302">
                  <c:v>3.566468507E-2</c:v>
                </c:pt>
                <c:pt idx="303">
                  <c:v>3.5690989350000001E-2</c:v>
                </c:pt>
                <c:pt idx="304">
                  <c:v>3.5726539789999998E-2</c:v>
                </c:pt>
                <c:pt idx="305">
                  <c:v>3.5744499419999999E-2</c:v>
                </c:pt>
                <c:pt idx="306">
                  <c:v>3.5764597359999997E-2</c:v>
                </c:pt>
                <c:pt idx="307">
                  <c:v>3.5746213050000003E-2</c:v>
                </c:pt>
                <c:pt idx="308">
                  <c:v>3.5789865999999997E-2</c:v>
                </c:pt>
                <c:pt idx="309">
                  <c:v>3.5753831270000001E-2</c:v>
                </c:pt>
                <c:pt idx="310">
                  <c:v>3.579886258E-2</c:v>
                </c:pt>
                <c:pt idx="311">
                  <c:v>3.5851120950000002E-2</c:v>
                </c:pt>
                <c:pt idx="312">
                  <c:v>3.5875216129999998E-2</c:v>
                </c:pt>
                <c:pt idx="313">
                  <c:v>3.5881090910000003E-2</c:v>
                </c:pt>
                <c:pt idx="314">
                  <c:v>3.5887669769999998E-2</c:v>
                </c:pt>
                <c:pt idx="315">
                  <c:v>3.59490253E-2</c:v>
                </c:pt>
                <c:pt idx="316">
                  <c:v>3.5969074820000002E-2</c:v>
                </c:pt>
                <c:pt idx="317">
                  <c:v>3.6042898890000001E-2</c:v>
                </c:pt>
                <c:pt idx="318">
                  <c:v>3.608936444E-2</c:v>
                </c:pt>
                <c:pt idx="319">
                  <c:v>3.6047820000000001E-2</c:v>
                </c:pt>
                <c:pt idx="320">
                  <c:v>3.6078620700000001E-2</c:v>
                </c:pt>
                <c:pt idx="321">
                  <c:v>3.6219846460000003E-2</c:v>
                </c:pt>
                <c:pt idx="322">
                  <c:v>3.6297034470000003E-2</c:v>
                </c:pt>
                <c:pt idx="323">
                  <c:v>3.6237966269999998E-2</c:v>
                </c:pt>
                <c:pt idx="324">
                  <c:v>3.626529127E-2</c:v>
                </c:pt>
                <c:pt idx="325">
                  <c:v>3.6343779409999999E-2</c:v>
                </c:pt>
                <c:pt idx="326">
                  <c:v>3.6353688689999997E-2</c:v>
                </c:pt>
                <c:pt idx="327">
                  <c:v>3.6443203690000002E-2</c:v>
                </c:pt>
                <c:pt idx="328">
                  <c:v>3.6420680580000003E-2</c:v>
                </c:pt>
                <c:pt idx="329">
                  <c:v>3.6524683240000001E-2</c:v>
                </c:pt>
                <c:pt idx="330">
                  <c:v>3.6577984690000002E-2</c:v>
                </c:pt>
                <c:pt idx="331">
                  <c:v>3.6643691360000001E-2</c:v>
                </c:pt>
                <c:pt idx="332">
                  <c:v>3.6693967879999997E-2</c:v>
                </c:pt>
                <c:pt idx="333">
                  <c:v>3.6703038960000003E-2</c:v>
                </c:pt>
                <c:pt idx="334">
                  <c:v>3.6793410780000001E-2</c:v>
                </c:pt>
                <c:pt idx="335">
                  <c:v>3.682868928E-2</c:v>
                </c:pt>
                <c:pt idx="336">
                  <c:v>3.6867178979999998E-2</c:v>
                </c:pt>
                <c:pt idx="337">
                  <c:v>3.6963507530000002E-2</c:v>
                </c:pt>
                <c:pt idx="338">
                  <c:v>3.697218746E-2</c:v>
                </c:pt>
                <c:pt idx="339">
                  <c:v>3.7051849069999997E-2</c:v>
                </c:pt>
                <c:pt idx="340">
                  <c:v>3.712929785E-2</c:v>
                </c:pt>
                <c:pt idx="341">
                  <c:v>3.7202134730000003E-2</c:v>
                </c:pt>
                <c:pt idx="342">
                  <c:v>3.7293378260000003E-2</c:v>
                </c:pt>
                <c:pt idx="343">
                  <c:v>3.7434715780000002E-2</c:v>
                </c:pt>
                <c:pt idx="344">
                  <c:v>3.7381786850000001E-2</c:v>
                </c:pt>
                <c:pt idx="345">
                  <c:v>3.7521604450000003E-2</c:v>
                </c:pt>
                <c:pt idx="346">
                  <c:v>3.7583723659999999E-2</c:v>
                </c:pt>
                <c:pt idx="347">
                  <c:v>3.7687126549999998E-2</c:v>
                </c:pt>
                <c:pt idx="348">
                  <c:v>3.7821650509999999E-2</c:v>
                </c:pt>
                <c:pt idx="349">
                  <c:v>3.790739924E-2</c:v>
                </c:pt>
                <c:pt idx="350">
                  <c:v>3.7933614099999999E-2</c:v>
                </c:pt>
                <c:pt idx="351">
                  <c:v>3.811848164E-2</c:v>
                </c:pt>
                <c:pt idx="352">
                  <c:v>3.814346716E-2</c:v>
                </c:pt>
                <c:pt idx="353">
                  <c:v>3.8299530739999997E-2</c:v>
                </c:pt>
                <c:pt idx="354">
                  <c:v>3.8377795370000002E-2</c:v>
                </c:pt>
                <c:pt idx="355">
                  <c:v>3.8532614710000003E-2</c:v>
                </c:pt>
                <c:pt idx="356">
                  <c:v>3.8523759689999999E-2</c:v>
                </c:pt>
                <c:pt idx="357">
                  <c:v>3.8684997710000002E-2</c:v>
                </c:pt>
                <c:pt idx="358">
                  <c:v>3.8835909219999999E-2</c:v>
                </c:pt>
                <c:pt idx="359">
                  <c:v>3.8919337089999999E-2</c:v>
                </c:pt>
                <c:pt idx="360">
                  <c:v>3.9043705909999997E-2</c:v>
                </c:pt>
                <c:pt idx="361">
                  <c:v>3.9155758919999999E-2</c:v>
                </c:pt>
                <c:pt idx="362">
                  <c:v>3.9227832109999999E-2</c:v>
                </c:pt>
                <c:pt idx="363">
                  <c:v>3.9418779309999999E-2</c:v>
                </c:pt>
                <c:pt idx="364">
                  <c:v>3.9551232009999999E-2</c:v>
                </c:pt>
                <c:pt idx="365">
                  <c:v>3.9658706639999999E-2</c:v>
                </c:pt>
                <c:pt idx="366">
                  <c:v>3.981213644E-2</c:v>
                </c:pt>
                <c:pt idx="367">
                  <c:v>3.9983477439999998E-2</c:v>
                </c:pt>
                <c:pt idx="368">
                  <c:v>4.0163543080000003E-2</c:v>
                </c:pt>
                <c:pt idx="369">
                  <c:v>4.0320675819999999E-2</c:v>
                </c:pt>
                <c:pt idx="370">
                  <c:v>4.0480393920000003E-2</c:v>
                </c:pt>
                <c:pt idx="371">
                  <c:v>4.0653988719999999E-2</c:v>
                </c:pt>
                <c:pt idx="372">
                  <c:v>4.0854096409999999E-2</c:v>
                </c:pt>
                <c:pt idx="373">
                  <c:v>4.0991678830000003E-2</c:v>
                </c:pt>
                <c:pt idx="374">
                  <c:v>4.1184004400000002E-2</c:v>
                </c:pt>
                <c:pt idx="375">
                  <c:v>4.1417360309999998E-2</c:v>
                </c:pt>
                <c:pt idx="376">
                  <c:v>4.1598249230000002E-2</c:v>
                </c:pt>
                <c:pt idx="377">
                  <c:v>4.1791100050000002E-2</c:v>
                </c:pt>
                <c:pt idx="378">
                  <c:v>4.2040668429999997E-2</c:v>
                </c:pt>
                <c:pt idx="379">
                  <c:v>4.2213913050000003E-2</c:v>
                </c:pt>
                <c:pt idx="380">
                  <c:v>4.246751964E-2</c:v>
                </c:pt>
                <c:pt idx="381">
                  <c:v>4.2693886909999999E-2</c:v>
                </c:pt>
                <c:pt idx="382">
                  <c:v>4.2916852980000003E-2</c:v>
                </c:pt>
                <c:pt idx="383">
                  <c:v>4.3157491829999999E-2</c:v>
                </c:pt>
                <c:pt idx="384">
                  <c:v>4.3442115189999998E-2</c:v>
                </c:pt>
                <c:pt idx="385">
                  <c:v>4.3714791539999999E-2</c:v>
                </c:pt>
                <c:pt idx="386">
                  <c:v>4.402954504E-2</c:v>
                </c:pt>
                <c:pt idx="387">
                  <c:v>4.424735531E-2</c:v>
                </c:pt>
                <c:pt idx="388">
                  <c:v>4.4518671930000003E-2</c:v>
                </c:pt>
                <c:pt idx="389">
                  <c:v>4.487092048E-2</c:v>
                </c:pt>
                <c:pt idx="390">
                  <c:v>4.5155409719999998E-2</c:v>
                </c:pt>
                <c:pt idx="391">
                  <c:v>4.5541811729999999E-2</c:v>
                </c:pt>
                <c:pt idx="392">
                  <c:v>4.5834850519999998E-2</c:v>
                </c:pt>
                <c:pt idx="393">
                  <c:v>4.6154171229999999E-2</c:v>
                </c:pt>
                <c:pt idx="394">
                  <c:v>4.6536389740000003E-2</c:v>
                </c:pt>
                <c:pt idx="395">
                  <c:v>4.6927049759999999E-2</c:v>
                </c:pt>
                <c:pt idx="396">
                  <c:v>4.7257795929999999E-2</c:v>
                </c:pt>
                <c:pt idx="397">
                  <c:v>4.7663088889999997E-2</c:v>
                </c:pt>
                <c:pt idx="398">
                  <c:v>4.7966901210000003E-2</c:v>
                </c:pt>
                <c:pt idx="399">
                  <c:v>4.8442102969999998E-2</c:v>
                </c:pt>
                <c:pt idx="400">
                  <c:v>4.8833150419999999E-2</c:v>
                </c:pt>
                <c:pt idx="401">
                  <c:v>4.9327194689999999E-2</c:v>
                </c:pt>
                <c:pt idx="402">
                  <c:v>4.9746237700000001E-2</c:v>
                </c:pt>
                <c:pt idx="403">
                  <c:v>5.0213776529999997E-2</c:v>
                </c:pt>
                <c:pt idx="404">
                  <c:v>5.0654184069999997E-2</c:v>
                </c:pt>
                <c:pt idx="405">
                  <c:v>5.1145151260000001E-2</c:v>
                </c:pt>
                <c:pt idx="406">
                  <c:v>5.1693588499999998E-2</c:v>
                </c:pt>
                <c:pt idx="407">
                  <c:v>5.218080059E-2</c:v>
                </c:pt>
                <c:pt idx="408">
                  <c:v>5.2717685700000003E-2</c:v>
                </c:pt>
                <c:pt idx="409">
                  <c:v>5.3241778169999997E-2</c:v>
                </c:pt>
                <c:pt idx="410">
                  <c:v>5.3725074980000002E-2</c:v>
                </c:pt>
                <c:pt idx="411">
                  <c:v>5.4379809649999999E-2</c:v>
                </c:pt>
                <c:pt idx="412">
                  <c:v>5.4992102090000002E-2</c:v>
                </c:pt>
                <c:pt idx="413">
                  <c:v>5.5580638350000003E-2</c:v>
                </c:pt>
                <c:pt idx="414">
                  <c:v>5.6258182970000001E-2</c:v>
                </c:pt>
                <c:pt idx="415">
                  <c:v>5.6790076199999998E-2</c:v>
                </c:pt>
                <c:pt idx="416">
                  <c:v>5.7490907610000003E-2</c:v>
                </c:pt>
                <c:pt idx="417">
                  <c:v>5.8112874629999998E-2</c:v>
                </c:pt>
                <c:pt idx="418">
                  <c:v>5.8758642520000001E-2</c:v>
                </c:pt>
                <c:pt idx="419">
                  <c:v>5.9473074969999998E-2</c:v>
                </c:pt>
                <c:pt idx="420">
                  <c:v>6.0141354799999998E-2</c:v>
                </c:pt>
                <c:pt idx="421">
                  <c:v>6.0936458409999998E-2</c:v>
                </c:pt>
                <c:pt idx="422">
                  <c:v>6.1606843020000003E-2</c:v>
                </c:pt>
                <c:pt idx="423">
                  <c:v>6.2397077680000003E-2</c:v>
                </c:pt>
                <c:pt idx="424">
                  <c:v>6.3106119629999999E-2</c:v>
                </c:pt>
                <c:pt idx="425">
                  <c:v>6.3898429270000001E-2</c:v>
                </c:pt>
                <c:pt idx="426">
                  <c:v>6.4714990560000005E-2</c:v>
                </c:pt>
                <c:pt idx="427">
                  <c:v>6.5481372179999997E-2</c:v>
                </c:pt>
                <c:pt idx="428">
                  <c:v>6.6344708200000005E-2</c:v>
                </c:pt>
                <c:pt idx="429">
                  <c:v>6.71698451E-2</c:v>
                </c:pt>
                <c:pt idx="430">
                  <c:v>6.7993879320000006E-2</c:v>
                </c:pt>
                <c:pt idx="431">
                  <c:v>6.8858288229999995E-2</c:v>
                </c:pt>
                <c:pt idx="432">
                  <c:v>6.9666333499999997E-2</c:v>
                </c:pt>
                <c:pt idx="433">
                  <c:v>7.0588037369999995E-2</c:v>
                </c:pt>
                <c:pt idx="434">
                  <c:v>7.1405686440000005E-2</c:v>
                </c:pt>
                <c:pt idx="435">
                  <c:v>7.2326444089999997E-2</c:v>
                </c:pt>
                <c:pt idx="436">
                  <c:v>7.3189906779999994E-2</c:v>
                </c:pt>
                <c:pt idx="437">
                  <c:v>7.4089959260000005E-2</c:v>
                </c:pt>
                <c:pt idx="438">
                  <c:v>7.4960775669999993E-2</c:v>
                </c:pt>
                <c:pt idx="439">
                  <c:v>7.5899101790000006E-2</c:v>
                </c:pt>
                <c:pt idx="440">
                  <c:v>7.6772138480000002E-2</c:v>
                </c:pt>
                <c:pt idx="441">
                  <c:v>7.7620625499999998E-2</c:v>
                </c:pt>
                <c:pt idx="442">
                  <c:v>7.8493997450000005E-2</c:v>
                </c:pt>
                <c:pt idx="443">
                  <c:v>7.934113592E-2</c:v>
                </c:pt>
                <c:pt idx="444">
                  <c:v>8.0212004480000001E-2</c:v>
                </c:pt>
                <c:pt idx="445">
                  <c:v>8.1047244369999993E-2</c:v>
                </c:pt>
                <c:pt idx="446">
                  <c:v>8.1904038789999994E-2</c:v>
                </c:pt>
                <c:pt idx="447">
                  <c:v>8.2723759110000003E-2</c:v>
                </c:pt>
                <c:pt idx="448">
                  <c:v>8.3519138399999998E-2</c:v>
                </c:pt>
                <c:pt idx="449">
                  <c:v>8.4334112700000005E-2</c:v>
                </c:pt>
                <c:pt idx="450">
                  <c:v>8.5138782859999998E-2</c:v>
                </c:pt>
                <c:pt idx="451">
                  <c:v>8.5908219219999998E-2</c:v>
                </c:pt>
                <c:pt idx="452">
                  <c:v>8.6631804699999995E-2</c:v>
                </c:pt>
                <c:pt idx="453">
                  <c:v>8.7371610109999998E-2</c:v>
                </c:pt>
                <c:pt idx="454">
                  <c:v>8.8076494630000002E-2</c:v>
                </c:pt>
                <c:pt idx="455">
                  <c:v>8.8736005130000004E-2</c:v>
                </c:pt>
                <c:pt idx="456">
                  <c:v>8.9433059100000004E-2</c:v>
                </c:pt>
                <c:pt idx="457">
                  <c:v>9.0059749780000004E-2</c:v>
                </c:pt>
                <c:pt idx="458">
                  <c:v>9.0620376170000003E-2</c:v>
                </c:pt>
                <c:pt idx="459">
                  <c:v>9.1181881729999997E-2</c:v>
                </c:pt>
                <c:pt idx="460">
                  <c:v>9.1749042269999997E-2</c:v>
                </c:pt>
                <c:pt idx="461">
                  <c:v>9.226763248E-2</c:v>
                </c:pt>
                <c:pt idx="462">
                  <c:v>9.2729292810000002E-2</c:v>
                </c:pt>
                <c:pt idx="463">
                  <c:v>9.3156307940000002E-2</c:v>
                </c:pt>
                <c:pt idx="464">
                  <c:v>9.3550607559999999E-2</c:v>
                </c:pt>
                <c:pt idx="465">
                  <c:v>9.3886561689999995E-2</c:v>
                </c:pt>
                <c:pt idx="466">
                  <c:v>9.4249621029999994E-2</c:v>
                </c:pt>
                <c:pt idx="467">
                  <c:v>9.4533264640000003E-2</c:v>
                </c:pt>
                <c:pt idx="468">
                  <c:v>9.4773240389999999E-2</c:v>
                </c:pt>
                <c:pt idx="469">
                  <c:v>9.5034420489999993E-2</c:v>
                </c:pt>
                <c:pt idx="470">
                  <c:v>9.5190577210000002E-2</c:v>
                </c:pt>
                <c:pt idx="471">
                  <c:v>9.5283664759999998E-2</c:v>
                </c:pt>
                <c:pt idx="472">
                  <c:v>9.5412887629999998E-2</c:v>
                </c:pt>
                <c:pt idx="473">
                  <c:v>9.5504023130000004E-2</c:v>
                </c:pt>
                <c:pt idx="474">
                  <c:v>9.5538854600000001E-2</c:v>
                </c:pt>
                <c:pt idx="475">
                  <c:v>9.5494508739999998E-2</c:v>
                </c:pt>
                <c:pt idx="476">
                  <c:v>9.5443941650000003E-2</c:v>
                </c:pt>
                <c:pt idx="477">
                  <c:v>9.5437943940000006E-2</c:v>
                </c:pt>
                <c:pt idx="478">
                  <c:v>9.5316581430000005E-2</c:v>
                </c:pt>
                <c:pt idx="479">
                  <c:v>9.5188960429999997E-2</c:v>
                </c:pt>
                <c:pt idx="480">
                  <c:v>9.5083169640000006E-2</c:v>
                </c:pt>
                <c:pt idx="481">
                  <c:v>9.4874486329999994E-2</c:v>
                </c:pt>
                <c:pt idx="482">
                  <c:v>9.4647847120000003E-2</c:v>
                </c:pt>
                <c:pt idx="483">
                  <c:v>9.4468332830000001E-2</c:v>
                </c:pt>
                <c:pt idx="484">
                  <c:v>9.4196014110000004E-2</c:v>
                </c:pt>
                <c:pt idx="485">
                  <c:v>9.3860946599999995E-2</c:v>
                </c:pt>
                <c:pt idx="486">
                  <c:v>9.3562811610000005E-2</c:v>
                </c:pt>
                <c:pt idx="487">
                  <c:v>9.3227274720000003E-2</c:v>
                </c:pt>
                <c:pt idx="488">
                  <c:v>9.2934347690000002E-2</c:v>
                </c:pt>
                <c:pt idx="489">
                  <c:v>9.2563189569999996E-2</c:v>
                </c:pt>
                <c:pt idx="490">
                  <c:v>9.2184789480000001E-2</c:v>
                </c:pt>
                <c:pt idx="491">
                  <c:v>9.1875135900000002E-2</c:v>
                </c:pt>
                <c:pt idx="492">
                  <c:v>9.1469727459999997E-2</c:v>
                </c:pt>
                <c:pt idx="493">
                  <c:v>9.1020651159999993E-2</c:v>
                </c:pt>
                <c:pt idx="494">
                  <c:v>9.0645216410000007E-2</c:v>
                </c:pt>
                <c:pt idx="495">
                  <c:v>9.0284295380000004E-2</c:v>
                </c:pt>
                <c:pt idx="496">
                  <c:v>8.9843794699999993E-2</c:v>
                </c:pt>
                <c:pt idx="497">
                  <c:v>8.9396163819999999E-2</c:v>
                </c:pt>
                <c:pt idx="498">
                  <c:v>8.899589628E-2</c:v>
                </c:pt>
                <c:pt idx="499">
                  <c:v>8.8623002170000006E-2</c:v>
                </c:pt>
                <c:pt idx="500">
                  <c:v>8.8217988610000006E-2</c:v>
                </c:pt>
                <c:pt idx="501">
                  <c:v>8.7733730669999996E-2</c:v>
                </c:pt>
                <c:pt idx="502">
                  <c:v>8.7367840109999997E-2</c:v>
                </c:pt>
                <c:pt idx="503">
                  <c:v>8.6985655130000006E-2</c:v>
                </c:pt>
                <c:pt idx="504">
                  <c:v>8.6577393109999998E-2</c:v>
                </c:pt>
                <c:pt idx="505">
                  <c:v>8.6188390850000005E-2</c:v>
                </c:pt>
                <c:pt idx="506">
                  <c:v>8.5884056989999999E-2</c:v>
                </c:pt>
                <c:pt idx="507">
                  <c:v>8.5448458790000001E-2</c:v>
                </c:pt>
                <c:pt idx="508">
                  <c:v>8.5075929760000002E-2</c:v>
                </c:pt>
                <c:pt idx="509">
                  <c:v>8.4806635980000003E-2</c:v>
                </c:pt>
                <c:pt idx="510">
                  <c:v>8.4332101049999997E-2</c:v>
                </c:pt>
                <c:pt idx="511">
                  <c:v>8.4059059620000001E-2</c:v>
                </c:pt>
                <c:pt idx="512">
                  <c:v>8.3754986520000005E-2</c:v>
                </c:pt>
                <c:pt idx="513">
                  <c:v>8.3398766819999998E-2</c:v>
                </c:pt>
                <c:pt idx="514">
                  <c:v>8.3076909180000005E-2</c:v>
                </c:pt>
                <c:pt idx="515">
                  <c:v>8.2872569559999998E-2</c:v>
                </c:pt>
                <c:pt idx="516">
                  <c:v>8.2567229869999995E-2</c:v>
                </c:pt>
                <c:pt idx="517">
                  <c:v>8.2345731559999996E-2</c:v>
                </c:pt>
                <c:pt idx="518">
                  <c:v>8.1969186659999999E-2</c:v>
                </c:pt>
                <c:pt idx="519">
                  <c:v>8.1750184300000001E-2</c:v>
                </c:pt>
                <c:pt idx="520">
                  <c:v>8.1550806759999997E-2</c:v>
                </c:pt>
                <c:pt idx="521">
                  <c:v>8.1424705680000001E-2</c:v>
                </c:pt>
                <c:pt idx="522">
                  <c:v>8.1108927730000002E-2</c:v>
                </c:pt>
                <c:pt idx="523">
                  <c:v>8.1058792769999999E-2</c:v>
                </c:pt>
                <c:pt idx="524">
                  <c:v>8.0836936829999997E-2</c:v>
                </c:pt>
                <c:pt idx="525">
                  <c:v>8.0761142080000001E-2</c:v>
                </c:pt>
                <c:pt idx="526">
                  <c:v>8.0591730769999995E-2</c:v>
                </c:pt>
                <c:pt idx="527">
                  <c:v>8.0504976209999995E-2</c:v>
                </c:pt>
                <c:pt idx="528">
                  <c:v>8.0383852120000002E-2</c:v>
                </c:pt>
                <c:pt idx="529">
                  <c:v>8.0278426410000006E-2</c:v>
                </c:pt>
                <c:pt idx="530">
                  <c:v>8.0194160340000001E-2</c:v>
                </c:pt>
                <c:pt idx="531">
                  <c:v>8.0141358080000002E-2</c:v>
                </c:pt>
                <c:pt idx="532">
                  <c:v>8.008283377E-2</c:v>
                </c:pt>
                <c:pt idx="533">
                  <c:v>8.0120064320000003E-2</c:v>
                </c:pt>
                <c:pt idx="534">
                  <c:v>8.0059178169999995E-2</c:v>
                </c:pt>
                <c:pt idx="535">
                  <c:v>8.0066494639999999E-2</c:v>
                </c:pt>
                <c:pt idx="536">
                  <c:v>8.0066680909999993E-2</c:v>
                </c:pt>
                <c:pt idx="537">
                  <c:v>8.0109171569999998E-2</c:v>
                </c:pt>
                <c:pt idx="538">
                  <c:v>8.0140799279999994E-2</c:v>
                </c:pt>
                <c:pt idx="539">
                  <c:v>8.0201670530000005E-2</c:v>
                </c:pt>
                <c:pt idx="540">
                  <c:v>8.0290973190000003E-2</c:v>
                </c:pt>
                <c:pt idx="541">
                  <c:v>8.0319128929999997E-2</c:v>
                </c:pt>
                <c:pt idx="542">
                  <c:v>8.0441139640000006E-2</c:v>
                </c:pt>
                <c:pt idx="543">
                  <c:v>8.0576524139999994E-2</c:v>
                </c:pt>
                <c:pt idx="544">
                  <c:v>8.0690622330000003E-2</c:v>
                </c:pt>
                <c:pt idx="545">
                  <c:v>8.0819353460000007E-2</c:v>
                </c:pt>
                <c:pt idx="546">
                  <c:v>8.1007160250000002E-2</c:v>
                </c:pt>
                <c:pt idx="547">
                  <c:v>8.1185720860000005E-2</c:v>
                </c:pt>
                <c:pt idx="548">
                  <c:v>8.1341192130000003E-2</c:v>
                </c:pt>
                <c:pt idx="549">
                  <c:v>8.1522390249999993E-2</c:v>
                </c:pt>
                <c:pt idx="550">
                  <c:v>8.1737093629999993E-2</c:v>
                </c:pt>
                <c:pt idx="551">
                  <c:v>8.1959590319999998E-2</c:v>
                </c:pt>
                <c:pt idx="552">
                  <c:v>8.213669807E-2</c:v>
                </c:pt>
                <c:pt idx="553">
                  <c:v>8.2418583330000003E-2</c:v>
                </c:pt>
                <c:pt idx="554">
                  <c:v>8.2719594239999999E-2</c:v>
                </c:pt>
                <c:pt idx="555">
                  <c:v>8.2991167899999996E-2</c:v>
                </c:pt>
                <c:pt idx="556">
                  <c:v>8.3263665439999995E-2</c:v>
                </c:pt>
                <c:pt idx="557">
                  <c:v>8.3528734739999999E-2</c:v>
                </c:pt>
                <c:pt idx="558">
                  <c:v>8.3862796429999997E-2</c:v>
                </c:pt>
                <c:pt idx="559">
                  <c:v>8.4132514889999996E-2</c:v>
                </c:pt>
                <c:pt idx="560">
                  <c:v>8.4510490300000005E-2</c:v>
                </c:pt>
                <c:pt idx="561">
                  <c:v>8.4872849289999996E-2</c:v>
                </c:pt>
                <c:pt idx="562">
                  <c:v>8.5221484299999997E-2</c:v>
                </c:pt>
                <c:pt idx="563">
                  <c:v>8.5507303480000005E-2</c:v>
                </c:pt>
                <c:pt idx="564">
                  <c:v>8.5892662410000001E-2</c:v>
                </c:pt>
                <c:pt idx="565">
                  <c:v>8.6176015440000003E-2</c:v>
                </c:pt>
                <c:pt idx="566">
                  <c:v>8.6597397919999999E-2</c:v>
                </c:pt>
                <c:pt idx="567">
                  <c:v>8.6937777699999996E-2</c:v>
                </c:pt>
                <c:pt idx="568">
                  <c:v>8.7260924279999999E-2</c:v>
                </c:pt>
                <c:pt idx="569">
                  <c:v>8.7718620900000002E-2</c:v>
                </c:pt>
                <c:pt idx="570">
                  <c:v>8.8064096869999997E-2</c:v>
                </c:pt>
                <c:pt idx="571">
                  <c:v>8.8450849060000003E-2</c:v>
                </c:pt>
                <c:pt idx="572">
                  <c:v>8.8781096039999993E-2</c:v>
                </c:pt>
                <c:pt idx="573">
                  <c:v>8.9095547799999994E-2</c:v>
                </c:pt>
                <c:pt idx="574">
                  <c:v>8.9393809439999999E-2</c:v>
                </c:pt>
                <c:pt idx="575">
                  <c:v>8.9801326390000005E-2</c:v>
                </c:pt>
                <c:pt idx="576">
                  <c:v>9.0106733140000006E-2</c:v>
                </c:pt>
                <c:pt idx="577">
                  <c:v>9.0399675070000005E-2</c:v>
                </c:pt>
                <c:pt idx="578">
                  <c:v>9.0665698049999993E-2</c:v>
                </c:pt>
                <c:pt idx="579">
                  <c:v>9.0950205919999999E-2</c:v>
                </c:pt>
                <c:pt idx="580">
                  <c:v>9.1205164790000001E-2</c:v>
                </c:pt>
                <c:pt idx="581">
                  <c:v>9.1472283010000002E-2</c:v>
                </c:pt>
                <c:pt idx="582">
                  <c:v>9.1654784980000001E-2</c:v>
                </c:pt>
                <c:pt idx="583">
                  <c:v>9.1846033930000001E-2</c:v>
                </c:pt>
                <c:pt idx="584">
                  <c:v>9.1996856030000004E-2</c:v>
                </c:pt>
                <c:pt idx="585">
                  <c:v>9.2083722349999994E-2</c:v>
                </c:pt>
                <c:pt idx="586">
                  <c:v>9.2163413759999993E-2</c:v>
                </c:pt>
                <c:pt idx="587">
                  <c:v>9.2271350320000001E-2</c:v>
                </c:pt>
                <c:pt idx="588">
                  <c:v>9.2301376160000004E-2</c:v>
                </c:pt>
                <c:pt idx="589">
                  <c:v>9.2343546449999994E-2</c:v>
                </c:pt>
                <c:pt idx="590">
                  <c:v>9.2272177339999997E-2</c:v>
                </c:pt>
                <c:pt idx="591">
                  <c:v>9.2205405239999996E-2</c:v>
                </c:pt>
                <c:pt idx="592">
                  <c:v>9.211495519E-2</c:v>
                </c:pt>
                <c:pt idx="593">
                  <c:v>9.197564423E-2</c:v>
                </c:pt>
                <c:pt idx="594">
                  <c:v>9.1854125260000002E-2</c:v>
                </c:pt>
                <c:pt idx="595">
                  <c:v>9.1684520239999998E-2</c:v>
                </c:pt>
                <c:pt idx="596">
                  <c:v>9.1475322839999998E-2</c:v>
                </c:pt>
                <c:pt idx="597">
                  <c:v>9.1208323839999994E-2</c:v>
                </c:pt>
                <c:pt idx="598">
                  <c:v>9.0976119039999997E-2</c:v>
                </c:pt>
                <c:pt idx="599">
                  <c:v>9.0682886539999993E-2</c:v>
                </c:pt>
                <c:pt idx="600">
                  <c:v>9.0412676329999997E-2</c:v>
                </c:pt>
                <c:pt idx="601">
                  <c:v>9.1025210920000002E-2</c:v>
                </c:pt>
                <c:pt idx="602">
                  <c:v>9.0894892810000003E-2</c:v>
                </c:pt>
                <c:pt idx="603">
                  <c:v>9.0389281510000002E-2</c:v>
                </c:pt>
                <c:pt idx="604">
                  <c:v>9.0240962800000005E-2</c:v>
                </c:pt>
                <c:pt idx="605">
                  <c:v>8.964811265E-2</c:v>
                </c:pt>
                <c:pt idx="606">
                  <c:v>8.9255303140000006E-2</c:v>
                </c:pt>
                <c:pt idx="607">
                  <c:v>8.8666878640000002E-2</c:v>
                </c:pt>
                <c:pt idx="608">
                  <c:v>8.8350549340000001E-2</c:v>
                </c:pt>
                <c:pt idx="609">
                  <c:v>8.7999992070000005E-2</c:v>
                </c:pt>
                <c:pt idx="610">
                  <c:v>8.7613455950000002E-2</c:v>
                </c:pt>
                <c:pt idx="611">
                  <c:v>8.7237320839999993E-2</c:v>
                </c:pt>
                <c:pt idx="612">
                  <c:v>8.7022818619999998E-2</c:v>
                </c:pt>
                <c:pt idx="613">
                  <c:v>8.6404502389999999E-2</c:v>
                </c:pt>
                <c:pt idx="614">
                  <c:v>8.6224570870000003E-2</c:v>
                </c:pt>
                <c:pt idx="615">
                  <c:v>8.5741519929999996E-2</c:v>
                </c:pt>
                <c:pt idx="616">
                  <c:v>8.5482180120000001E-2</c:v>
                </c:pt>
                <c:pt idx="617">
                  <c:v>8.5107855499999996E-2</c:v>
                </c:pt>
                <c:pt idx="618">
                  <c:v>8.4681533279999999E-2</c:v>
                </c:pt>
                <c:pt idx="619">
                  <c:v>8.4371335800000002E-2</c:v>
                </c:pt>
                <c:pt idx="620">
                  <c:v>8.4234699610000005E-2</c:v>
                </c:pt>
                <c:pt idx="621">
                  <c:v>8.3963759240000005E-2</c:v>
                </c:pt>
                <c:pt idx="622">
                  <c:v>8.3831526340000004E-2</c:v>
                </c:pt>
                <c:pt idx="623">
                  <c:v>8.3552114669999997E-2</c:v>
                </c:pt>
                <c:pt idx="624">
                  <c:v>8.3496168260000003E-2</c:v>
                </c:pt>
                <c:pt idx="625">
                  <c:v>8.3143681289999993E-2</c:v>
                </c:pt>
                <c:pt idx="626">
                  <c:v>8.3217762410000007E-2</c:v>
                </c:pt>
                <c:pt idx="627">
                  <c:v>8.3083711559999995E-2</c:v>
                </c:pt>
                <c:pt idx="628">
                  <c:v>8.2956634459999998E-2</c:v>
                </c:pt>
                <c:pt idx="629">
                  <c:v>8.2825616000000005E-2</c:v>
                </c:pt>
                <c:pt idx="630">
                  <c:v>8.2854121919999996E-2</c:v>
                </c:pt>
                <c:pt idx="631">
                  <c:v>8.2644060249999998E-2</c:v>
                </c:pt>
                <c:pt idx="632">
                  <c:v>8.2685142759999997E-2</c:v>
                </c:pt>
                <c:pt idx="633">
                  <c:v>8.2571737470000003E-2</c:v>
                </c:pt>
                <c:pt idx="634">
                  <c:v>8.2685954869999995E-2</c:v>
                </c:pt>
                <c:pt idx="635">
                  <c:v>8.2576401529999996E-2</c:v>
                </c:pt>
                <c:pt idx="636">
                  <c:v>8.2491129639999994E-2</c:v>
                </c:pt>
                <c:pt idx="637">
                  <c:v>8.2407094540000003E-2</c:v>
                </c:pt>
                <c:pt idx="638">
                  <c:v>8.2097887990000007E-2</c:v>
                </c:pt>
                <c:pt idx="639">
                  <c:v>8.2382313910000005E-2</c:v>
                </c:pt>
                <c:pt idx="640">
                  <c:v>8.2436829810000001E-2</c:v>
                </c:pt>
                <c:pt idx="641">
                  <c:v>8.2430318000000002E-2</c:v>
                </c:pt>
                <c:pt idx="642">
                  <c:v>8.2246489820000004E-2</c:v>
                </c:pt>
                <c:pt idx="643">
                  <c:v>8.2261413340000006E-2</c:v>
                </c:pt>
                <c:pt idx="644">
                  <c:v>8.2303084430000006E-2</c:v>
                </c:pt>
                <c:pt idx="645">
                  <c:v>8.2060769199999994E-2</c:v>
                </c:pt>
                <c:pt idx="646">
                  <c:v>8.2055829469999994E-2</c:v>
                </c:pt>
                <c:pt idx="647">
                  <c:v>8.1933803860000001E-2</c:v>
                </c:pt>
                <c:pt idx="648">
                  <c:v>8.1822842359999995E-2</c:v>
                </c:pt>
                <c:pt idx="649">
                  <c:v>8.1838719549999994E-2</c:v>
                </c:pt>
                <c:pt idx="650">
                  <c:v>8.1502743069999994E-2</c:v>
                </c:pt>
                <c:pt idx="651">
                  <c:v>8.1529535350000001E-2</c:v>
                </c:pt>
                <c:pt idx="652">
                  <c:v>8.1156387930000004E-2</c:v>
                </c:pt>
                <c:pt idx="653">
                  <c:v>8.1019513309999999E-2</c:v>
                </c:pt>
                <c:pt idx="654">
                  <c:v>8.094858378E-2</c:v>
                </c:pt>
                <c:pt idx="655">
                  <c:v>8.0613642930000007E-2</c:v>
                </c:pt>
                <c:pt idx="656">
                  <c:v>8.0329597000000003E-2</c:v>
                </c:pt>
                <c:pt idx="657">
                  <c:v>8.0282814800000005E-2</c:v>
                </c:pt>
                <c:pt idx="658">
                  <c:v>7.9920470709999997E-2</c:v>
                </c:pt>
                <c:pt idx="659">
                  <c:v>7.9706542189999993E-2</c:v>
                </c:pt>
                <c:pt idx="660">
                  <c:v>7.9499118029999996E-2</c:v>
                </c:pt>
                <c:pt idx="661">
                  <c:v>7.9182840879999994E-2</c:v>
                </c:pt>
                <c:pt idx="662">
                  <c:v>7.8977964819999996E-2</c:v>
                </c:pt>
                <c:pt idx="663">
                  <c:v>7.8778892759999997E-2</c:v>
                </c:pt>
                <c:pt idx="664">
                  <c:v>7.8609354790000002E-2</c:v>
                </c:pt>
                <c:pt idx="665">
                  <c:v>7.8336507080000006E-2</c:v>
                </c:pt>
                <c:pt idx="666">
                  <c:v>7.828743011E-2</c:v>
                </c:pt>
                <c:pt idx="667">
                  <c:v>7.8116230669999995E-2</c:v>
                </c:pt>
                <c:pt idx="668">
                  <c:v>7.7819846570000004E-2</c:v>
                </c:pt>
                <c:pt idx="669">
                  <c:v>7.7509827909999995E-2</c:v>
                </c:pt>
                <c:pt idx="670">
                  <c:v>7.7487893399999994E-2</c:v>
                </c:pt>
                <c:pt idx="671">
                  <c:v>7.7310599389999998E-2</c:v>
                </c:pt>
                <c:pt idx="672">
                  <c:v>7.7371932569999996E-2</c:v>
                </c:pt>
                <c:pt idx="673">
                  <c:v>7.7115476129999999E-2</c:v>
                </c:pt>
                <c:pt idx="674">
                  <c:v>7.6977521179999994E-2</c:v>
                </c:pt>
                <c:pt idx="675">
                  <c:v>7.6836176219999996E-2</c:v>
                </c:pt>
                <c:pt idx="676">
                  <c:v>7.6937191190000004E-2</c:v>
                </c:pt>
                <c:pt idx="677">
                  <c:v>7.6833955940000004E-2</c:v>
                </c:pt>
                <c:pt idx="678">
                  <c:v>7.6821722090000003E-2</c:v>
                </c:pt>
                <c:pt idx="679">
                  <c:v>7.6776273549999996E-2</c:v>
                </c:pt>
                <c:pt idx="680">
                  <c:v>7.6746001839999994E-2</c:v>
                </c:pt>
                <c:pt idx="681">
                  <c:v>7.6978355649999997E-2</c:v>
                </c:pt>
                <c:pt idx="682">
                  <c:v>7.6766178010000005E-2</c:v>
                </c:pt>
                <c:pt idx="683">
                  <c:v>7.6859660450000006E-2</c:v>
                </c:pt>
                <c:pt idx="684">
                  <c:v>7.6929308469999999E-2</c:v>
                </c:pt>
                <c:pt idx="685">
                  <c:v>7.7030867340000003E-2</c:v>
                </c:pt>
                <c:pt idx="686">
                  <c:v>7.7242560680000003E-2</c:v>
                </c:pt>
                <c:pt idx="687">
                  <c:v>7.7543810010000006E-2</c:v>
                </c:pt>
                <c:pt idx="688">
                  <c:v>7.7539011840000005E-2</c:v>
                </c:pt>
                <c:pt idx="689">
                  <c:v>7.7701479200000007E-2</c:v>
                </c:pt>
                <c:pt idx="690">
                  <c:v>7.7995829279999998E-2</c:v>
                </c:pt>
                <c:pt idx="691">
                  <c:v>7.8189454970000002E-2</c:v>
                </c:pt>
                <c:pt idx="692">
                  <c:v>7.8519031409999995E-2</c:v>
                </c:pt>
                <c:pt idx="693">
                  <c:v>7.8651577230000005E-2</c:v>
                </c:pt>
                <c:pt idx="694">
                  <c:v>7.9091526570000001E-2</c:v>
                </c:pt>
                <c:pt idx="695">
                  <c:v>7.939567417E-2</c:v>
                </c:pt>
                <c:pt idx="696">
                  <c:v>7.9695127899999996E-2</c:v>
                </c:pt>
                <c:pt idx="697">
                  <c:v>8.0151818690000001E-2</c:v>
                </c:pt>
                <c:pt idx="698">
                  <c:v>8.0583348870000002E-2</c:v>
                </c:pt>
                <c:pt idx="699">
                  <c:v>8.0946989359999999E-2</c:v>
                </c:pt>
                <c:pt idx="700">
                  <c:v>8.156614006E-2</c:v>
                </c:pt>
                <c:pt idx="701">
                  <c:v>8.2205012440000003E-2</c:v>
                </c:pt>
                <c:pt idx="702">
                  <c:v>8.2755416629999995E-2</c:v>
                </c:pt>
                <c:pt idx="703">
                  <c:v>8.3379730580000005E-2</c:v>
                </c:pt>
                <c:pt idx="704">
                  <c:v>8.4026925269999997E-2</c:v>
                </c:pt>
                <c:pt idx="705">
                  <c:v>8.4674485029999996E-2</c:v>
                </c:pt>
                <c:pt idx="706">
                  <c:v>8.5485585030000005E-2</c:v>
                </c:pt>
                <c:pt idx="707">
                  <c:v>8.6409494279999999E-2</c:v>
                </c:pt>
                <c:pt idx="708">
                  <c:v>8.7346948679999994E-2</c:v>
                </c:pt>
                <c:pt idx="709">
                  <c:v>8.8310614230000001E-2</c:v>
                </c:pt>
                <c:pt idx="710">
                  <c:v>8.9228250090000003E-2</c:v>
                </c:pt>
                <c:pt idx="711">
                  <c:v>9.0325504540000004E-2</c:v>
                </c:pt>
                <c:pt idx="712">
                  <c:v>9.1581396760000003E-2</c:v>
                </c:pt>
                <c:pt idx="713">
                  <c:v>9.287426621E-2</c:v>
                </c:pt>
                <c:pt idx="714">
                  <c:v>9.4202607869999996E-2</c:v>
                </c:pt>
                <c:pt idx="715">
                  <c:v>9.5569826659999996E-2</c:v>
                </c:pt>
                <c:pt idx="716">
                  <c:v>9.7204491500000004E-2</c:v>
                </c:pt>
                <c:pt idx="717">
                  <c:v>9.8823301490000001E-2</c:v>
                </c:pt>
                <c:pt idx="718">
                  <c:v>0.1006730944</c:v>
                </c:pt>
                <c:pt idx="719">
                  <c:v>0.1025087014</c:v>
                </c:pt>
                <c:pt idx="720">
                  <c:v>0.1045492589</c:v>
                </c:pt>
                <c:pt idx="721">
                  <c:v>0.10681936140000001</c:v>
                </c:pt>
                <c:pt idx="722">
                  <c:v>0.109185569</c:v>
                </c:pt>
                <c:pt idx="723">
                  <c:v>0.111621134</c:v>
                </c:pt>
                <c:pt idx="724">
                  <c:v>0.1142897606</c:v>
                </c:pt>
                <c:pt idx="725">
                  <c:v>0.1171422526</c:v>
                </c:pt>
                <c:pt idx="726">
                  <c:v>0.1202382147</c:v>
                </c:pt>
                <c:pt idx="727">
                  <c:v>0.1235601678</c:v>
                </c:pt>
                <c:pt idx="728">
                  <c:v>0.1270989478</c:v>
                </c:pt>
                <c:pt idx="729">
                  <c:v>0.13088040049999999</c:v>
                </c:pt>
                <c:pt idx="730">
                  <c:v>0.1350046396</c:v>
                </c:pt>
                <c:pt idx="731">
                  <c:v>0.13935178519999999</c:v>
                </c:pt>
                <c:pt idx="732">
                  <c:v>0.14413413410000001</c:v>
                </c:pt>
                <c:pt idx="733">
                  <c:v>0.14914633329999999</c:v>
                </c:pt>
                <c:pt idx="734">
                  <c:v>0.15443889799999999</c:v>
                </c:pt>
                <c:pt idx="735">
                  <c:v>0.1602395922</c:v>
                </c:pt>
                <c:pt idx="736">
                  <c:v>0.16632682090000001</c:v>
                </c:pt>
                <c:pt idx="737">
                  <c:v>0.17296700179999999</c:v>
                </c:pt>
                <c:pt idx="738">
                  <c:v>0.17987294500000001</c:v>
                </c:pt>
                <c:pt idx="739">
                  <c:v>0.18755146859999999</c:v>
                </c:pt>
                <c:pt idx="740">
                  <c:v>0.195531711</c:v>
                </c:pt>
                <c:pt idx="741">
                  <c:v>0.2042185664</c:v>
                </c:pt>
                <c:pt idx="742">
                  <c:v>0.21339546140000001</c:v>
                </c:pt>
                <c:pt idx="743">
                  <c:v>0.22304277119999999</c:v>
                </c:pt>
                <c:pt idx="744">
                  <c:v>0.23327854279999999</c:v>
                </c:pt>
                <c:pt idx="745">
                  <c:v>0.24398398399999999</c:v>
                </c:pt>
                <c:pt idx="746">
                  <c:v>0.25516402719999998</c:v>
                </c:pt>
                <c:pt idx="747">
                  <c:v>0.26708051560000001</c:v>
                </c:pt>
                <c:pt idx="748">
                  <c:v>0.27926844360000003</c:v>
                </c:pt>
                <c:pt idx="749">
                  <c:v>0.29196661709999999</c:v>
                </c:pt>
                <c:pt idx="750">
                  <c:v>0.30493119359999998</c:v>
                </c:pt>
                <c:pt idx="751">
                  <c:v>0.31795540449999998</c:v>
                </c:pt>
                <c:pt idx="752">
                  <c:v>0.33104202150000001</c:v>
                </c:pt>
                <c:pt idx="753">
                  <c:v>0.34420731659999998</c:v>
                </c:pt>
                <c:pt idx="754">
                  <c:v>0.35688644650000001</c:v>
                </c:pt>
                <c:pt idx="755">
                  <c:v>0.36909356710000002</c:v>
                </c:pt>
                <c:pt idx="756">
                  <c:v>0.38055902720000001</c:v>
                </c:pt>
                <c:pt idx="757">
                  <c:v>0.39117392899999998</c:v>
                </c:pt>
                <c:pt idx="758">
                  <c:v>0.4004580975</c:v>
                </c:pt>
                <c:pt idx="759">
                  <c:v>0.40841442350000001</c:v>
                </c:pt>
                <c:pt idx="760">
                  <c:v>0.41502013799999998</c:v>
                </c:pt>
                <c:pt idx="761">
                  <c:v>0.4197566211</c:v>
                </c:pt>
                <c:pt idx="762">
                  <c:v>0.4229587018</c:v>
                </c:pt>
                <c:pt idx="763">
                  <c:v>0.42438200120000003</c:v>
                </c:pt>
                <c:pt idx="764">
                  <c:v>0.4239748418</c:v>
                </c:pt>
                <c:pt idx="765">
                  <c:v>0.42184635999999998</c:v>
                </c:pt>
                <c:pt idx="766">
                  <c:v>0.4180083275</c:v>
                </c:pt>
                <c:pt idx="767">
                  <c:v>0.41252425310000002</c:v>
                </c:pt>
                <c:pt idx="768">
                  <c:v>0.40586686129999999</c:v>
                </c:pt>
                <c:pt idx="769">
                  <c:v>0.39789953830000002</c:v>
                </c:pt>
                <c:pt idx="770">
                  <c:v>0.38870123029999998</c:v>
                </c:pt>
                <c:pt idx="771">
                  <c:v>0.37871423360000001</c:v>
                </c:pt>
                <c:pt idx="772">
                  <c:v>0.36796978120000001</c:v>
                </c:pt>
                <c:pt idx="773">
                  <c:v>0.35675096509999998</c:v>
                </c:pt>
                <c:pt idx="774">
                  <c:v>0.34530496599999999</c:v>
                </c:pt>
                <c:pt idx="775">
                  <c:v>0.33350124959999999</c:v>
                </c:pt>
                <c:pt idx="776">
                  <c:v>0.32163310049999999</c:v>
                </c:pt>
                <c:pt idx="777">
                  <c:v>0.30984133479999998</c:v>
                </c:pt>
                <c:pt idx="778">
                  <c:v>0.29841089250000002</c:v>
                </c:pt>
                <c:pt idx="779">
                  <c:v>0.28706622120000003</c:v>
                </c:pt>
                <c:pt idx="780">
                  <c:v>0.27596339580000001</c:v>
                </c:pt>
                <c:pt idx="781">
                  <c:v>0.2654995322</c:v>
                </c:pt>
                <c:pt idx="782">
                  <c:v>0.25529357790000001</c:v>
                </c:pt>
                <c:pt idx="783">
                  <c:v>0.24546356499999999</c:v>
                </c:pt>
                <c:pt idx="784">
                  <c:v>0.23621417580000001</c:v>
                </c:pt>
                <c:pt idx="785">
                  <c:v>0.22731804850000001</c:v>
                </c:pt>
                <c:pt idx="786">
                  <c:v>0.218774423</c:v>
                </c:pt>
                <c:pt idx="787">
                  <c:v>0.21081906559999999</c:v>
                </c:pt>
                <c:pt idx="788">
                  <c:v>0.20318946239999999</c:v>
                </c:pt>
                <c:pt idx="789">
                  <c:v>0.19609159230000001</c:v>
                </c:pt>
                <c:pt idx="790">
                  <c:v>0.189310059</c:v>
                </c:pt>
                <c:pt idx="791">
                  <c:v>0.18286615610000001</c:v>
                </c:pt>
                <c:pt idx="792">
                  <c:v>0.17687182130000001</c:v>
                </c:pt>
                <c:pt idx="793">
                  <c:v>0.17109915610000001</c:v>
                </c:pt>
                <c:pt idx="794">
                  <c:v>0.1657955945</c:v>
                </c:pt>
                <c:pt idx="795">
                  <c:v>0.16071170570000001</c:v>
                </c:pt>
                <c:pt idx="796">
                  <c:v>0.15587808189999999</c:v>
                </c:pt>
                <c:pt idx="797">
                  <c:v>0.1512912512</c:v>
                </c:pt>
                <c:pt idx="798">
                  <c:v>0.14708694820000001</c:v>
                </c:pt>
                <c:pt idx="799">
                  <c:v>0.1430195719</c:v>
                </c:pt>
                <c:pt idx="800">
                  <c:v>0.1392519623</c:v>
                </c:pt>
                <c:pt idx="801">
                  <c:v>0.13555197420000001</c:v>
                </c:pt>
                <c:pt idx="802">
                  <c:v>0.13214047249999999</c:v>
                </c:pt>
                <c:pt idx="803">
                  <c:v>0.12879785899999999</c:v>
                </c:pt>
                <c:pt idx="804">
                  <c:v>0.12579111749999999</c:v>
                </c:pt>
                <c:pt idx="805">
                  <c:v>0.1227340624</c:v>
                </c:pt>
                <c:pt idx="806">
                  <c:v>0.11996331070000001</c:v>
                </c:pt>
                <c:pt idx="807">
                  <c:v>0.1172228456</c:v>
                </c:pt>
                <c:pt idx="808">
                  <c:v>0.114718467</c:v>
                </c:pt>
                <c:pt idx="809">
                  <c:v>0.1121940538</c:v>
                </c:pt>
                <c:pt idx="810">
                  <c:v>0.1099007875</c:v>
                </c:pt>
                <c:pt idx="811">
                  <c:v>0.1075298935</c:v>
                </c:pt>
                <c:pt idx="812">
                  <c:v>0.1054637432</c:v>
                </c:pt>
                <c:pt idx="813">
                  <c:v>0.1033254638</c:v>
                </c:pt>
                <c:pt idx="814">
                  <c:v>0.1013681442</c:v>
                </c:pt>
                <c:pt idx="815">
                  <c:v>9.9434219300000001E-2</c:v>
                </c:pt>
                <c:pt idx="816">
                  <c:v>9.7681060429999994E-2</c:v>
                </c:pt>
                <c:pt idx="817">
                  <c:v>9.5910146830000001E-2</c:v>
                </c:pt>
                <c:pt idx="818">
                  <c:v>9.4153054060000005E-2</c:v>
                </c:pt>
                <c:pt idx="819">
                  <c:v>9.2690899970000004E-2</c:v>
                </c:pt>
                <c:pt idx="820">
                  <c:v>9.1059722009999997E-2</c:v>
                </c:pt>
                <c:pt idx="821">
                  <c:v>8.9659631249999996E-2</c:v>
                </c:pt>
                <c:pt idx="822">
                  <c:v>8.8245235379999995E-2</c:v>
                </c:pt>
                <c:pt idx="823">
                  <c:v>8.7019816040000003E-2</c:v>
                </c:pt>
                <c:pt idx="824">
                  <c:v>8.5717931390000002E-2</c:v>
                </c:pt>
                <c:pt idx="825">
                  <c:v>8.4580026569999994E-2</c:v>
                </c:pt>
                <c:pt idx="826">
                  <c:v>8.3453126249999995E-2</c:v>
                </c:pt>
                <c:pt idx="827">
                  <c:v>8.2253374160000003E-2</c:v>
                </c:pt>
                <c:pt idx="828">
                  <c:v>8.1332452599999994E-2</c:v>
                </c:pt>
                <c:pt idx="829">
                  <c:v>8.044989407E-2</c:v>
                </c:pt>
                <c:pt idx="830">
                  <c:v>7.953045517E-2</c:v>
                </c:pt>
                <c:pt idx="831">
                  <c:v>7.9161964360000003E-2</c:v>
                </c:pt>
                <c:pt idx="832">
                  <c:v>7.8317567709999994E-2</c:v>
                </c:pt>
                <c:pt idx="833">
                  <c:v>7.7605858449999995E-2</c:v>
                </c:pt>
                <c:pt idx="834">
                  <c:v>7.6975204049999996E-2</c:v>
                </c:pt>
                <c:pt idx="835">
                  <c:v>7.6347894969999996E-2</c:v>
                </c:pt>
                <c:pt idx="836">
                  <c:v>7.5647577640000005E-2</c:v>
                </c:pt>
                <c:pt idx="837">
                  <c:v>7.516352087E-2</c:v>
                </c:pt>
                <c:pt idx="838">
                  <c:v>7.4591748420000006E-2</c:v>
                </c:pt>
                <c:pt idx="839">
                  <c:v>7.4101991950000001E-2</c:v>
                </c:pt>
                <c:pt idx="840">
                  <c:v>7.3647260670000006E-2</c:v>
                </c:pt>
                <c:pt idx="841">
                  <c:v>7.3200382290000005E-2</c:v>
                </c:pt>
                <c:pt idx="842">
                  <c:v>7.2858624159999996E-2</c:v>
                </c:pt>
                <c:pt idx="843">
                  <c:v>7.2469815610000002E-2</c:v>
                </c:pt>
                <c:pt idx="844">
                  <c:v>7.2091005740000005E-2</c:v>
                </c:pt>
                <c:pt idx="845">
                  <c:v>7.1732409299999994E-2</c:v>
                </c:pt>
                <c:pt idx="846">
                  <c:v>7.1466811000000005E-2</c:v>
                </c:pt>
                <c:pt idx="847">
                  <c:v>7.1155652400000005E-2</c:v>
                </c:pt>
                <c:pt idx="848">
                  <c:v>7.0976778860000006E-2</c:v>
                </c:pt>
                <c:pt idx="849">
                  <c:v>7.077082992E-2</c:v>
                </c:pt>
                <c:pt idx="850">
                  <c:v>7.0531882350000005E-2</c:v>
                </c:pt>
                <c:pt idx="851">
                  <c:v>7.0290870960000001E-2</c:v>
                </c:pt>
                <c:pt idx="852">
                  <c:v>7.0211783050000004E-2</c:v>
                </c:pt>
                <c:pt idx="853">
                  <c:v>7.0188507440000006E-2</c:v>
                </c:pt>
                <c:pt idx="854">
                  <c:v>7.0147611200000001E-2</c:v>
                </c:pt>
                <c:pt idx="855">
                  <c:v>7.0094406600000006E-2</c:v>
                </c:pt>
                <c:pt idx="856">
                  <c:v>7.0015773180000004E-2</c:v>
                </c:pt>
                <c:pt idx="857">
                  <c:v>7.0144809779999998E-2</c:v>
                </c:pt>
                <c:pt idx="858">
                  <c:v>7.0168085399999996E-2</c:v>
                </c:pt>
                <c:pt idx="859">
                  <c:v>7.0287428799999996E-2</c:v>
                </c:pt>
                <c:pt idx="860">
                  <c:v>7.0444010200000004E-2</c:v>
                </c:pt>
                <c:pt idx="861">
                  <c:v>7.0590227840000005E-2</c:v>
                </c:pt>
                <c:pt idx="862">
                  <c:v>7.0731930430000006E-2</c:v>
                </c:pt>
                <c:pt idx="863">
                  <c:v>7.1029059589999999E-2</c:v>
                </c:pt>
                <c:pt idx="864">
                  <c:v>7.1263313290000005E-2</c:v>
                </c:pt>
                <c:pt idx="865">
                  <c:v>7.1583427490000004E-2</c:v>
                </c:pt>
                <c:pt idx="866">
                  <c:v>7.1949541569999997E-2</c:v>
                </c:pt>
                <c:pt idx="867">
                  <c:v>7.2259671989999996E-2</c:v>
                </c:pt>
                <c:pt idx="868">
                  <c:v>7.2692207989999993E-2</c:v>
                </c:pt>
                <c:pt idx="869">
                  <c:v>7.320267707E-2</c:v>
                </c:pt>
                <c:pt idx="870">
                  <c:v>7.3665074999999997E-2</c:v>
                </c:pt>
                <c:pt idx="871">
                  <c:v>7.4268333610000001E-2</c:v>
                </c:pt>
                <c:pt idx="872">
                  <c:v>7.4823133649999998E-2</c:v>
                </c:pt>
                <c:pt idx="873">
                  <c:v>7.5573571029999995E-2</c:v>
                </c:pt>
                <c:pt idx="874">
                  <c:v>7.6100952920000006E-2</c:v>
                </c:pt>
                <c:pt idx="875">
                  <c:v>7.6781220730000002E-2</c:v>
                </c:pt>
                <c:pt idx="876">
                  <c:v>7.7614650130000004E-2</c:v>
                </c:pt>
                <c:pt idx="877">
                  <c:v>7.8213013710000001E-2</c:v>
                </c:pt>
                <c:pt idx="878">
                  <c:v>7.9118669030000005E-2</c:v>
                </c:pt>
                <c:pt idx="879">
                  <c:v>8.0046169459999997E-2</c:v>
                </c:pt>
                <c:pt idx="880">
                  <c:v>8.0838903779999999E-2</c:v>
                </c:pt>
                <c:pt idx="881">
                  <c:v>8.1801399590000004E-2</c:v>
                </c:pt>
                <c:pt idx="882">
                  <c:v>8.2849450409999997E-2</c:v>
                </c:pt>
                <c:pt idx="883">
                  <c:v>8.3719514310000007E-2</c:v>
                </c:pt>
                <c:pt idx="884">
                  <c:v>8.4793634709999996E-2</c:v>
                </c:pt>
                <c:pt idx="885">
                  <c:v>8.5880488160000004E-2</c:v>
                </c:pt>
                <c:pt idx="886">
                  <c:v>8.6870424449999997E-2</c:v>
                </c:pt>
                <c:pt idx="887">
                  <c:v>8.7914414699999999E-2</c:v>
                </c:pt>
                <c:pt idx="888">
                  <c:v>8.9093513789999995E-2</c:v>
                </c:pt>
                <c:pt idx="889">
                  <c:v>9.0227417650000002E-2</c:v>
                </c:pt>
                <c:pt idx="890">
                  <c:v>9.1399215160000005E-2</c:v>
                </c:pt>
                <c:pt idx="891">
                  <c:v>9.2518500980000001E-2</c:v>
                </c:pt>
                <c:pt idx="892">
                  <c:v>9.3614414330000006E-2</c:v>
                </c:pt>
                <c:pt idx="893">
                  <c:v>9.4748638570000002E-2</c:v>
                </c:pt>
                <c:pt idx="894">
                  <c:v>9.5873959359999997E-2</c:v>
                </c:pt>
                <c:pt idx="895">
                  <c:v>9.7056902949999996E-2</c:v>
                </c:pt>
                <c:pt idx="896">
                  <c:v>9.8029851909999993E-2</c:v>
                </c:pt>
                <c:pt idx="897">
                  <c:v>9.904842824E-2</c:v>
                </c:pt>
                <c:pt idx="898">
                  <c:v>9.9953249100000002E-2</c:v>
                </c:pt>
                <c:pt idx="899">
                  <c:v>0.10097315160000001</c:v>
                </c:pt>
                <c:pt idx="900">
                  <c:v>0.1018719152</c:v>
                </c:pt>
                <c:pt idx="901">
                  <c:v>0.1026698351</c:v>
                </c:pt>
                <c:pt idx="902">
                  <c:v>0.10352881999999999</c:v>
                </c:pt>
                <c:pt idx="903">
                  <c:v>0.104326725</c:v>
                </c:pt>
                <c:pt idx="904">
                  <c:v>0.1049322858</c:v>
                </c:pt>
                <c:pt idx="905">
                  <c:v>0.1055541784</c:v>
                </c:pt>
                <c:pt idx="906">
                  <c:v>0.1060565487</c:v>
                </c:pt>
                <c:pt idx="907">
                  <c:v>0.1065274477</c:v>
                </c:pt>
                <c:pt idx="908">
                  <c:v>0.1070624515</c:v>
                </c:pt>
                <c:pt idx="909">
                  <c:v>0.1074560955</c:v>
                </c:pt>
                <c:pt idx="910">
                  <c:v>0.107672736</c:v>
                </c:pt>
                <c:pt idx="911">
                  <c:v>0.10801520940000001</c:v>
                </c:pt>
                <c:pt idx="912">
                  <c:v>0.10814622040000001</c:v>
                </c:pt>
                <c:pt idx="913">
                  <c:v>0.1083512455</c:v>
                </c:pt>
                <c:pt idx="914">
                  <c:v>0.1085395217</c:v>
                </c:pt>
                <c:pt idx="915">
                  <c:v>0.10858801009999999</c:v>
                </c:pt>
                <c:pt idx="916">
                  <c:v>0.1087009758</c:v>
                </c:pt>
                <c:pt idx="917">
                  <c:v>0.1087340564</c:v>
                </c:pt>
                <c:pt idx="918">
                  <c:v>0.10889907930000001</c:v>
                </c:pt>
                <c:pt idx="919">
                  <c:v>0.10882809760000001</c:v>
                </c:pt>
                <c:pt idx="920">
                  <c:v>0.1088829786</c:v>
                </c:pt>
                <c:pt idx="921">
                  <c:v>0.1088712364</c:v>
                </c:pt>
                <c:pt idx="922">
                  <c:v>0.1088361144</c:v>
                </c:pt>
                <c:pt idx="923">
                  <c:v>0.1087225154</c:v>
                </c:pt>
                <c:pt idx="924">
                  <c:v>0.1087918505</c:v>
                </c:pt>
                <c:pt idx="925">
                  <c:v>0.1086728126</c:v>
                </c:pt>
                <c:pt idx="926">
                  <c:v>0.1087441966</c:v>
                </c:pt>
                <c:pt idx="927">
                  <c:v>0.1087087169</c:v>
                </c:pt>
                <c:pt idx="928">
                  <c:v>0.1085989773</c:v>
                </c:pt>
                <c:pt idx="929">
                  <c:v>0.1086649671</c:v>
                </c:pt>
                <c:pt idx="930">
                  <c:v>0.1085965559</c:v>
                </c:pt>
                <c:pt idx="931">
                  <c:v>0.1086025015</c:v>
                </c:pt>
                <c:pt idx="932">
                  <c:v>0.108538352</c:v>
                </c:pt>
                <c:pt idx="933">
                  <c:v>0.108668521</c:v>
                </c:pt>
                <c:pt idx="934">
                  <c:v>0.1084175631</c:v>
                </c:pt>
                <c:pt idx="935">
                  <c:v>0.1086031348</c:v>
                </c:pt>
                <c:pt idx="936">
                  <c:v>0.10850904140000001</c:v>
                </c:pt>
                <c:pt idx="937">
                  <c:v>0.1085617542</c:v>
                </c:pt>
                <c:pt idx="938">
                  <c:v>0.10857056079999999</c:v>
                </c:pt>
                <c:pt idx="939">
                  <c:v>0.1086172312</c:v>
                </c:pt>
                <c:pt idx="940">
                  <c:v>0.1086767688</c:v>
                </c:pt>
                <c:pt idx="941">
                  <c:v>0.10881432890000001</c:v>
                </c:pt>
                <c:pt idx="942">
                  <c:v>0.10889847580000001</c:v>
                </c:pt>
                <c:pt idx="943">
                  <c:v>0.1088353842</c:v>
                </c:pt>
                <c:pt idx="944">
                  <c:v>0.10892322660000001</c:v>
                </c:pt>
                <c:pt idx="945">
                  <c:v>0.1089722961</c:v>
                </c:pt>
                <c:pt idx="946">
                  <c:v>0.1090857908</c:v>
                </c:pt>
                <c:pt idx="947">
                  <c:v>0.1091896296</c:v>
                </c:pt>
                <c:pt idx="948">
                  <c:v>0.1093642116</c:v>
                </c:pt>
                <c:pt idx="949">
                  <c:v>0.1093441024</c:v>
                </c:pt>
                <c:pt idx="950">
                  <c:v>0.1094580591</c:v>
                </c:pt>
                <c:pt idx="951">
                  <c:v>0.1097766832</c:v>
                </c:pt>
                <c:pt idx="952">
                  <c:v>0.10983211549999999</c:v>
                </c:pt>
                <c:pt idx="953">
                  <c:v>0.109923996</c:v>
                </c:pt>
                <c:pt idx="954">
                  <c:v>0.1102466956</c:v>
                </c:pt>
                <c:pt idx="955">
                  <c:v>0.1103153303</c:v>
                </c:pt>
                <c:pt idx="956">
                  <c:v>0.11052405830000001</c:v>
                </c:pt>
                <c:pt idx="957">
                  <c:v>0.1107945815</c:v>
                </c:pt>
                <c:pt idx="958">
                  <c:v>0.1109078899</c:v>
                </c:pt>
                <c:pt idx="959">
                  <c:v>0.1111440137</c:v>
                </c:pt>
                <c:pt idx="960">
                  <c:v>0.1113307253</c:v>
                </c:pt>
                <c:pt idx="961">
                  <c:v>0.11155579979999999</c:v>
                </c:pt>
                <c:pt idx="962">
                  <c:v>0.1117949858</c:v>
                </c:pt>
                <c:pt idx="963">
                  <c:v>0.1119880751</c:v>
                </c:pt>
                <c:pt idx="964">
                  <c:v>0.1121961996</c:v>
                </c:pt>
                <c:pt idx="965">
                  <c:v>0.1124784648</c:v>
                </c:pt>
                <c:pt idx="966">
                  <c:v>0.112887159</c:v>
                </c:pt>
                <c:pt idx="967">
                  <c:v>0.113190867</c:v>
                </c:pt>
                <c:pt idx="968">
                  <c:v>0.1133083329</c:v>
                </c:pt>
                <c:pt idx="969">
                  <c:v>0.1136076301</c:v>
                </c:pt>
                <c:pt idx="970">
                  <c:v>0.11388132719999999</c:v>
                </c:pt>
                <c:pt idx="971">
                  <c:v>0.1143427417</c:v>
                </c:pt>
                <c:pt idx="972">
                  <c:v>0.1145282686</c:v>
                </c:pt>
                <c:pt idx="973">
                  <c:v>0.1150097623</c:v>
                </c:pt>
                <c:pt idx="974">
                  <c:v>0.1152302399</c:v>
                </c:pt>
                <c:pt idx="975">
                  <c:v>0.115634501</c:v>
                </c:pt>
                <c:pt idx="976">
                  <c:v>0.1158602983</c:v>
                </c:pt>
                <c:pt idx="977">
                  <c:v>0.1163670644</c:v>
                </c:pt>
                <c:pt idx="978">
                  <c:v>0.11671264470000001</c:v>
                </c:pt>
                <c:pt idx="979">
                  <c:v>0.11709469560000001</c:v>
                </c:pt>
                <c:pt idx="980">
                  <c:v>0.1175734475</c:v>
                </c:pt>
                <c:pt idx="981">
                  <c:v>0.1178869084</c:v>
                </c:pt>
                <c:pt idx="982">
                  <c:v>0.1183420271</c:v>
                </c:pt>
                <c:pt idx="983">
                  <c:v>0.1188649312</c:v>
                </c:pt>
                <c:pt idx="984">
                  <c:v>0.1193175986</c:v>
                </c:pt>
                <c:pt idx="985">
                  <c:v>0.1196578965</c:v>
                </c:pt>
                <c:pt idx="986">
                  <c:v>0.12009514120000001</c:v>
                </c:pt>
                <c:pt idx="987">
                  <c:v>0.1208289489</c:v>
                </c:pt>
                <c:pt idx="988">
                  <c:v>0.12120803450000001</c:v>
                </c:pt>
                <c:pt idx="989">
                  <c:v>0.1219363883</c:v>
                </c:pt>
                <c:pt idx="990">
                  <c:v>0.12247953559999999</c:v>
                </c:pt>
                <c:pt idx="991">
                  <c:v>0.12294197079999999</c:v>
                </c:pt>
                <c:pt idx="992">
                  <c:v>0.12349718060000001</c:v>
                </c:pt>
                <c:pt idx="993">
                  <c:v>0.1240235791</c:v>
                </c:pt>
                <c:pt idx="994">
                  <c:v>0.1245126575</c:v>
                </c:pt>
                <c:pt idx="995">
                  <c:v>0.1251843721</c:v>
                </c:pt>
                <c:pt idx="996">
                  <c:v>0.1258963645</c:v>
                </c:pt>
                <c:pt idx="997">
                  <c:v>0.1266100705</c:v>
                </c:pt>
                <c:pt idx="998">
                  <c:v>0.1271092892</c:v>
                </c:pt>
                <c:pt idx="999">
                  <c:v>0.12798988820000001</c:v>
                </c:pt>
                <c:pt idx="1000">
                  <c:v>0.1284530461</c:v>
                </c:pt>
                <c:pt idx="1001">
                  <c:v>0.12919972839999999</c:v>
                </c:pt>
                <c:pt idx="1002">
                  <c:v>0.12980529669999999</c:v>
                </c:pt>
                <c:pt idx="1003">
                  <c:v>0.1304317415</c:v>
                </c:pt>
                <c:pt idx="1004">
                  <c:v>0.1313690394</c:v>
                </c:pt>
                <c:pt idx="1005">
                  <c:v>0.13193133470000001</c:v>
                </c:pt>
                <c:pt idx="1006">
                  <c:v>0.13265845179999999</c:v>
                </c:pt>
                <c:pt idx="1007">
                  <c:v>0.1333245784</c:v>
                </c:pt>
                <c:pt idx="1008">
                  <c:v>0.13399580119999999</c:v>
                </c:pt>
                <c:pt idx="1009">
                  <c:v>0.13466876750000001</c:v>
                </c:pt>
                <c:pt idx="1010">
                  <c:v>0.13539770249999999</c:v>
                </c:pt>
                <c:pt idx="1011">
                  <c:v>0.13601842519999999</c:v>
                </c:pt>
                <c:pt idx="1012">
                  <c:v>0.13669532540000001</c:v>
                </c:pt>
                <c:pt idx="1013">
                  <c:v>0.1371337473</c:v>
                </c:pt>
                <c:pt idx="1014">
                  <c:v>0.13777789469999999</c:v>
                </c:pt>
                <c:pt idx="1015">
                  <c:v>0.13833190500000001</c:v>
                </c:pt>
                <c:pt idx="1016">
                  <c:v>0.1386136711</c:v>
                </c:pt>
                <c:pt idx="1017">
                  <c:v>0.1391155422</c:v>
                </c:pt>
                <c:pt idx="1018">
                  <c:v>0.13951371609999999</c:v>
                </c:pt>
                <c:pt idx="1019">
                  <c:v>0.1397131532</c:v>
                </c:pt>
                <c:pt idx="1020">
                  <c:v>0.13993656639999999</c:v>
                </c:pt>
                <c:pt idx="1021">
                  <c:v>0.14010058340000001</c:v>
                </c:pt>
                <c:pt idx="1022">
                  <c:v>0.1403844655</c:v>
                </c:pt>
                <c:pt idx="1023">
                  <c:v>0.14042176310000001</c:v>
                </c:pt>
                <c:pt idx="1024">
                  <c:v>0.1403790563</c:v>
                </c:pt>
                <c:pt idx="1025">
                  <c:v>0.140360713</c:v>
                </c:pt>
                <c:pt idx="1026">
                  <c:v>0.14035810530000001</c:v>
                </c:pt>
                <c:pt idx="1027">
                  <c:v>0.14031036199999999</c:v>
                </c:pt>
                <c:pt idx="1028">
                  <c:v>0.1401402652</c:v>
                </c:pt>
                <c:pt idx="1029">
                  <c:v>0.13995349409999999</c:v>
                </c:pt>
                <c:pt idx="1030">
                  <c:v>0.1397628635</c:v>
                </c:pt>
                <c:pt idx="1031">
                  <c:v>0.13938945529999999</c:v>
                </c:pt>
                <c:pt idx="1032">
                  <c:v>0.13917787370000001</c:v>
                </c:pt>
                <c:pt idx="1033">
                  <c:v>0.13872826099999999</c:v>
                </c:pt>
                <c:pt idx="1034">
                  <c:v>0.138342306</c:v>
                </c:pt>
                <c:pt idx="1035">
                  <c:v>0.1379985064</c:v>
                </c:pt>
                <c:pt idx="1036">
                  <c:v>0.13744658230000001</c:v>
                </c:pt>
                <c:pt idx="1037">
                  <c:v>0.13692191240000001</c:v>
                </c:pt>
                <c:pt idx="1038">
                  <c:v>0.1364596337</c:v>
                </c:pt>
                <c:pt idx="1039">
                  <c:v>0.13605766</c:v>
                </c:pt>
                <c:pt idx="1040">
                  <c:v>0.13545151050000001</c:v>
                </c:pt>
                <c:pt idx="1041">
                  <c:v>0.1350741386</c:v>
                </c:pt>
                <c:pt idx="1042">
                  <c:v>0.13489380479999999</c:v>
                </c:pt>
                <c:pt idx="1043">
                  <c:v>0.13429796699999999</c:v>
                </c:pt>
                <c:pt idx="1044">
                  <c:v>0.13389192520000001</c:v>
                </c:pt>
                <c:pt idx="1045">
                  <c:v>0.1337661892</c:v>
                </c:pt>
                <c:pt idx="1046">
                  <c:v>0.13332062959999999</c:v>
                </c:pt>
                <c:pt idx="1047">
                  <c:v>0.13302747910000001</c:v>
                </c:pt>
                <c:pt idx="1048">
                  <c:v>0.13264279070000001</c:v>
                </c:pt>
                <c:pt idx="1049">
                  <c:v>0.13216613229999999</c:v>
                </c:pt>
                <c:pt idx="1050">
                  <c:v>0.13199692960000001</c:v>
                </c:pt>
                <c:pt idx="1051">
                  <c:v>0.12763002509999999</c:v>
                </c:pt>
                <c:pt idx="1052">
                  <c:v>0.12723046539999999</c:v>
                </c:pt>
                <c:pt idx="1053">
                  <c:v>0.12695874269999999</c:v>
                </c:pt>
                <c:pt idx="1054">
                  <c:v>0.12598083909999999</c:v>
                </c:pt>
                <c:pt idx="1055">
                  <c:v>0.12526498729999999</c:v>
                </c:pt>
                <c:pt idx="1056">
                  <c:v>0.12474128600000001</c:v>
                </c:pt>
                <c:pt idx="1057">
                  <c:v>0.12397715450000001</c:v>
                </c:pt>
                <c:pt idx="1058">
                  <c:v>0.1227971092</c:v>
                </c:pt>
                <c:pt idx="1059">
                  <c:v>0.12154807149999999</c:v>
                </c:pt>
                <c:pt idx="1060">
                  <c:v>0.1201553866</c:v>
                </c:pt>
                <c:pt idx="1061">
                  <c:v>0.1179702133</c:v>
                </c:pt>
                <c:pt idx="1062">
                  <c:v>0.1158315018</c:v>
                </c:pt>
                <c:pt idx="1063">
                  <c:v>0.1133558154</c:v>
                </c:pt>
                <c:pt idx="1064">
                  <c:v>0.11067349460000001</c:v>
                </c:pt>
                <c:pt idx="1065">
                  <c:v>0.1074597761</c:v>
                </c:pt>
                <c:pt idx="1066">
                  <c:v>0.10415405780000001</c:v>
                </c:pt>
                <c:pt idx="1067">
                  <c:v>0.1006889939</c:v>
                </c:pt>
                <c:pt idx="1068">
                  <c:v>9.809084237E-2</c:v>
                </c:pt>
                <c:pt idx="1069">
                  <c:v>9.4597212969999997E-2</c:v>
                </c:pt>
                <c:pt idx="1070">
                  <c:v>9.1915056110000004E-2</c:v>
                </c:pt>
                <c:pt idx="1071">
                  <c:v>8.9306749399999996E-2</c:v>
                </c:pt>
                <c:pt idx="1072">
                  <c:v>8.7600946430000007E-2</c:v>
                </c:pt>
                <c:pt idx="1073">
                  <c:v>8.6085647340000002E-2</c:v>
                </c:pt>
                <c:pt idx="1074">
                  <c:v>8.4968060260000006E-2</c:v>
                </c:pt>
                <c:pt idx="1075">
                  <c:v>8.404818922E-2</c:v>
                </c:pt>
                <c:pt idx="1076">
                  <c:v>8.4409907460000003E-2</c:v>
                </c:pt>
                <c:pt idx="1077">
                  <c:v>8.4916442630000005E-2</c:v>
                </c:pt>
                <c:pt idx="1078">
                  <c:v>8.5530720650000003E-2</c:v>
                </c:pt>
                <c:pt idx="1079">
                  <c:v>8.6112350229999995E-2</c:v>
                </c:pt>
                <c:pt idx="1080">
                  <c:v>8.6708411570000005E-2</c:v>
                </c:pt>
                <c:pt idx="1081">
                  <c:v>8.8273018600000003E-2</c:v>
                </c:pt>
                <c:pt idx="1082">
                  <c:v>8.9307062330000006E-2</c:v>
                </c:pt>
                <c:pt idx="1083">
                  <c:v>9.0731978419999998E-2</c:v>
                </c:pt>
                <c:pt idx="1084">
                  <c:v>9.2435643080000005E-2</c:v>
                </c:pt>
                <c:pt idx="1085">
                  <c:v>9.4340607519999994E-2</c:v>
                </c:pt>
                <c:pt idx="1086">
                  <c:v>9.6505790950000003E-2</c:v>
                </c:pt>
                <c:pt idx="1087">
                  <c:v>9.8984181879999994E-2</c:v>
                </c:pt>
                <c:pt idx="1088">
                  <c:v>0.10140299799999999</c:v>
                </c:pt>
                <c:pt idx="1089">
                  <c:v>0.1043625772</c:v>
                </c:pt>
                <c:pt idx="1090">
                  <c:v>0.1074501276</c:v>
                </c:pt>
                <c:pt idx="1091">
                  <c:v>0.1102822274</c:v>
                </c:pt>
                <c:pt idx="1092">
                  <c:v>0.11324233559999999</c:v>
                </c:pt>
                <c:pt idx="1093">
                  <c:v>0.116159305</c:v>
                </c:pt>
                <c:pt idx="1094">
                  <c:v>0.1191349179</c:v>
                </c:pt>
                <c:pt idx="1095">
                  <c:v>0.122189872</c:v>
                </c:pt>
                <c:pt idx="1096">
                  <c:v>0.12562412019999999</c:v>
                </c:pt>
                <c:pt idx="1097">
                  <c:v>0.1287778765</c:v>
                </c:pt>
                <c:pt idx="1098">
                  <c:v>0.1323651522</c:v>
                </c:pt>
                <c:pt idx="1099">
                  <c:v>0.13644266129999999</c:v>
                </c:pt>
                <c:pt idx="1100">
                  <c:v>0.1408355385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3A48-4BF6-8DE8-72583A291808}"/>
            </c:ext>
          </c:extLst>
        </c:ser>
        <c:ser>
          <c:idx val="4"/>
          <c:order val="4"/>
          <c:tx>
            <c:strRef>
              <c:f>'CG 20260720'!$H$1</c:f>
              <c:strCache>
                <c:ptCount val="1"/>
                <c:pt idx="0">
                  <c:v>CGCH-158C5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20260720'!$H$2:$H$1103</c:f>
              <c:numCache>
                <c:formatCode>General</c:formatCode>
                <c:ptCount val="1102"/>
                <c:pt idx="0">
                  <c:v>3.464027494E-2</c:v>
                </c:pt>
                <c:pt idx="1">
                  <c:v>3.1807623799999997E-2</c:v>
                </c:pt>
                <c:pt idx="2">
                  <c:v>3.2461296770000002E-2</c:v>
                </c:pt>
                <c:pt idx="3">
                  <c:v>3.3496037130000003E-2</c:v>
                </c:pt>
                <c:pt idx="4">
                  <c:v>3.1818099320000001E-2</c:v>
                </c:pt>
                <c:pt idx="5">
                  <c:v>3.117807396E-2</c:v>
                </c:pt>
                <c:pt idx="6">
                  <c:v>3.0913099650000001E-2</c:v>
                </c:pt>
                <c:pt idx="7">
                  <c:v>3.538407013E-2</c:v>
                </c:pt>
                <c:pt idx="8">
                  <c:v>3.027693368E-2</c:v>
                </c:pt>
                <c:pt idx="9">
                  <c:v>3.064287081E-2</c:v>
                </c:pt>
                <c:pt idx="10">
                  <c:v>3.3864893020000002E-2</c:v>
                </c:pt>
                <c:pt idx="11">
                  <c:v>3.071432374E-2</c:v>
                </c:pt>
                <c:pt idx="12">
                  <c:v>3.049295023E-2</c:v>
                </c:pt>
                <c:pt idx="13">
                  <c:v>3.0435139310000001E-2</c:v>
                </c:pt>
                <c:pt idx="14">
                  <c:v>3.075813875E-2</c:v>
                </c:pt>
                <c:pt idx="15">
                  <c:v>3.0266359449999999E-2</c:v>
                </c:pt>
                <c:pt idx="16">
                  <c:v>3.042639233E-2</c:v>
                </c:pt>
                <c:pt idx="17">
                  <c:v>3.0275240540000001E-2</c:v>
                </c:pt>
                <c:pt idx="18">
                  <c:v>3.0830165369999999E-2</c:v>
                </c:pt>
                <c:pt idx="19">
                  <c:v>3.0528077859999999E-2</c:v>
                </c:pt>
                <c:pt idx="20">
                  <c:v>3.0605234209999999E-2</c:v>
                </c:pt>
                <c:pt idx="21">
                  <c:v>3.0387606469999998E-2</c:v>
                </c:pt>
                <c:pt idx="22">
                  <c:v>2.7531031519999999E-2</c:v>
                </c:pt>
                <c:pt idx="23">
                  <c:v>1.5182551000000001E-2</c:v>
                </c:pt>
                <c:pt idx="24">
                  <c:v>-2.6163707950000001E-3</c:v>
                </c:pt>
                <c:pt idx="25">
                  <c:v>5.4269004609999996E-3</c:v>
                </c:pt>
                <c:pt idx="26">
                  <c:v>1.7715185880000001E-2</c:v>
                </c:pt>
                <c:pt idx="27">
                  <c:v>2.3370163520000001E-2</c:v>
                </c:pt>
                <c:pt idx="28">
                  <c:v>2.715734392E-2</c:v>
                </c:pt>
                <c:pt idx="29">
                  <c:v>2.8303962200000001E-2</c:v>
                </c:pt>
                <c:pt idx="30">
                  <c:v>2.8887633230000001E-2</c:v>
                </c:pt>
                <c:pt idx="31">
                  <c:v>2.9840594160000001E-2</c:v>
                </c:pt>
                <c:pt idx="32">
                  <c:v>2.9452310879999999E-2</c:v>
                </c:pt>
                <c:pt idx="33">
                  <c:v>2.9696464539999998E-2</c:v>
                </c:pt>
                <c:pt idx="34">
                  <c:v>2.9726818200000001E-2</c:v>
                </c:pt>
                <c:pt idx="35">
                  <c:v>2.9632801189999999E-2</c:v>
                </c:pt>
                <c:pt idx="36">
                  <c:v>2.946336381E-2</c:v>
                </c:pt>
                <c:pt idx="37">
                  <c:v>2.9546979809999999E-2</c:v>
                </c:pt>
                <c:pt idx="38">
                  <c:v>2.934736013E-2</c:v>
                </c:pt>
                <c:pt idx="39">
                  <c:v>2.9276935380000001E-2</c:v>
                </c:pt>
                <c:pt idx="40">
                  <c:v>2.9343232510000001E-2</c:v>
                </c:pt>
                <c:pt idx="41">
                  <c:v>2.9109075670000002E-2</c:v>
                </c:pt>
                <c:pt idx="42">
                  <c:v>2.9101436960000001E-2</c:v>
                </c:pt>
                <c:pt idx="43">
                  <c:v>2.9031272980000002E-2</c:v>
                </c:pt>
                <c:pt idx="44">
                  <c:v>2.8973517939999999E-2</c:v>
                </c:pt>
                <c:pt idx="45">
                  <c:v>2.882074192E-2</c:v>
                </c:pt>
                <c:pt idx="46">
                  <c:v>2.8460785749999998E-2</c:v>
                </c:pt>
                <c:pt idx="47">
                  <c:v>2.8652919459999999E-2</c:v>
                </c:pt>
                <c:pt idx="48">
                  <c:v>2.8550677E-2</c:v>
                </c:pt>
                <c:pt idx="49">
                  <c:v>2.8377737850000001E-2</c:v>
                </c:pt>
                <c:pt idx="50">
                  <c:v>2.8490554540000001E-2</c:v>
                </c:pt>
                <c:pt idx="51">
                  <c:v>2.8394041580000001E-2</c:v>
                </c:pt>
                <c:pt idx="52">
                  <c:v>2.8264923019999999E-2</c:v>
                </c:pt>
                <c:pt idx="53">
                  <c:v>2.8309764340000002E-2</c:v>
                </c:pt>
                <c:pt idx="54">
                  <c:v>2.8313852850000001E-2</c:v>
                </c:pt>
                <c:pt idx="55">
                  <c:v>2.823577821E-2</c:v>
                </c:pt>
                <c:pt idx="56">
                  <c:v>2.8182493520000001E-2</c:v>
                </c:pt>
                <c:pt idx="57">
                  <c:v>2.8207987550000001E-2</c:v>
                </c:pt>
                <c:pt idx="58">
                  <c:v>2.809524536E-2</c:v>
                </c:pt>
                <c:pt idx="59">
                  <c:v>2.805846184E-2</c:v>
                </c:pt>
                <c:pt idx="60">
                  <c:v>2.8170974929999999E-2</c:v>
                </c:pt>
                <c:pt idx="61">
                  <c:v>2.808179706E-2</c:v>
                </c:pt>
                <c:pt idx="62">
                  <c:v>2.7897918599999998E-2</c:v>
                </c:pt>
                <c:pt idx="63">
                  <c:v>2.8026679530000001E-2</c:v>
                </c:pt>
                <c:pt idx="64">
                  <c:v>2.782513574E-2</c:v>
                </c:pt>
                <c:pt idx="65">
                  <c:v>2.794683538E-2</c:v>
                </c:pt>
                <c:pt idx="66">
                  <c:v>2.793662064E-2</c:v>
                </c:pt>
                <c:pt idx="67">
                  <c:v>2.790551074E-2</c:v>
                </c:pt>
                <c:pt idx="68">
                  <c:v>2.7684265749999999E-2</c:v>
                </c:pt>
                <c:pt idx="69">
                  <c:v>2.7802035209999999E-2</c:v>
                </c:pt>
                <c:pt idx="70">
                  <c:v>2.7708435430000001E-2</c:v>
                </c:pt>
                <c:pt idx="71">
                  <c:v>2.7707193049999999E-2</c:v>
                </c:pt>
                <c:pt idx="72">
                  <c:v>2.760252543E-2</c:v>
                </c:pt>
                <c:pt idx="73">
                  <c:v>2.7613008389999999E-2</c:v>
                </c:pt>
                <c:pt idx="74">
                  <c:v>2.7644868940000001E-2</c:v>
                </c:pt>
                <c:pt idx="75">
                  <c:v>2.7567300950000002E-2</c:v>
                </c:pt>
                <c:pt idx="76">
                  <c:v>2.767207101E-2</c:v>
                </c:pt>
                <c:pt idx="77">
                  <c:v>2.7585973959999999E-2</c:v>
                </c:pt>
                <c:pt idx="78">
                  <c:v>2.7648152780000001E-2</c:v>
                </c:pt>
                <c:pt idx="79">
                  <c:v>2.7686914430000001E-2</c:v>
                </c:pt>
                <c:pt idx="80">
                  <c:v>2.772976458E-2</c:v>
                </c:pt>
                <c:pt idx="81">
                  <c:v>2.772695012E-2</c:v>
                </c:pt>
                <c:pt idx="82">
                  <c:v>2.7689618990000001E-2</c:v>
                </c:pt>
                <c:pt idx="83">
                  <c:v>2.7715167030000001E-2</c:v>
                </c:pt>
                <c:pt idx="84">
                  <c:v>2.7795219789999999E-2</c:v>
                </c:pt>
                <c:pt idx="85">
                  <c:v>2.7851244430000002E-2</c:v>
                </c:pt>
                <c:pt idx="86">
                  <c:v>2.7791354809999998E-2</c:v>
                </c:pt>
                <c:pt idx="87">
                  <c:v>2.7940733360000001E-2</c:v>
                </c:pt>
                <c:pt idx="88">
                  <c:v>2.7911031619999999E-2</c:v>
                </c:pt>
                <c:pt idx="89">
                  <c:v>2.7898663649999999E-2</c:v>
                </c:pt>
                <c:pt idx="90">
                  <c:v>2.8041204439999998E-2</c:v>
                </c:pt>
                <c:pt idx="91">
                  <c:v>2.8065890069999998E-2</c:v>
                </c:pt>
                <c:pt idx="92">
                  <c:v>2.808765136E-2</c:v>
                </c:pt>
                <c:pt idx="93">
                  <c:v>2.8119824830000001E-2</c:v>
                </c:pt>
                <c:pt idx="94">
                  <c:v>2.816108614E-2</c:v>
                </c:pt>
                <c:pt idx="95">
                  <c:v>2.8227545319999998E-2</c:v>
                </c:pt>
                <c:pt idx="96">
                  <c:v>2.8329325839999999E-2</c:v>
                </c:pt>
                <c:pt idx="97">
                  <c:v>2.826710604E-2</c:v>
                </c:pt>
                <c:pt idx="98">
                  <c:v>2.8402719650000002E-2</c:v>
                </c:pt>
                <c:pt idx="99">
                  <c:v>2.8457386420000001E-2</c:v>
                </c:pt>
                <c:pt idx="100">
                  <c:v>2.846647985E-2</c:v>
                </c:pt>
                <c:pt idx="101">
                  <c:v>2.8516896069999999E-2</c:v>
                </c:pt>
                <c:pt idx="102">
                  <c:v>2.8645869340000001E-2</c:v>
                </c:pt>
                <c:pt idx="103">
                  <c:v>2.8714919459999998E-2</c:v>
                </c:pt>
                <c:pt idx="104">
                  <c:v>2.8722828249999999E-2</c:v>
                </c:pt>
                <c:pt idx="105">
                  <c:v>2.8782403099999999E-2</c:v>
                </c:pt>
                <c:pt idx="106">
                  <c:v>2.8862429780000001E-2</c:v>
                </c:pt>
                <c:pt idx="107">
                  <c:v>2.8940949590000001E-2</c:v>
                </c:pt>
                <c:pt idx="108">
                  <c:v>2.8991643340000001E-2</c:v>
                </c:pt>
                <c:pt idx="109">
                  <c:v>2.9084330419999999E-2</c:v>
                </c:pt>
                <c:pt idx="110">
                  <c:v>2.903307229E-2</c:v>
                </c:pt>
                <c:pt idx="111">
                  <c:v>2.9174821449999999E-2</c:v>
                </c:pt>
                <c:pt idx="112">
                  <c:v>2.9219977559999999E-2</c:v>
                </c:pt>
                <c:pt idx="113">
                  <c:v>2.929507382E-2</c:v>
                </c:pt>
                <c:pt idx="114">
                  <c:v>2.9391648249999999E-2</c:v>
                </c:pt>
                <c:pt idx="115">
                  <c:v>2.9427519070000002E-2</c:v>
                </c:pt>
                <c:pt idx="116">
                  <c:v>2.946621738E-2</c:v>
                </c:pt>
                <c:pt idx="117">
                  <c:v>2.9556678610000001E-2</c:v>
                </c:pt>
                <c:pt idx="118">
                  <c:v>2.9652895410000001E-2</c:v>
                </c:pt>
                <c:pt idx="119">
                  <c:v>2.976487949E-2</c:v>
                </c:pt>
                <c:pt idx="120">
                  <c:v>2.9839180409999999E-2</c:v>
                </c:pt>
                <c:pt idx="121">
                  <c:v>2.992944233E-2</c:v>
                </c:pt>
                <c:pt idx="122">
                  <c:v>2.9995007439999999E-2</c:v>
                </c:pt>
                <c:pt idx="123">
                  <c:v>3.013177216E-2</c:v>
                </c:pt>
                <c:pt idx="124">
                  <c:v>3.0149890110000001E-2</c:v>
                </c:pt>
                <c:pt idx="125">
                  <c:v>3.0277295039999999E-2</c:v>
                </c:pt>
                <c:pt idx="126">
                  <c:v>3.0320372429999999E-2</c:v>
                </c:pt>
                <c:pt idx="127">
                  <c:v>3.0478732660000001E-2</c:v>
                </c:pt>
                <c:pt idx="128">
                  <c:v>3.0548296870000002E-2</c:v>
                </c:pt>
                <c:pt idx="129">
                  <c:v>3.064884432E-2</c:v>
                </c:pt>
                <c:pt idx="130">
                  <c:v>3.070212714E-2</c:v>
                </c:pt>
                <c:pt idx="131">
                  <c:v>3.0813103540000001E-2</c:v>
                </c:pt>
                <c:pt idx="132">
                  <c:v>3.0854038890000001E-2</c:v>
                </c:pt>
                <c:pt idx="133">
                  <c:v>3.094626218E-2</c:v>
                </c:pt>
                <c:pt idx="134">
                  <c:v>3.1046262009999999E-2</c:v>
                </c:pt>
                <c:pt idx="135">
                  <c:v>3.1143950300000001E-2</c:v>
                </c:pt>
                <c:pt idx="136">
                  <c:v>3.124338388E-2</c:v>
                </c:pt>
                <c:pt idx="137">
                  <c:v>3.136190027E-2</c:v>
                </c:pt>
                <c:pt idx="138">
                  <c:v>3.1373027710000001E-2</c:v>
                </c:pt>
                <c:pt idx="139">
                  <c:v>3.1500209119999997E-2</c:v>
                </c:pt>
                <c:pt idx="140">
                  <c:v>3.159412742E-2</c:v>
                </c:pt>
                <c:pt idx="141">
                  <c:v>3.1674508009999998E-2</c:v>
                </c:pt>
                <c:pt idx="142">
                  <c:v>3.1753174959999998E-2</c:v>
                </c:pt>
                <c:pt idx="143">
                  <c:v>3.182210773E-2</c:v>
                </c:pt>
                <c:pt idx="144">
                  <c:v>3.1909856950000003E-2</c:v>
                </c:pt>
                <c:pt idx="145">
                  <c:v>3.2009802759999997E-2</c:v>
                </c:pt>
                <c:pt idx="146">
                  <c:v>3.208016977E-2</c:v>
                </c:pt>
                <c:pt idx="147">
                  <c:v>3.2180428499999997E-2</c:v>
                </c:pt>
                <c:pt idx="148">
                  <c:v>3.2235268499999997E-2</c:v>
                </c:pt>
                <c:pt idx="149">
                  <c:v>3.2373242080000003E-2</c:v>
                </c:pt>
                <c:pt idx="150">
                  <c:v>3.2534833999999999E-2</c:v>
                </c:pt>
                <c:pt idx="151">
                  <c:v>3.2554615289999998E-2</c:v>
                </c:pt>
                <c:pt idx="152">
                  <c:v>3.2502111049999997E-2</c:v>
                </c:pt>
                <c:pt idx="153">
                  <c:v>3.2681554559999999E-2</c:v>
                </c:pt>
                <c:pt idx="154">
                  <c:v>3.2734166830000001E-2</c:v>
                </c:pt>
                <c:pt idx="155">
                  <c:v>3.2722026110000003E-2</c:v>
                </c:pt>
                <c:pt idx="156">
                  <c:v>3.2937947660000001E-2</c:v>
                </c:pt>
                <c:pt idx="157">
                  <c:v>3.2957635819999997E-2</c:v>
                </c:pt>
                <c:pt idx="158">
                  <c:v>3.3010058100000003E-2</c:v>
                </c:pt>
                <c:pt idx="159">
                  <c:v>3.3095169809999998E-2</c:v>
                </c:pt>
                <c:pt idx="160">
                  <c:v>3.3187758179999999E-2</c:v>
                </c:pt>
                <c:pt idx="161">
                  <c:v>3.3228751270000002E-2</c:v>
                </c:pt>
                <c:pt idx="162">
                  <c:v>3.3294368540000001E-2</c:v>
                </c:pt>
                <c:pt idx="163">
                  <c:v>3.3356700089999997E-2</c:v>
                </c:pt>
                <c:pt idx="164">
                  <c:v>3.3442299809999999E-2</c:v>
                </c:pt>
                <c:pt idx="165">
                  <c:v>3.3536527310000001E-2</c:v>
                </c:pt>
                <c:pt idx="166">
                  <c:v>3.3546593040000003E-2</c:v>
                </c:pt>
                <c:pt idx="167">
                  <c:v>3.3623002470000003E-2</c:v>
                </c:pt>
                <c:pt idx="168">
                  <c:v>3.3656343819999997E-2</c:v>
                </c:pt>
                <c:pt idx="169">
                  <c:v>3.3708959820000002E-2</c:v>
                </c:pt>
                <c:pt idx="170">
                  <c:v>3.3797174690000001E-2</c:v>
                </c:pt>
                <c:pt idx="171">
                  <c:v>3.3858343960000002E-2</c:v>
                </c:pt>
                <c:pt idx="172">
                  <c:v>3.3908918500000003E-2</c:v>
                </c:pt>
                <c:pt idx="173">
                  <c:v>3.3965289590000003E-2</c:v>
                </c:pt>
                <c:pt idx="174">
                  <c:v>3.4040845930000001E-2</c:v>
                </c:pt>
                <c:pt idx="175">
                  <c:v>3.4066800029999997E-2</c:v>
                </c:pt>
                <c:pt idx="176">
                  <c:v>3.4131590279999999E-2</c:v>
                </c:pt>
                <c:pt idx="177">
                  <c:v>3.4182894970000002E-2</c:v>
                </c:pt>
                <c:pt idx="178">
                  <c:v>3.4229133279999997E-2</c:v>
                </c:pt>
                <c:pt idx="179">
                  <c:v>3.4293811770000002E-2</c:v>
                </c:pt>
                <c:pt idx="180">
                  <c:v>3.4313365819999997E-2</c:v>
                </c:pt>
                <c:pt idx="181">
                  <c:v>3.4366708250000003E-2</c:v>
                </c:pt>
                <c:pt idx="182">
                  <c:v>3.4394949670000001E-2</c:v>
                </c:pt>
                <c:pt idx="183">
                  <c:v>3.4476380799999998E-2</c:v>
                </c:pt>
                <c:pt idx="184">
                  <c:v>3.4589644519999997E-2</c:v>
                </c:pt>
                <c:pt idx="185">
                  <c:v>3.4492358569999999E-2</c:v>
                </c:pt>
                <c:pt idx="186">
                  <c:v>3.4622974690000002E-2</c:v>
                </c:pt>
                <c:pt idx="187">
                  <c:v>3.4641284500000001E-2</c:v>
                </c:pt>
                <c:pt idx="188">
                  <c:v>3.4665253010000001E-2</c:v>
                </c:pt>
                <c:pt idx="189">
                  <c:v>3.4738577899999998E-2</c:v>
                </c:pt>
                <c:pt idx="190">
                  <c:v>3.4732855860000002E-2</c:v>
                </c:pt>
                <c:pt idx="191">
                  <c:v>3.472132981E-2</c:v>
                </c:pt>
                <c:pt idx="192">
                  <c:v>3.47793214E-2</c:v>
                </c:pt>
                <c:pt idx="193">
                  <c:v>3.4854460509999997E-2</c:v>
                </c:pt>
                <c:pt idx="194">
                  <c:v>3.4888878460000002E-2</c:v>
                </c:pt>
                <c:pt idx="195">
                  <c:v>3.4916061909999997E-2</c:v>
                </c:pt>
                <c:pt idx="196">
                  <c:v>3.4889943899999998E-2</c:v>
                </c:pt>
                <c:pt idx="197">
                  <c:v>3.4939315169999999E-2</c:v>
                </c:pt>
                <c:pt idx="198">
                  <c:v>3.5001181069999998E-2</c:v>
                </c:pt>
                <c:pt idx="199">
                  <c:v>3.505654633E-2</c:v>
                </c:pt>
                <c:pt idx="200">
                  <c:v>3.5064373170000003E-2</c:v>
                </c:pt>
                <c:pt idx="201">
                  <c:v>3.5083767029999997E-2</c:v>
                </c:pt>
                <c:pt idx="202">
                  <c:v>3.5092774780000002E-2</c:v>
                </c:pt>
                <c:pt idx="203">
                  <c:v>3.5149075090000002E-2</c:v>
                </c:pt>
                <c:pt idx="204">
                  <c:v>3.5217624160000002E-2</c:v>
                </c:pt>
                <c:pt idx="205">
                  <c:v>3.5291235890000001E-2</c:v>
                </c:pt>
                <c:pt idx="206">
                  <c:v>3.5227503629999997E-2</c:v>
                </c:pt>
                <c:pt idx="207">
                  <c:v>3.5341273989999998E-2</c:v>
                </c:pt>
                <c:pt idx="208">
                  <c:v>3.5404905680000001E-2</c:v>
                </c:pt>
                <c:pt idx="209">
                  <c:v>3.5414736719999999E-2</c:v>
                </c:pt>
                <c:pt idx="210">
                  <c:v>3.540375456E-2</c:v>
                </c:pt>
                <c:pt idx="211">
                  <c:v>3.5467371339999998E-2</c:v>
                </c:pt>
                <c:pt idx="212">
                  <c:v>3.5488918420000001E-2</c:v>
                </c:pt>
                <c:pt idx="213">
                  <c:v>3.5526223480000001E-2</c:v>
                </c:pt>
                <c:pt idx="214">
                  <c:v>3.5574741659999999E-2</c:v>
                </c:pt>
                <c:pt idx="215">
                  <c:v>3.5592105239999998E-2</c:v>
                </c:pt>
                <c:pt idx="216">
                  <c:v>3.5621635620000001E-2</c:v>
                </c:pt>
                <c:pt idx="217">
                  <c:v>3.5678230230000003E-2</c:v>
                </c:pt>
                <c:pt idx="218">
                  <c:v>3.5720411690000002E-2</c:v>
                </c:pt>
                <c:pt idx="219">
                  <c:v>3.5734832289999997E-2</c:v>
                </c:pt>
                <c:pt idx="220">
                  <c:v>3.581960872E-2</c:v>
                </c:pt>
                <c:pt idx="221">
                  <c:v>3.5873077810000001E-2</c:v>
                </c:pt>
                <c:pt idx="222">
                  <c:v>3.5896413029999998E-2</c:v>
                </c:pt>
                <c:pt idx="223">
                  <c:v>3.5922955719999997E-2</c:v>
                </c:pt>
                <c:pt idx="224">
                  <c:v>3.6057073619999998E-2</c:v>
                </c:pt>
                <c:pt idx="225">
                  <c:v>3.6088295280000002E-2</c:v>
                </c:pt>
                <c:pt idx="226">
                  <c:v>3.6158256229999998E-2</c:v>
                </c:pt>
                <c:pt idx="227">
                  <c:v>3.6248661580000001E-2</c:v>
                </c:pt>
                <c:pt idx="228">
                  <c:v>3.628738225E-2</c:v>
                </c:pt>
                <c:pt idx="229">
                  <c:v>3.6347974089999999E-2</c:v>
                </c:pt>
                <c:pt idx="230">
                  <c:v>3.6367874590000002E-2</c:v>
                </c:pt>
                <c:pt idx="231">
                  <c:v>3.6407817160000001E-2</c:v>
                </c:pt>
                <c:pt idx="232">
                  <c:v>3.6527864629999997E-2</c:v>
                </c:pt>
                <c:pt idx="233">
                  <c:v>3.6639183759999999E-2</c:v>
                </c:pt>
                <c:pt idx="234">
                  <c:v>3.6616370080000002E-2</c:v>
                </c:pt>
                <c:pt idx="235">
                  <c:v>3.6744814369999997E-2</c:v>
                </c:pt>
                <c:pt idx="236">
                  <c:v>3.6756899209999999E-2</c:v>
                </c:pt>
                <c:pt idx="237">
                  <c:v>3.6895077679999999E-2</c:v>
                </c:pt>
                <c:pt idx="238">
                  <c:v>3.699935973E-2</c:v>
                </c:pt>
                <c:pt idx="239">
                  <c:v>3.6948285999999997E-2</c:v>
                </c:pt>
                <c:pt idx="240">
                  <c:v>3.702909872E-2</c:v>
                </c:pt>
                <c:pt idx="241">
                  <c:v>3.7084892389999999E-2</c:v>
                </c:pt>
                <c:pt idx="242">
                  <c:v>3.7239193919999997E-2</c:v>
                </c:pt>
                <c:pt idx="243">
                  <c:v>3.7267595530000003E-2</c:v>
                </c:pt>
                <c:pt idx="244">
                  <c:v>3.7284266199999999E-2</c:v>
                </c:pt>
                <c:pt idx="245">
                  <c:v>3.7326663730000001E-2</c:v>
                </c:pt>
                <c:pt idx="246">
                  <c:v>3.7338875229999999E-2</c:v>
                </c:pt>
                <c:pt idx="247">
                  <c:v>3.7418916820000002E-2</c:v>
                </c:pt>
                <c:pt idx="248">
                  <c:v>3.7420496339999998E-2</c:v>
                </c:pt>
                <c:pt idx="249">
                  <c:v>3.7454780190000002E-2</c:v>
                </c:pt>
                <c:pt idx="250">
                  <c:v>3.744800761E-2</c:v>
                </c:pt>
                <c:pt idx="251">
                  <c:v>3.746073321E-2</c:v>
                </c:pt>
                <c:pt idx="252">
                  <c:v>3.7509299810000001E-2</c:v>
                </c:pt>
                <c:pt idx="253">
                  <c:v>3.7427719679999999E-2</c:v>
                </c:pt>
                <c:pt idx="254">
                  <c:v>3.731489927E-2</c:v>
                </c:pt>
                <c:pt idx="255">
                  <c:v>3.7363674489999998E-2</c:v>
                </c:pt>
                <c:pt idx="256">
                  <c:v>3.7240829320000002E-2</c:v>
                </c:pt>
                <c:pt idx="257">
                  <c:v>3.6871746179999998E-2</c:v>
                </c:pt>
                <c:pt idx="258">
                  <c:v>3.6750447009999999E-2</c:v>
                </c:pt>
                <c:pt idx="259">
                  <c:v>3.6703459920000001E-2</c:v>
                </c:pt>
                <c:pt idx="260">
                  <c:v>3.6469947549999999E-2</c:v>
                </c:pt>
                <c:pt idx="261">
                  <c:v>3.6390587689999997E-2</c:v>
                </c:pt>
                <c:pt idx="262">
                  <c:v>3.6548279230000001E-2</c:v>
                </c:pt>
                <c:pt idx="263">
                  <c:v>3.6557655779999997E-2</c:v>
                </c:pt>
                <c:pt idx="264">
                  <c:v>3.6822181199999998E-2</c:v>
                </c:pt>
                <c:pt idx="265">
                  <c:v>3.6876142020000002E-2</c:v>
                </c:pt>
                <c:pt idx="266">
                  <c:v>3.6738138650000002E-2</c:v>
                </c:pt>
                <c:pt idx="267">
                  <c:v>3.6914609369999997E-2</c:v>
                </c:pt>
                <c:pt idx="268">
                  <c:v>3.7086386229999997E-2</c:v>
                </c:pt>
                <c:pt idx="269">
                  <c:v>3.7067666649999997E-2</c:v>
                </c:pt>
                <c:pt idx="270">
                  <c:v>3.7069443610000002E-2</c:v>
                </c:pt>
                <c:pt idx="271">
                  <c:v>3.7260543559999998E-2</c:v>
                </c:pt>
                <c:pt idx="272">
                  <c:v>3.7154618649999999E-2</c:v>
                </c:pt>
                <c:pt idx="273">
                  <c:v>3.7221878770000001E-2</c:v>
                </c:pt>
                <c:pt idx="274">
                  <c:v>3.7214007229999999E-2</c:v>
                </c:pt>
                <c:pt idx="275">
                  <c:v>3.7276789550000002E-2</c:v>
                </c:pt>
                <c:pt idx="276">
                  <c:v>3.7332218139999998E-2</c:v>
                </c:pt>
                <c:pt idx="277">
                  <c:v>3.7422921509999998E-2</c:v>
                </c:pt>
                <c:pt idx="278">
                  <c:v>3.7443745879999997E-2</c:v>
                </c:pt>
                <c:pt idx="279">
                  <c:v>3.7508707490000001E-2</c:v>
                </c:pt>
                <c:pt idx="280">
                  <c:v>3.752682358E-2</c:v>
                </c:pt>
                <c:pt idx="281">
                  <c:v>3.7561170759999998E-2</c:v>
                </c:pt>
                <c:pt idx="282">
                  <c:v>3.766420484E-2</c:v>
                </c:pt>
                <c:pt idx="283">
                  <c:v>3.7687409669999998E-2</c:v>
                </c:pt>
                <c:pt idx="284">
                  <c:v>3.7771239880000002E-2</c:v>
                </c:pt>
                <c:pt idx="285">
                  <c:v>3.7782564759999998E-2</c:v>
                </c:pt>
                <c:pt idx="286">
                  <c:v>3.7905111909999997E-2</c:v>
                </c:pt>
                <c:pt idx="287">
                  <c:v>3.7895478310000001E-2</c:v>
                </c:pt>
                <c:pt idx="288">
                  <c:v>3.7969265129999999E-2</c:v>
                </c:pt>
                <c:pt idx="289">
                  <c:v>3.7998504939999997E-2</c:v>
                </c:pt>
                <c:pt idx="290">
                  <c:v>3.8076348599999997E-2</c:v>
                </c:pt>
                <c:pt idx="291">
                  <c:v>3.8100086149999997E-2</c:v>
                </c:pt>
                <c:pt idx="292">
                  <c:v>3.8230635229999997E-2</c:v>
                </c:pt>
                <c:pt idx="293">
                  <c:v>3.8209520279999999E-2</c:v>
                </c:pt>
                <c:pt idx="294">
                  <c:v>3.8328226659999999E-2</c:v>
                </c:pt>
                <c:pt idx="295">
                  <c:v>3.8384046409999997E-2</c:v>
                </c:pt>
                <c:pt idx="296">
                  <c:v>3.8409665230000001E-2</c:v>
                </c:pt>
                <c:pt idx="297">
                  <c:v>3.8480315360000003E-2</c:v>
                </c:pt>
                <c:pt idx="298">
                  <c:v>3.8623541589999998E-2</c:v>
                </c:pt>
                <c:pt idx="299">
                  <c:v>3.8637828079999999E-2</c:v>
                </c:pt>
                <c:pt idx="300">
                  <c:v>3.8688648489999998E-2</c:v>
                </c:pt>
                <c:pt idx="301">
                  <c:v>3.874589875E-2</c:v>
                </c:pt>
                <c:pt idx="302">
                  <c:v>3.8770608599999999E-2</c:v>
                </c:pt>
                <c:pt idx="303">
                  <c:v>3.8839161400000002E-2</c:v>
                </c:pt>
                <c:pt idx="304">
                  <c:v>3.8941506299999998E-2</c:v>
                </c:pt>
                <c:pt idx="305">
                  <c:v>3.8982991129999998E-2</c:v>
                </c:pt>
                <c:pt idx="306">
                  <c:v>3.9083469660000002E-2</c:v>
                </c:pt>
                <c:pt idx="307">
                  <c:v>3.9162047210000002E-2</c:v>
                </c:pt>
                <c:pt idx="308">
                  <c:v>3.9217405019999999E-2</c:v>
                </c:pt>
                <c:pt idx="309">
                  <c:v>3.9269056169999997E-2</c:v>
                </c:pt>
                <c:pt idx="310">
                  <c:v>3.9364133029999998E-2</c:v>
                </c:pt>
                <c:pt idx="311">
                  <c:v>3.9425015450000003E-2</c:v>
                </c:pt>
                <c:pt idx="312">
                  <c:v>3.9519049229999999E-2</c:v>
                </c:pt>
                <c:pt idx="313">
                  <c:v>3.9595067499999997E-2</c:v>
                </c:pt>
                <c:pt idx="314">
                  <c:v>3.9611771699999999E-2</c:v>
                </c:pt>
                <c:pt idx="315">
                  <c:v>3.9710920300000001E-2</c:v>
                </c:pt>
                <c:pt idx="316">
                  <c:v>3.9827261119999999E-2</c:v>
                </c:pt>
                <c:pt idx="317">
                  <c:v>3.9879608900000002E-2</c:v>
                </c:pt>
                <c:pt idx="318">
                  <c:v>3.997470811E-2</c:v>
                </c:pt>
                <c:pt idx="319">
                  <c:v>4.0018614379999998E-2</c:v>
                </c:pt>
                <c:pt idx="320">
                  <c:v>4.011257738E-2</c:v>
                </c:pt>
                <c:pt idx="321">
                  <c:v>4.0298379959999998E-2</c:v>
                </c:pt>
                <c:pt idx="322">
                  <c:v>4.0407631550000003E-2</c:v>
                </c:pt>
                <c:pt idx="323">
                  <c:v>4.0344621990000003E-2</c:v>
                </c:pt>
                <c:pt idx="324">
                  <c:v>4.0426496419999999E-2</c:v>
                </c:pt>
                <c:pt idx="325">
                  <c:v>4.0566500280000001E-2</c:v>
                </c:pt>
                <c:pt idx="326">
                  <c:v>4.0623430160000001E-2</c:v>
                </c:pt>
                <c:pt idx="327">
                  <c:v>4.076364264E-2</c:v>
                </c:pt>
                <c:pt idx="328">
                  <c:v>4.0806833649999999E-2</c:v>
                </c:pt>
                <c:pt idx="329">
                  <c:v>4.0947161609999998E-2</c:v>
                </c:pt>
                <c:pt idx="330">
                  <c:v>4.103432596E-2</c:v>
                </c:pt>
                <c:pt idx="331">
                  <c:v>4.1167583319999999E-2</c:v>
                </c:pt>
                <c:pt idx="332">
                  <c:v>4.1267544029999999E-2</c:v>
                </c:pt>
                <c:pt idx="333">
                  <c:v>4.1337348519999997E-2</c:v>
                </c:pt>
                <c:pt idx="334">
                  <c:v>4.1463892910000001E-2</c:v>
                </c:pt>
                <c:pt idx="335">
                  <c:v>4.1558627039999997E-2</c:v>
                </c:pt>
                <c:pt idx="336">
                  <c:v>4.160756618E-2</c:v>
                </c:pt>
                <c:pt idx="337">
                  <c:v>4.1761346159999997E-2</c:v>
                </c:pt>
                <c:pt idx="338">
                  <c:v>4.1836135089999997E-2</c:v>
                </c:pt>
                <c:pt idx="339">
                  <c:v>4.1948821400000003E-2</c:v>
                </c:pt>
                <c:pt idx="340">
                  <c:v>4.2103152720000002E-2</c:v>
                </c:pt>
                <c:pt idx="341">
                  <c:v>4.2121291159999998E-2</c:v>
                </c:pt>
                <c:pt idx="342">
                  <c:v>4.2318768800000003E-2</c:v>
                </c:pt>
                <c:pt idx="343">
                  <c:v>4.2458586389999997E-2</c:v>
                </c:pt>
                <c:pt idx="344">
                  <c:v>4.244557023E-2</c:v>
                </c:pt>
                <c:pt idx="345">
                  <c:v>4.2636513709999997E-2</c:v>
                </c:pt>
                <c:pt idx="346">
                  <c:v>4.2772918940000001E-2</c:v>
                </c:pt>
                <c:pt idx="347">
                  <c:v>4.2917169630000002E-2</c:v>
                </c:pt>
                <c:pt idx="348">
                  <c:v>4.3099999430000001E-2</c:v>
                </c:pt>
                <c:pt idx="349">
                  <c:v>4.3227657680000003E-2</c:v>
                </c:pt>
                <c:pt idx="350">
                  <c:v>4.327301309E-2</c:v>
                </c:pt>
                <c:pt idx="351">
                  <c:v>4.352143034E-2</c:v>
                </c:pt>
                <c:pt idx="352">
                  <c:v>4.3597694489999998E-2</c:v>
                </c:pt>
                <c:pt idx="353">
                  <c:v>4.3719943609999999E-2</c:v>
                </c:pt>
                <c:pt idx="354">
                  <c:v>4.3931782250000002E-2</c:v>
                </c:pt>
                <c:pt idx="355">
                  <c:v>4.4115871190000003E-2</c:v>
                </c:pt>
                <c:pt idx="356">
                  <c:v>4.4165845959999998E-2</c:v>
                </c:pt>
                <c:pt idx="357">
                  <c:v>4.4412508609999998E-2</c:v>
                </c:pt>
                <c:pt idx="358">
                  <c:v>4.4592443850000003E-2</c:v>
                </c:pt>
                <c:pt idx="359">
                  <c:v>4.4696323570000002E-2</c:v>
                </c:pt>
                <c:pt idx="360">
                  <c:v>4.4899627570000003E-2</c:v>
                </c:pt>
                <c:pt idx="361">
                  <c:v>4.5049581679999999E-2</c:v>
                </c:pt>
                <c:pt idx="362">
                  <c:v>4.5168563719999999E-2</c:v>
                </c:pt>
                <c:pt idx="363">
                  <c:v>4.5422811059999998E-2</c:v>
                </c:pt>
                <c:pt idx="364">
                  <c:v>4.5577775690000003E-2</c:v>
                </c:pt>
                <c:pt idx="365">
                  <c:v>4.577723518E-2</c:v>
                </c:pt>
                <c:pt idx="366">
                  <c:v>4.5941732819999997E-2</c:v>
                </c:pt>
                <c:pt idx="367">
                  <c:v>4.617481306E-2</c:v>
                </c:pt>
                <c:pt idx="368">
                  <c:v>4.638695717E-2</c:v>
                </c:pt>
                <c:pt idx="369">
                  <c:v>4.6603932979999999E-2</c:v>
                </c:pt>
                <c:pt idx="370">
                  <c:v>4.6759840099999998E-2</c:v>
                </c:pt>
                <c:pt idx="371">
                  <c:v>4.706140608E-2</c:v>
                </c:pt>
                <c:pt idx="372">
                  <c:v>4.7249224040000003E-2</c:v>
                </c:pt>
                <c:pt idx="373">
                  <c:v>4.7485630959999997E-2</c:v>
                </c:pt>
                <c:pt idx="374">
                  <c:v>4.7737337650000003E-2</c:v>
                </c:pt>
                <c:pt idx="375">
                  <c:v>4.7957506029999999E-2</c:v>
                </c:pt>
                <c:pt idx="376">
                  <c:v>4.8209831119999998E-2</c:v>
                </c:pt>
                <c:pt idx="377">
                  <c:v>4.850062728E-2</c:v>
                </c:pt>
                <c:pt idx="378">
                  <c:v>4.8760421569999997E-2</c:v>
                </c:pt>
                <c:pt idx="379">
                  <c:v>4.8982732000000001E-2</c:v>
                </c:pt>
                <c:pt idx="380">
                  <c:v>4.9295298760000002E-2</c:v>
                </c:pt>
                <c:pt idx="381">
                  <c:v>4.9599267539999999E-2</c:v>
                </c:pt>
                <c:pt idx="382">
                  <c:v>4.9837335939999998E-2</c:v>
                </c:pt>
                <c:pt idx="383">
                  <c:v>5.0149533900000001E-2</c:v>
                </c:pt>
                <c:pt idx="384">
                  <c:v>5.051010475E-2</c:v>
                </c:pt>
                <c:pt idx="385">
                  <c:v>5.0831396129999998E-2</c:v>
                </c:pt>
                <c:pt idx="386">
                  <c:v>5.1193293180000002E-2</c:v>
                </c:pt>
                <c:pt idx="387">
                  <c:v>5.1457792519999997E-2</c:v>
                </c:pt>
                <c:pt idx="388">
                  <c:v>5.1791921259999998E-2</c:v>
                </c:pt>
                <c:pt idx="389">
                  <c:v>5.2165620029999998E-2</c:v>
                </c:pt>
                <c:pt idx="390">
                  <c:v>5.2555594589999997E-2</c:v>
                </c:pt>
                <c:pt idx="391">
                  <c:v>5.2974812689999998E-2</c:v>
                </c:pt>
                <c:pt idx="392">
                  <c:v>5.3341660649999997E-2</c:v>
                </c:pt>
                <c:pt idx="393">
                  <c:v>5.374063179E-2</c:v>
                </c:pt>
                <c:pt idx="394">
                  <c:v>5.4161641750000003E-2</c:v>
                </c:pt>
                <c:pt idx="395">
                  <c:v>5.4667573419999997E-2</c:v>
                </c:pt>
                <c:pt idx="396">
                  <c:v>5.5055510250000002E-2</c:v>
                </c:pt>
                <c:pt idx="397">
                  <c:v>5.5546425279999999E-2</c:v>
                </c:pt>
                <c:pt idx="398">
                  <c:v>5.5956523869999997E-2</c:v>
                </c:pt>
                <c:pt idx="399">
                  <c:v>5.6496981529999997E-2</c:v>
                </c:pt>
                <c:pt idx="400">
                  <c:v>5.6930292399999999E-2</c:v>
                </c:pt>
                <c:pt idx="401">
                  <c:v>5.7531539350000001E-2</c:v>
                </c:pt>
                <c:pt idx="402">
                  <c:v>5.8031797410000002E-2</c:v>
                </c:pt>
                <c:pt idx="403">
                  <c:v>5.8616351339999997E-2</c:v>
                </c:pt>
                <c:pt idx="404">
                  <c:v>5.9171490370000003E-2</c:v>
                </c:pt>
                <c:pt idx="405">
                  <c:v>5.972383916E-2</c:v>
                </c:pt>
                <c:pt idx="406">
                  <c:v>6.0388397429999997E-2</c:v>
                </c:pt>
                <c:pt idx="407">
                  <c:v>6.0995019970000001E-2</c:v>
                </c:pt>
                <c:pt idx="408">
                  <c:v>6.1640467490000003E-2</c:v>
                </c:pt>
                <c:pt idx="409">
                  <c:v>6.2282063069999997E-2</c:v>
                </c:pt>
                <c:pt idx="410">
                  <c:v>6.2894299629999997E-2</c:v>
                </c:pt>
                <c:pt idx="411">
                  <c:v>6.3626274469999994E-2</c:v>
                </c:pt>
                <c:pt idx="412">
                  <c:v>6.4387224610000002E-2</c:v>
                </c:pt>
                <c:pt idx="413">
                  <c:v>6.5103620289999997E-2</c:v>
                </c:pt>
                <c:pt idx="414">
                  <c:v>6.5880663689999994E-2</c:v>
                </c:pt>
                <c:pt idx="415">
                  <c:v>6.6561028359999996E-2</c:v>
                </c:pt>
                <c:pt idx="416">
                  <c:v>6.7385211589999994E-2</c:v>
                </c:pt>
                <c:pt idx="417">
                  <c:v>6.8126164380000007E-2</c:v>
                </c:pt>
                <c:pt idx="418">
                  <c:v>6.8933673200000004E-2</c:v>
                </c:pt>
                <c:pt idx="419">
                  <c:v>6.9776088E-2</c:v>
                </c:pt>
                <c:pt idx="420">
                  <c:v>7.0537574589999999E-2</c:v>
                </c:pt>
                <c:pt idx="421">
                  <c:v>7.1477033199999998E-2</c:v>
                </c:pt>
                <c:pt idx="422">
                  <c:v>7.2308041160000003E-2</c:v>
                </c:pt>
                <c:pt idx="423">
                  <c:v>7.3209851980000004E-2</c:v>
                </c:pt>
                <c:pt idx="424">
                  <c:v>7.4059315030000003E-2</c:v>
                </c:pt>
                <c:pt idx="425">
                  <c:v>7.4983939530000002E-2</c:v>
                </c:pt>
                <c:pt idx="426">
                  <c:v>7.5923793020000005E-2</c:v>
                </c:pt>
                <c:pt idx="427">
                  <c:v>7.6823107900000007E-2</c:v>
                </c:pt>
                <c:pt idx="428">
                  <c:v>7.7814362940000006E-2</c:v>
                </c:pt>
                <c:pt idx="429">
                  <c:v>7.8736722470000006E-2</c:v>
                </c:pt>
                <c:pt idx="430">
                  <c:v>7.9701721670000003E-2</c:v>
                </c:pt>
                <c:pt idx="431">
                  <c:v>8.0677345400000003E-2</c:v>
                </c:pt>
                <c:pt idx="432">
                  <c:v>8.1623710690000004E-2</c:v>
                </c:pt>
                <c:pt idx="433">
                  <c:v>8.2638300959999994E-2</c:v>
                </c:pt>
                <c:pt idx="434">
                  <c:v>8.3539031449999995E-2</c:v>
                </c:pt>
                <c:pt idx="435">
                  <c:v>8.4586881099999997E-2</c:v>
                </c:pt>
                <c:pt idx="436">
                  <c:v>8.553107083E-2</c:v>
                </c:pt>
                <c:pt idx="437">
                  <c:v>8.655256033E-2</c:v>
                </c:pt>
                <c:pt idx="438">
                  <c:v>8.7501034140000003E-2</c:v>
                </c:pt>
                <c:pt idx="439">
                  <c:v>8.8500261309999995E-2</c:v>
                </c:pt>
                <c:pt idx="440">
                  <c:v>8.9474849400000001E-2</c:v>
                </c:pt>
                <c:pt idx="441">
                  <c:v>9.0390048919999993E-2</c:v>
                </c:pt>
                <c:pt idx="442">
                  <c:v>9.1308034960000006E-2</c:v>
                </c:pt>
                <c:pt idx="443">
                  <c:v>9.2190936210000005E-2</c:v>
                </c:pt>
                <c:pt idx="444">
                  <c:v>9.3125157060000005E-2</c:v>
                </c:pt>
                <c:pt idx="445">
                  <c:v>9.4032049179999994E-2</c:v>
                </c:pt>
                <c:pt idx="446">
                  <c:v>9.4897449019999996E-2</c:v>
                </c:pt>
                <c:pt idx="447">
                  <c:v>9.5714651050000002E-2</c:v>
                </c:pt>
                <c:pt idx="448">
                  <c:v>9.6534237270000003E-2</c:v>
                </c:pt>
                <c:pt idx="449">
                  <c:v>9.7298435870000005E-2</c:v>
                </c:pt>
                <c:pt idx="450">
                  <c:v>9.8113819960000001E-2</c:v>
                </c:pt>
                <c:pt idx="451">
                  <c:v>9.8834455010000002E-2</c:v>
                </c:pt>
                <c:pt idx="452">
                  <c:v>9.9519275130000001E-2</c:v>
                </c:pt>
                <c:pt idx="453">
                  <c:v>0.1002112404</c:v>
                </c:pt>
                <c:pt idx="454">
                  <c:v>0.10086230929999999</c:v>
                </c:pt>
                <c:pt idx="455">
                  <c:v>0.10143967719999999</c:v>
                </c:pt>
                <c:pt idx="456">
                  <c:v>0.1020460054</c:v>
                </c:pt>
                <c:pt idx="457">
                  <c:v>0.1025426015</c:v>
                </c:pt>
                <c:pt idx="458">
                  <c:v>0.10303542760000001</c:v>
                </c:pt>
                <c:pt idx="459">
                  <c:v>0.10357527430000001</c:v>
                </c:pt>
                <c:pt idx="460">
                  <c:v>0.1039823443</c:v>
                </c:pt>
                <c:pt idx="461">
                  <c:v>0.1043112278</c:v>
                </c:pt>
                <c:pt idx="462">
                  <c:v>0.1046550423</c:v>
                </c:pt>
                <c:pt idx="463">
                  <c:v>0.1049756035</c:v>
                </c:pt>
                <c:pt idx="464">
                  <c:v>0.1052068397</c:v>
                </c:pt>
                <c:pt idx="465">
                  <c:v>0.10543430600000001</c:v>
                </c:pt>
                <c:pt idx="466">
                  <c:v>0.1056132987</c:v>
                </c:pt>
                <c:pt idx="467">
                  <c:v>0.1057033986</c:v>
                </c:pt>
                <c:pt idx="468">
                  <c:v>0.1057806984</c:v>
                </c:pt>
                <c:pt idx="469">
                  <c:v>0.1058938578</c:v>
                </c:pt>
                <c:pt idx="470">
                  <c:v>0.10586588080000001</c:v>
                </c:pt>
                <c:pt idx="471">
                  <c:v>0.10583760590000001</c:v>
                </c:pt>
                <c:pt idx="472">
                  <c:v>0.1057605892</c:v>
                </c:pt>
                <c:pt idx="473">
                  <c:v>0.1057441756</c:v>
                </c:pt>
                <c:pt idx="474">
                  <c:v>0.1055928916</c:v>
                </c:pt>
                <c:pt idx="475">
                  <c:v>0.1053876504</c:v>
                </c:pt>
                <c:pt idx="476">
                  <c:v>0.1052103341</c:v>
                </c:pt>
                <c:pt idx="477">
                  <c:v>0.105024755</c:v>
                </c:pt>
                <c:pt idx="478">
                  <c:v>0.1047892272</c:v>
                </c:pt>
                <c:pt idx="479">
                  <c:v>0.10448188329999999</c:v>
                </c:pt>
                <c:pt idx="480">
                  <c:v>0.104225859</c:v>
                </c:pt>
                <c:pt idx="481">
                  <c:v>0.10393922780000001</c:v>
                </c:pt>
                <c:pt idx="482">
                  <c:v>0.1036602855</c:v>
                </c:pt>
                <c:pt idx="483">
                  <c:v>0.1032543704</c:v>
                </c:pt>
                <c:pt idx="484">
                  <c:v>0.1029220298</c:v>
                </c:pt>
                <c:pt idx="485">
                  <c:v>0.1024826467</c:v>
                </c:pt>
                <c:pt idx="486">
                  <c:v>0.1020397842</c:v>
                </c:pt>
                <c:pt idx="487">
                  <c:v>0.1016294286</c:v>
                </c:pt>
                <c:pt idx="488">
                  <c:v>0.1012303084</c:v>
                </c:pt>
                <c:pt idx="489">
                  <c:v>0.100727573</c:v>
                </c:pt>
                <c:pt idx="490">
                  <c:v>0.1002689153</c:v>
                </c:pt>
                <c:pt idx="491">
                  <c:v>9.9869772790000005E-2</c:v>
                </c:pt>
                <c:pt idx="492">
                  <c:v>9.9364444610000005E-2</c:v>
                </c:pt>
                <c:pt idx="493">
                  <c:v>9.8822295670000004E-2</c:v>
                </c:pt>
                <c:pt idx="494">
                  <c:v>9.8397821189999998E-2</c:v>
                </c:pt>
                <c:pt idx="495">
                  <c:v>9.7988165919999995E-2</c:v>
                </c:pt>
                <c:pt idx="496">
                  <c:v>9.7435064609999997E-2</c:v>
                </c:pt>
                <c:pt idx="497">
                  <c:v>9.6912823620000005E-2</c:v>
                </c:pt>
                <c:pt idx="498">
                  <c:v>9.6375338729999996E-2</c:v>
                </c:pt>
                <c:pt idx="499">
                  <c:v>9.5914021129999999E-2</c:v>
                </c:pt>
                <c:pt idx="500">
                  <c:v>9.5365099610000004E-2</c:v>
                </c:pt>
                <c:pt idx="501">
                  <c:v>9.4883181149999996E-2</c:v>
                </c:pt>
                <c:pt idx="502">
                  <c:v>9.4350166619999995E-2</c:v>
                </c:pt>
                <c:pt idx="503">
                  <c:v>9.3851022419999999E-2</c:v>
                </c:pt>
                <c:pt idx="504">
                  <c:v>9.3268595639999993E-2</c:v>
                </c:pt>
                <c:pt idx="505">
                  <c:v>9.2769123610000004E-2</c:v>
                </c:pt>
                <c:pt idx="506">
                  <c:v>9.229193628E-2</c:v>
                </c:pt>
                <c:pt idx="507">
                  <c:v>9.1686598960000004E-2</c:v>
                </c:pt>
                <c:pt idx="508">
                  <c:v>9.1168403630000006E-2</c:v>
                </c:pt>
                <c:pt idx="509">
                  <c:v>9.0712390840000004E-2</c:v>
                </c:pt>
                <c:pt idx="510">
                  <c:v>9.0042650700000004E-2</c:v>
                </c:pt>
                <c:pt idx="511">
                  <c:v>8.9545309540000007E-2</c:v>
                </c:pt>
                <c:pt idx="512">
                  <c:v>8.9033797380000002E-2</c:v>
                </c:pt>
                <c:pt idx="513">
                  <c:v>8.8515624400000006E-2</c:v>
                </c:pt>
                <c:pt idx="514">
                  <c:v>8.7966173889999999E-2</c:v>
                </c:pt>
                <c:pt idx="515">
                  <c:v>8.7525442240000001E-2</c:v>
                </c:pt>
                <c:pt idx="516">
                  <c:v>8.6968898769999997E-2</c:v>
                </c:pt>
                <c:pt idx="517">
                  <c:v>8.6561158299999996E-2</c:v>
                </c:pt>
                <c:pt idx="518">
                  <c:v>8.5922889409999995E-2</c:v>
                </c:pt>
                <c:pt idx="519">
                  <c:v>8.5486717520000005E-2</c:v>
                </c:pt>
                <c:pt idx="520">
                  <c:v>8.5001148279999994E-2</c:v>
                </c:pt>
                <c:pt idx="521">
                  <c:v>8.4598116579999993E-2</c:v>
                </c:pt>
                <c:pt idx="522">
                  <c:v>8.4026455880000003E-2</c:v>
                </c:pt>
                <c:pt idx="523">
                  <c:v>8.3731316030000003E-2</c:v>
                </c:pt>
                <c:pt idx="524">
                  <c:v>8.3220891650000003E-2</c:v>
                </c:pt>
                <c:pt idx="525">
                  <c:v>8.2850076260000002E-2</c:v>
                </c:pt>
                <c:pt idx="526">
                  <c:v>8.2423150540000004E-2</c:v>
                </c:pt>
                <c:pt idx="527">
                  <c:v>8.2064054910000003E-2</c:v>
                </c:pt>
                <c:pt idx="528">
                  <c:v>8.1702128050000003E-2</c:v>
                </c:pt>
                <c:pt idx="529">
                  <c:v>8.1288874149999996E-2</c:v>
                </c:pt>
                <c:pt idx="530">
                  <c:v>8.0971881750000002E-2</c:v>
                </c:pt>
                <c:pt idx="531">
                  <c:v>8.0656245350000003E-2</c:v>
                </c:pt>
                <c:pt idx="532">
                  <c:v>8.0341741440000003E-2</c:v>
                </c:pt>
                <c:pt idx="533">
                  <c:v>8.0049872399999999E-2</c:v>
                </c:pt>
                <c:pt idx="534">
                  <c:v>7.9766444859999994E-2</c:v>
                </c:pt>
                <c:pt idx="535">
                  <c:v>7.9532817010000006E-2</c:v>
                </c:pt>
                <c:pt idx="536">
                  <c:v>7.926926762E-2</c:v>
                </c:pt>
                <c:pt idx="537">
                  <c:v>7.9069539899999999E-2</c:v>
                </c:pt>
                <c:pt idx="538">
                  <c:v>7.8882843260000002E-2</c:v>
                </c:pt>
                <c:pt idx="539">
                  <c:v>7.870534807E-2</c:v>
                </c:pt>
                <c:pt idx="540">
                  <c:v>7.8566111620000004E-2</c:v>
                </c:pt>
                <c:pt idx="541">
                  <c:v>7.8381650149999996E-2</c:v>
                </c:pt>
                <c:pt idx="542">
                  <c:v>7.8292861579999998E-2</c:v>
                </c:pt>
                <c:pt idx="543">
                  <c:v>7.8273579479999994E-2</c:v>
                </c:pt>
                <c:pt idx="544">
                  <c:v>7.8186854720000004E-2</c:v>
                </c:pt>
                <c:pt idx="545">
                  <c:v>7.8121528029999998E-2</c:v>
                </c:pt>
                <c:pt idx="546">
                  <c:v>7.8128032390000005E-2</c:v>
                </c:pt>
                <c:pt idx="547">
                  <c:v>7.8132279220000003E-2</c:v>
                </c:pt>
                <c:pt idx="548">
                  <c:v>7.8159891070000001E-2</c:v>
                </c:pt>
                <c:pt idx="549">
                  <c:v>7.8188002110000002E-2</c:v>
                </c:pt>
                <c:pt idx="550">
                  <c:v>7.8267782930000002E-2</c:v>
                </c:pt>
                <c:pt idx="551">
                  <c:v>7.8359261159999999E-2</c:v>
                </c:pt>
                <c:pt idx="552">
                  <c:v>7.8371420499999997E-2</c:v>
                </c:pt>
                <c:pt idx="553">
                  <c:v>7.8548215330000004E-2</c:v>
                </c:pt>
                <c:pt idx="554">
                  <c:v>7.8768715259999997E-2</c:v>
                </c:pt>
                <c:pt idx="555">
                  <c:v>7.8905224800000007E-2</c:v>
                </c:pt>
                <c:pt idx="556">
                  <c:v>7.9129852350000002E-2</c:v>
                </c:pt>
                <c:pt idx="557">
                  <c:v>7.9299464819999999E-2</c:v>
                </c:pt>
                <c:pt idx="558">
                  <c:v>7.9543665050000004E-2</c:v>
                </c:pt>
                <c:pt idx="559">
                  <c:v>7.9757921400000001E-2</c:v>
                </c:pt>
                <c:pt idx="560">
                  <c:v>8.0063693229999996E-2</c:v>
                </c:pt>
                <c:pt idx="561">
                  <c:v>8.0371268090000003E-2</c:v>
                </c:pt>
                <c:pt idx="562">
                  <c:v>8.0675944690000001E-2</c:v>
                </c:pt>
                <c:pt idx="563">
                  <c:v>8.0941937859999993E-2</c:v>
                </c:pt>
                <c:pt idx="564">
                  <c:v>8.1341534849999994E-2</c:v>
                </c:pt>
                <c:pt idx="565">
                  <c:v>8.1626057619999998E-2</c:v>
                </c:pt>
                <c:pt idx="566">
                  <c:v>8.2036532460000006E-2</c:v>
                </c:pt>
                <c:pt idx="567">
                  <c:v>8.2424059509999995E-2</c:v>
                </c:pt>
                <c:pt idx="568">
                  <c:v>8.2780256869999999E-2</c:v>
                </c:pt>
                <c:pt idx="569">
                  <c:v>8.3320170639999996E-2</c:v>
                </c:pt>
                <c:pt idx="570">
                  <c:v>8.3693243560000005E-2</c:v>
                </c:pt>
                <c:pt idx="571">
                  <c:v>8.4172762930000006E-2</c:v>
                </c:pt>
                <c:pt idx="572">
                  <c:v>8.4645576779999995E-2</c:v>
                </c:pt>
                <c:pt idx="573">
                  <c:v>8.5085183379999998E-2</c:v>
                </c:pt>
                <c:pt idx="574">
                  <c:v>8.5568360979999994E-2</c:v>
                </c:pt>
                <c:pt idx="575">
                  <c:v>8.6135454479999998E-2</c:v>
                </c:pt>
                <c:pt idx="576">
                  <c:v>8.6630575360000003E-2</c:v>
                </c:pt>
                <c:pt idx="577">
                  <c:v>8.7144292890000002E-2</c:v>
                </c:pt>
                <c:pt idx="578">
                  <c:v>8.7706007059999994E-2</c:v>
                </c:pt>
                <c:pt idx="579">
                  <c:v>8.82736519E-2</c:v>
                </c:pt>
                <c:pt idx="580">
                  <c:v>8.8855445379999995E-2</c:v>
                </c:pt>
                <c:pt idx="581">
                  <c:v>8.9463144539999997E-2</c:v>
                </c:pt>
                <c:pt idx="582">
                  <c:v>9.0075202290000003E-2</c:v>
                </c:pt>
                <c:pt idx="583">
                  <c:v>9.066687524E-2</c:v>
                </c:pt>
                <c:pt idx="584">
                  <c:v>9.1300852599999996E-2</c:v>
                </c:pt>
                <c:pt idx="585">
                  <c:v>9.195638448E-2</c:v>
                </c:pt>
                <c:pt idx="586">
                  <c:v>9.2549607160000005E-2</c:v>
                </c:pt>
                <c:pt idx="587">
                  <c:v>9.3261666600000001E-2</c:v>
                </c:pt>
                <c:pt idx="588">
                  <c:v>9.3931511039999999E-2</c:v>
                </c:pt>
                <c:pt idx="589">
                  <c:v>9.4649747009999993E-2</c:v>
                </c:pt>
                <c:pt idx="590">
                  <c:v>9.5346495510000004E-2</c:v>
                </c:pt>
                <c:pt idx="591">
                  <c:v>9.5999002459999996E-2</c:v>
                </c:pt>
                <c:pt idx="592">
                  <c:v>9.6761867400000007E-2</c:v>
                </c:pt>
                <c:pt idx="593">
                  <c:v>9.7430497409999997E-2</c:v>
                </c:pt>
                <c:pt idx="594">
                  <c:v>9.8190851509999996E-2</c:v>
                </c:pt>
                <c:pt idx="595">
                  <c:v>9.8867833609999997E-2</c:v>
                </c:pt>
                <c:pt idx="596">
                  <c:v>9.9645756190000004E-2</c:v>
                </c:pt>
                <c:pt idx="597">
                  <c:v>0.1003378555</c:v>
                </c:pt>
                <c:pt idx="598">
                  <c:v>0.1011149585</c:v>
                </c:pt>
                <c:pt idx="599">
                  <c:v>0.10182429849999999</c:v>
                </c:pt>
                <c:pt idx="600">
                  <c:v>0.1026117653</c:v>
                </c:pt>
                <c:pt idx="601">
                  <c:v>0.1052315086</c:v>
                </c:pt>
                <c:pt idx="602">
                  <c:v>0.1057974473</c:v>
                </c:pt>
                <c:pt idx="603">
                  <c:v>0.1066890806</c:v>
                </c:pt>
                <c:pt idx="604">
                  <c:v>0.1074198261</c:v>
                </c:pt>
                <c:pt idx="605">
                  <c:v>0.1079566553</c:v>
                </c:pt>
                <c:pt idx="606">
                  <c:v>0.1087348908</c:v>
                </c:pt>
                <c:pt idx="607">
                  <c:v>0.10930448030000001</c:v>
                </c:pt>
                <c:pt idx="608">
                  <c:v>0.1099888161</c:v>
                </c:pt>
                <c:pt idx="609">
                  <c:v>0.1105376109</c:v>
                </c:pt>
                <c:pt idx="610">
                  <c:v>0.1110672206</c:v>
                </c:pt>
                <c:pt idx="611">
                  <c:v>0.1116200238</c:v>
                </c:pt>
                <c:pt idx="612">
                  <c:v>0.1122185215</c:v>
                </c:pt>
                <c:pt idx="613">
                  <c:v>0.1125318632</c:v>
                </c:pt>
                <c:pt idx="614">
                  <c:v>0.1129046455</c:v>
                </c:pt>
                <c:pt idx="615">
                  <c:v>0.1132630706</c:v>
                </c:pt>
                <c:pt idx="616">
                  <c:v>0.1136403456</c:v>
                </c:pt>
                <c:pt idx="617">
                  <c:v>0.1138502434</c:v>
                </c:pt>
                <c:pt idx="618">
                  <c:v>0.1140175834</c:v>
                </c:pt>
                <c:pt idx="619">
                  <c:v>0.11413631589999999</c:v>
                </c:pt>
                <c:pt idx="620">
                  <c:v>0.11457110199999999</c:v>
                </c:pt>
                <c:pt idx="621">
                  <c:v>0.1146250218</c:v>
                </c:pt>
                <c:pt idx="622">
                  <c:v>0.1148760617</c:v>
                </c:pt>
                <c:pt idx="623">
                  <c:v>0.11476495859999999</c:v>
                </c:pt>
                <c:pt idx="624">
                  <c:v>0.11479003729999999</c:v>
                </c:pt>
                <c:pt idx="625">
                  <c:v>0.114743717</c:v>
                </c:pt>
                <c:pt idx="626">
                  <c:v>0.11484172939999999</c:v>
                </c:pt>
                <c:pt idx="627">
                  <c:v>0.1146632135</c:v>
                </c:pt>
                <c:pt idx="628">
                  <c:v>0.1146464646</c:v>
                </c:pt>
                <c:pt idx="629">
                  <c:v>0.11444922539999999</c:v>
                </c:pt>
                <c:pt idx="630">
                  <c:v>0.11454275999999999</c:v>
                </c:pt>
                <c:pt idx="631">
                  <c:v>0.1142711341</c:v>
                </c:pt>
                <c:pt idx="632">
                  <c:v>0.114121668</c:v>
                </c:pt>
                <c:pt idx="633">
                  <c:v>0.1139563695</c:v>
                </c:pt>
                <c:pt idx="634">
                  <c:v>0.1138350368</c:v>
                </c:pt>
                <c:pt idx="635">
                  <c:v>0.1136907637</c:v>
                </c:pt>
                <c:pt idx="636">
                  <c:v>0.11340413990000001</c:v>
                </c:pt>
                <c:pt idx="637">
                  <c:v>0.1132624</c:v>
                </c:pt>
                <c:pt idx="638">
                  <c:v>0.1128771231</c:v>
                </c:pt>
                <c:pt idx="639">
                  <c:v>0.11314948649999999</c:v>
                </c:pt>
                <c:pt idx="640">
                  <c:v>0.1129617542</c:v>
                </c:pt>
                <c:pt idx="641">
                  <c:v>0.11301104720000001</c:v>
                </c:pt>
                <c:pt idx="642">
                  <c:v>0.1127638072</c:v>
                </c:pt>
                <c:pt idx="643">
                  <c:v>0.11268531530000001</c:v>
                </c:pt>
                <c:pt idx="644">
                  <c:v>0.1127029657</c:v>
                </c:pt>
                <c:pt idx="645">
                  <c:v>0.1125171408</c:v>
                </c:pt>
                <c:pt idx="646">
                  <c:v>0.11274373529999999</c:v>
                </c:pt>
                <c:pt idx="647">
                  <c:v>0.1125748307</c:v>
                </c:pt>
                <c:pt idx="648">
                  <c:v>0.1126870587</c:v>
                </c:pt>
                <c:pt idx="649">
                  <c:v>0.11300215130000001</c:v>
                </c:pt>
                <c:pt idx="650">
                  <c:v>0.1131152213</c:v>
                </c:pt>
                <c:pt idx="651">
                  <c:v>0.1132041067</c:v>
                </c:pt>
                <c:pt idx="652">
                  <c:v>0.1132198945</c:v>
                </c:pt>
                <c:pt idx="653">
                  <c:v>0.1134936213</c:v>
                </c:pt>
                <c:pt idx="654">
                  <c:v>0.1137383208</c:v>
                </c:pt>
                <c:pt idx="655">
                  <c:v>0.1138398424</c:v>
                </c:pt>
                <c:pt idx="656">
                  <c:v>0.11405710130000001</c:v>
                </c:pt>
                <c:pt idx="657">
                  <c:v>0.11437096450000001</c:v>
                </c:pt>
                <c:pt idx="658">
                  <c:v>0.1146727875</c:v>
                </c:pt>
                <c:pt idx="659">
                  <c:v>0.11483471839999999</c:v>
                </c:pt>
                <c:pt idx="660">
                  <c:v>0.11531591419999999</c:v>
                </c:pt>
                <c:pt idx="661">
                  <c:v>0.1155326292</c:v>
                </c:pt>
                <c:pt idx="662">
                  <c:v>0.1158027053</c:v>
                </c:pt>
                <c:pt idx="663">
                  <c:v>0.11619860680000001</c:v>
                </c:pt>
                <c:pt idx="664">
                  <c:v>0.1165921241</c:v>
                </c:pt>
                <c:pt idx="665">
                  <c:v>0.11696756630000001</c:v>
                </c:pt>
                <c:pt idx="666">
                  <c:v>0.1174779683</c:v>
                </c:pt>
                <c:pt idx="667">
                  <c:v>0.1178469062</c:v>
                </c:pt>
                <c:pt idx="668">
                  <c:v>0.1182117462</c:v>
                </c:pt>
                <c:pt idx="669">
                  <c:v>0.1186856702</c:v>
                </c:pt>
                <c:pt idx="670">
                  <c:v>0.1191974506</c:v>
                </c:pt>
                <c:pt idx="671">
                  <c:v>0.119587183</c:v>
                </c:pt>
                <c:pt idx="672">
                  <c:v>0.1202436388</c:v>
                </c:pt>
                <c:pt idx="673">
                  <c:v>0.1208244711</c:v>
                </c:pt>
                <c:pt idx="674">
                  <c:v>0.1214749962</c:v>
                </c:pt>
                <c:pt idx="675">
                  <c:v>0.1221201569</c:v>
                </c:pt>
                <c:pt idx="676">
                  <c:v>0.1227229685</c:v>
                </c:pt>
                <c:pt idx="677">
                  <c:v>0.12344320860000001</c:v>
                </c:pt>
                <c:pt idx="678">
                  <c:v>0.1241858676</c:v>
                </c:pt>
                <c:pt idx="679">
                  <c:v>0.1249793991</c:v>
                </c:pt>
                <c:pt idx="680">
                  <c:v>0.12572434539999999</c:v>
                </c:pt>
                <c:pt idx="681">
                  <c:v>0.1267770678</c:v>
                </c:pt>
                <c:pt idx="682">
                  <c:v>0.12787649039999999</c:v>
                </c:pt>
                <c:pt idx="683">
                  <c:v>0.12879538539999999</c:v>
                </c:pt>
                <c:pt idx="684">
                  <c:v>0.12999570369999999</c:v>
                </c:pt>
                <c:pt idx="685">
                  <c:v>0.1313464791</c:v>
                </c:pt>
                <c:pt idx="686">
                  <c:v>0.13272865119999999</c:v>
                </c:pt>
                <c:pt idx="687">
                  <c:v>0.13431948420000001</c:v>
                </c:pt>
                <c:pt idx="688">
                  <c:v>0.13578568399999999</c:v>
                </c:pt>
                <c:pt idx="689">
                  <c:v>0.137490958</c:v>
                </c:pt>
                <c:pt idx="690">
                  <c:v>0.1391907483</c:v>
                </c:pt>
                <c:pt idx="691">
                  <c:v>0.14121620360000001</c:v>
                </c:pt>
                <c:pt idx="692">
                  <c:v>0.14325024189999999</c:v>
                </c:pt>
                <c:pt idx="693">
                  <c:v>0.145514369</c:v>
                </c:pt>
                <c:pt idx="694">
                  <c:v>0.14800722899999999</c:v>
                </c:pt>
                <c:pt idx="695">
                  <c:v>0.1505215168</c:v>
                </c:pt>
                <c:pt idx="696">
                  <c:v>0.1532118022</c:v>
                </c:pt>
                <c:pt idx="697">
                  <c:v>0.15619890389999999</c:v>
                </c:pt>
                <c:pt idx="698">
                  <c:v>0.15953293439999999</c:v>
                </c:pt>
                <c:pt idx="699">
                  <c:v>0.16279108819999999</c:v>
                </c:pt>
                <c:pt idx="700">
                  <c:v>0.16643716389999999</c:v>
                </c:pt>
                <c:pt idx="701">
                  <c:v>0.17035369580000001</c:v>
                </c:pt>
                <c:pt idx="702">
                  <c:v>0.1745179147</c:v>
                </c:pt>
                <c:pt idx="703">
                  <c:v>0.17897237839999999</c:v>
                </c:pt>
                <c:pt idx="704">
                  <c:v>0.1837832183</c:v>
                </c:pt>
                <c:pt idx="705">
                  <c:v>0.1888651103</c:v>
                </c:pt>
                <c:pt idx="706">
                  <c:v>0.19439354540000001</c:v>
                </c:pt>
                <c:pt idx="707">
                  <c:v>0.2002733052</c:v>
                </c:pt>
                <c:pt idx="708">
                  <c:v>0.20669278499999999</c:v>
                </c:pt>
                <c:pt idx="709">
                  <c:v>0.21340452130000001</c:v>
                </c:pt>
                <c:pt idx="710">
                  <c:v>0.22055757049999999</c:v>
                </c:pt>
                <c:pt idx="711">
                  <c:v>0.22830411789999999</c:v>
                </c:pt>
                <c:pt idx="712">
                  <c:v>0.23662880059999999</c:v>
                </c:pt>
                <c:pt idx="713">
                  <c:v>0.24551212789999999</c:v>
                </c:pt>
                <c:pt idx="714">
                  <c:v>0.25490403179999999</c:v>
                </c:pt>
                <c:pt idx="715">
                  <c:v>0.26497256759999999</c:v>
                </c:pt>
                <c:pt idx="716">
                  <c:v>0.2756839693</c:v>
                </c:pt>
                <c:pt idx="717">
                  <c:v>0.28700289130000001</c:v>
                </c:pt>
                <c:pt idx="718">
                  <c:v>0.29904726149999999</c:v>
                </c:pt>
                <c:pt idx="719">
                  <c:v>0.31165307759999999</c:v>
                </c:pt>
                <c:pt idx="720">
                  <c:v>0.3248624504</c:v>
                </c:pt>
                <c:pt idx="721">
                  <c:v>0.33884960409999998</c:v>
                </c:pt>
                <c:pt idx="722">
                  <c:v>0.35334041710000003</c:v>
                </c:pt>
                <c:pt idx="723">
                  <c:v>0.3682019413</c:v>
                </c:pt>
                <c:pt idx="724">
                  <c:v>0.38347548250000002</c:v>
                </c:pt>
                <c:pt idx="725">
                  <c:v>0.39905709029999997</c:v>
                </c:pt>
                <c:pt idx="726">
                  <c:v>0.41487702729999998</c:v>
                </c:pt>
                <c:pt idx="727">
                  <c:v>0.43040105699999998</c:v>
                </c:pt>
                <c:pt idx="728">
                  <c:v>0.4457427263</c:v>
                </c:pt>
                <c:pt idx="729">
                  <c:v>0.46069490909999999</c:v>
                </c:pt>
                <c:pt idx="730">
                  <c:v>0.47500520940000002</c:v>
                </c:pt>
                <c:pt idx="731">
                  <c:v>0.48841959239999999</c:v>
                </c:pt>
                <c:pt idx="732">
                  <c:v>0.50077718500000001</c:v>
                </c:pt>
                <c:pt idx="733">
                  <c:v>0.51168781519999995</c:v>
                </c:pt>
                <c:pt idx="734">
                  <c:v>0.5210605264</c:v>
                </c:pt>
                <c:pt idx="735">
                  <c:v>0.52886265519999998</c:v>
                </c:pt>
                <c:pt idx="736">
                  <c:v>0.53473341460000001</c:v>
                </c:pt>
                <c:pt idx="737">
                  <c:v>0.53884917499999996</c:v>
                </c:pt>
                <c:pt idx="738">
                  <c:v>0.54083269830000003</c:v>
                </c:pt>
                <c:pt idx="739">
                  <c:v>0.54117637870000002</c:v>
                </c:pt>
                <c:pt idx="740">
                  <c:v>0.53955239060000004</c:v>
                </c:pt>
                <c:pt idx="741">
                  <c:v>0.53612071279999995</c:v>
                </c:pt>
                <c:pt idx="742">
                  <c:v>0.53099542860000004</c:v>
                </c:pt>
                <c:pt idx="743">
                  <c:v>0.52413690089999998</c:v>
                </c:pt>
                <c:pt idx="744">
                  <c:v>0.51588577030000005</c:v>
                </c:pt>
                <c:pt idx="745">
                  <c:v>0.50639319419999995</c:v>
                </c:pt>
                <c:pt idx="746">
                  <c:v>0.49567142130000003</c:v>
                </c:pt>
                <c:pt idx="747">
                  <c:v>0.48421937230000001</c:v>
                </c:pt>
                <c:pt idx="748">
                  <c:v>0.47177699210000001</c:v>
                </c:pt>
                <c:pt idx="749">
                  <c:v>0.45866209270000002</c:v>
                </c:pt>
                <c:pt idx="750">
                  <c:v>0.44530579450000002</c:v>
                </c:pt>
                <c:pt idx="751">
                  <c:v>0.43167671559999998</c:v>
                </c:pt>
                <c:pt idx="752">
                  <c:v>0.41766163709999998</c:v>
                </c:pt>
                <c:pt idx="753">
                  <c:v>0.40379646419999998</c:v>
                </c:pt>
                <c:pt idx="754">
                  <c:v>0.38996863370000001</c:v>
                </c:pt>
                <c:pt idx="755">
                  <c:v>0.37629073860000001</c:v>
                </c:pt>
                <c:pt idx="756">
                  <c:v>0.36295261979999999</c:v>
                </c:pt>
                <c:pt idx="757">
                  <c:v>0.34979349370000001</c:v>
                </c:pt>
                <c:pt idx="758">
                  <c:v>0.33722105619999998</c:v>
                </c:pt>
                <c:pt idx="759">
                  <c:v>0.32486262919999997</c:v>
                </c:pt>
                <c:pt idx="760">
                  <c:v>0.31311419610000002</c:v>
                </c:pt>
                <c:pt idx="761">
                  <c:v>0.30165341499999998</c:v>
                </c:pt>
                <c:pt idx="762">
                  <c:v>0.2909026146</c:v>
                </c:pt>
                <c:pt idx="763">
                  <c:v>0.28058135509999999</c:v>
                </c:pt>
                <c:pt idx="764">
                  <c:v>0.27063944940000001</c:v>
                </c:pt>
                <c:pt idx="765">
                  <c:v>0.26135584709999998</c:v>
                </c:pt>
                <c:pt idx="766">
                  <c:v>0.25235518810000002</c:v>
                </c:pt>
                <c:pt idx="767">
                  <c:v>0.24384966490000001</c:v>
                </c:pt>
                <c:pt idx="768">
                  <c:v>0.23581443730000001</c:v>
                </c:pt>
                <c:pt idx="769">
                  <c:v>0.22821028530000001</c:v>
                </c:pt>
                <c:pt idx="770">
                  <c:v>0.22097010910000001</c:v>
                </c:pt>
                <c:pt idx="771">
                  <c:v>0.21394591029999999</c:v>
                </c:pt>
                <c:pt idx="772">
                  <c:v>0.20751696829999999</c:v>
                </c:pt>
                <c:pt idx="773">
                  <c:v>0.20123088359999999</c:v>
                </c:pt>
                <c:pt idx="774">
                  <c:v>0.19536112250000001</c:v>
                </c:pt>
                <c:pt idx="775">
                  <c:v>0.18977884950000001</c:v>
                </c:pt>
                <c:pt idx="776">
                  <c:v>0.18430516120000001</c:v>
                </c:pt>
                <c:pt idx="777">
                  <c:v>0.17919550840000001</c:v>
                </c:pt>
                <c:pt idx="778">
                  <c:v>0.17451408509999999</c:v>
                </c:pt>
                <c:pt idx="779">
                  <c:v>0.16980431970000001</c:v>
                </c:pt>
                <c:pt idx="780">
                  <c:v>0.1653485596</c:v>
                </c:pt>
                <c:pt idx="781">
                  <c:v>0.1612569392</c:v>
                </c:pt>
                <c:pt idx="782">
                  <c:v>0.15726891160000001</c:v>
                </c:pt>
                <c:pt idx="783">
                  <c:v>0.1533774883</c:v>
                </c:pt>
                <c:pt idx="784">
                  <c:v>0.1498875469</c:v>
                </c:pt>
                <c:pt idx="785">
                  <c:v>0.14647433160000001</c:v>
                </c:pt>
                <c:pt idx="786">
                  <c:v>0.1431632042</c:v>
                </c:pt>
                <c:pt idx="787">
                  <c:v>0.1400057673</c:v>
                </c:pt>
                <c:pt idx="788">
                  <c:v>0.13701498509999999</c:v>
                </c:pt>
                <c:pt idx="789">
                  <c:v>0.1341940761</c:v>
                </c:pt>
                <c:pt idx="790">
                  <c:v>0.1315336376</c:v>
                </c:pt>
                <c:pt idx="791">
                  <c:v>0.1289513558</c:v>
                </c:pt>
                <c:pt idx="792">
                  <c:v>0.12651138009999999</c:v>
                </c:pt>
                <c:pt idx="793">
                  <c:v>0.12413218619999999</c:v>
                </c:pt>
                <c:pt idx="794">
                  <c:v>0.12197899819999999</c:v>
                </c:pt>
                <c:pt idx="795">
                  <c:v>0.1197602376</c:v>
                </c:pt>
                <c:pt idx="796">
                  <c:v>0.1178031713</c:v>
                </c:pt>
                <c:pt idx="797">
                  <c:v>0.1157904044</c:v>
                </c:pt>
                <c:pt idx="798">
                  <c:v>0.1140685156</c:v>
                </c:pt>
                <c:pt idx="799">
                  <c:v>0.11227603999999999</c:v>
                </c:pt>
                <c:pt idx="800">
                  <c:v>0.1105647236</c:v>
                </c:pt>
                <c:pt idx="801">
                  <c:v>0.108946614</c:v>
                </c:pt>
                <c:pt idx="802">
                  <c:v>0.107480064</c:v>
                </c:pt>
                <c:pt idx="803">
                  <c:v>0.1059402451</c:v>
                </c:pt>
                <c:pt idx="804">
                  <c:v>0.1046553403</c:v>
                </c:pt>
                <c:pt idx="805">
                  <c:v>0.1031762064</c:v>
                </c:pt>
                <c:pt idx="806">
                  <c:v>0.10196160529999999</c:v>
                </c:pt>
                <c:pt idx="807">
                  <c:v>0.1006345823</c:v>
                </c:pt>
                <c:pt idx="808">
                  <c:v>9.9559508259999999E-2</c:v>
                </c:pt>
                <c:pt idx="809">
                  <c:v>9.833776206E-2</c:v>
                </c:pt>
                <c:pt idx="810">
                  <c:v>9.7322471440000002E-2</c:v>
                </c:pt>
                <c:pt idx="811">
                  <c:v>9.6241176129999995E-2</c:v>
                </c:pt>
                <c:pt idx="812">
                  <c:v>9.5280371609999998E-2</c:v>
                </c:pt>
                <c:pt idx="813">
                  <c:v>9.4212025399999996E-2</c:v>
                </c:pt>
                <c:pt idx="814">
                  <c:v>9.3221820890000001E-2</c:v>
                </c:pt>
                <c:pt idx="815">
                  <c:v>9.2424973849999995E-2</c:v>
                </c:pt>
                <c:pt idx="816">
                  <c:v>9.1585896910000006E-2</c:v>
                </c:pt>
                <c:pt idx="817">
                  <c:v>9.0750485660000005E-2</c:v>
                </c:pt>
                <c:pt idx="818">
                  <c:v>8.9954018590000004E-2</c:v>
                </c:pt>
                <c:pt idx="819">
                  <c:v>8.9183874430000004E-2</c:v>
                </c:pt>
                <c:pt idx="820">
                  <c:v>8.8464207949999998E-2</c:v>
                </c:pt>
                <c:pt idx="821">
                  <c:v>8.7716780600000002E-2</c:v>
                </c:pt>
                <c:pt idx="822">
                  <c:v>8.6987711489999994E-2</c:v>
                </c:pt>
                <c:pt idx="823">
                  <c:v>8.6411289870000005E-2</c:v>
                </c:pt>
                <c:pt idx="824">
                  <c:v>8.5739977659999994E-2</c:v>
                </c:pt>
                <c:pt idx="825">
                  <c:v>8.5166335110000005E-2</c:v>
                </c:pt>
                <c:pt idx="826">
                  <c:v>8.453816921E-2</c:v>
                </c:pt>
                <c:pt idx="827">
                  <c:v>8.3898440000000005E-2</c:v>
                </c:pt>
                <c:pt idx="828">
                  <c:v>8.3356991409999998E-2</c:v>
                </c:pt>
                <c:pt idx="829">
                  <c:v>8.2910232249999993E-2</c:v>
                </c:pt>
                <c:pt idx="830">
                  <c:v>8.2388848070000006E-2</c:v>
                </c:pt>
                <c:pt idx="831">
                  <c:v>8.2482457159999995E-2</c:v>
                </c:pt>
                <c:pt idx="832">
                  <c:v>8.1963904200000007E-2</c:v>
                </c:pt>
                <c:pt idx="833">
                  <c:v>8.1546530130000003E-2</c:v>
                </c:pt>
                <c:pt idx="834">
                  <c:v>8.1130236389999999E-2</c:v>
                </c:pt>
                <c:pt idx="835">
                  <c:v>8.0773703749999995E-2</c:v>
                </c:pt>
                <c:pt idx="836">
                  <c:v>8.0298326909999995E-2</c:v>
                </c:pt>
                <c:pt idx="837">
                  <c:v>8.0057062210000002E-2</c:v>
                </c:pt>
                <c:pt idx="838">
                  <c:v>7.9766757790000004E-2</c:v>
                </c:pt>
                <c:pt idx="839">
                  <c:v>7.9428464170000004E-2</c:v>
                </c:pt>
                <c:pt idx="840">
                  <c:v>7.9263456169999996E-2</c:v>
                </c:pt>
                <c:pt idx="841">
                  <c:v>7.8989356760000004E-2</c:v>
                </c:pt>
                <c:pt idx="842">
                  <c:v>7.8765429560000003E-2</c:v>
                </c:pt>
                <c:pt idx="843">
                  <c:v>7.8574925660000003E-2</c:v>
                </c:pt>
                <c:pt idx="844">
                  <c:v>7.826077193E-2</c:v>
                </c:pt>
                <c:pt idx="845">
                  <c:v>7.8193485739999999E-2</c:v>
                </c:pt>
                <c:pt idx="846">
                  <c:v>7.805398107E-2</c:v>
                </c:pt>
                <c:pt idx="847">
                  <c:v>7.782810926E-2</c:v>
                </c:pt>
                <c:pt idx="848">
                  <c:v>7.7711723740000002E-2</c:v>
                </c:pt>
                <c:pt idx="849">
                  <c:v>7.7650524679999999E-2</c:v>
                </c:pt>
                <c:pt idx="850">
                  <c:v>7.7573798599999993E-2</c:v>
                </c:pt>
                <c:pt idx="851">
                  <c:v>7.7490210530000006E-2</c:v>
                </c:pt>
                <c:pt idx="852">
                  <c:v>7.7399559320000005E-2</c:v>
                </c:pt>
                <c:pt idx="853">
                  <c:v>7.7414102849999999E-2</c:v>
                </c:pt>
                <c:pt idx="854">
                  <c:v>7.7503271400000004E-2</c:v>
                </c:pt>
                <c:pt idx="855">
                  <c:v>7.7499374750000002E-2</c:v>
                </c:pt>
                <c:pt idx="856">
                  <c:v>7.7533997600000001E-2</c:v>
                </c:pt>
                <c:pt idx="857">
                  <c:v>7.7671043570000001E-2</c:v>
                </c:pt>
                <c:pt idx="858">
                  <c:v>7.766346633E-2</c:v>
                </c:pt>
                <c:pt idx="859">
                  <c:v>7.7926382419999995E-2</c:v>
                </c:pt>
                <c:pt idx="860">
                  <c:v>7.8147806230000005E-2</c:v>
                </c:pt>
                <c:pt idx="861">
                  <c:v>7.8355483710000007E-2</c:v>
                </c:pt>
                <c:pt idx="862">
                  <c:v>7.854362577E-2</c:v>
                </c:pt>
                <c:pt idx="863">
                  <c:v>7.8826501970000004E-2</c:v>
                </c:pt>
                <c:pt idx="864">
                  <c:v>7.9146496950000006E-2</c:v>
                </c:pt>
                <c:pt idx="865">
                  <c:v>7.94640556E-2</c:v>
                </c:pt>
                <c:pt idx="866">
                  <c:v>7.9832084479999996E-2</c:v>
                </c:pt>
                <c:pt idx="867">
                  <c:v>8.0233305690000006E-2</c:v>
                </c:pt>
                <c:pt idx="868">
                  <c:v>8.0768808720000002E-2</c:v>
                </c:pt>
                <c:pt idx="869">
                  <c:v>8.1266053020000006E-2</c:v>
                </c:pt>
                <c:pt idx="870">
                  <c:v>8.1760309640000001E-2</c:v>
                </c:pt>
                <c:pt idx="871">
                  <c:v>8.2391947509999994E-2</c:v>
                </c:pt>
                <c:pt idx="872">
                  <c:v>8.3034381269999999E-2</c:v>
                </c:pt>
                <c:pt idx="873">
                  <c:v>8.3720363680000007E-2</c:v>
                </c:pt>
                <c:pt idx="874">
                  <c:v>8.4444746380000005E-2</c:v>
                </c:pt>
                <c:pt idx="875">
                  <c:v>8.5103414949999998E-2</c:v>
                </c:pt>
                <c:pt idx="876">
                  <c:v>8.5943557320000002E-2</c:v>
                </c:pt>
                <c:pt idx="877">
                  <c:v>8.675313741E-2</c:v>
                </c:pt>
                <c:pt idx="878">
                  <c:v>8.7655611339999995E-2</c:v>
                </c:pt>
                <c:pt idx="879">
                  <c:v>8.8599860670000002E-2</c:v>
                </c:pt>
                <c:pt idx="880">
                  <c:v>8.9476503430000007E-2</c:v>
                </c:pt>
                <c:pt idx="881">
                  <c:v>9.0376757089999996E-2</c:v>
                </c:pt>
                <c:pt idx="882">
                  <c:v>9.1634742919999998E-2</c:v>
                </c:pt>
                <c:pt idx="883">
                  <c:v>9.2590481040000006E-2</c:v>
                </c:pt>
                <c:pt idx="884">
                  <c:v>9.3672893940000002E-2</c:v>
                </c:pt>
                <c:pt idx="885">
                  <c:v>9.4960965219999999E-2</c:v>
                </c:pt>
                <c:pt idx="886">
                  <c:v>9.5993220810000002E-2</c:v>
                </c:pt>
                <c:pt idx="887">
                  <c:v>9.7261615100000004E-2</c:v>
                </c:pt>
                <c:pt idx="888">
                  <c:v>9.8389804359999999E-2</c:v>
                </c:pt>
                <c:pt idx="889">
                  <c:v>9.9704667930000004E-2</c:v>
                </c:pt>
                <c:pt idx="890">
                  <c:v>0.1009986252</c:v>
                </c:pt>
                <c:pt idx="891">
                  <c:v>0.1022029668</c:v>
                </c:pt>
                <c:pt idx="892">
                  <c:v>0.1035409719</c:v>
                </c:pt>
                <c:pt idx="893">
                  <c:v>0.10486613960000001</c:v>
                </c:pt>
                <c:pt idx="894">
                  <c:v>0.1060740948</c:v>
                </c:pt>
                <c:pt idx="895">
                  <c:v>0.1073964536</c:v>
                </c:pt>
                <c:pt idx="896">
                  <c:v>0.1086063236</c:v>
                </c:pt>
                <c:pt idx="897">
                  <c:v>0.10978711400000001</c:v>
                </c:pt>
                <c:pt idx="898">
                  <c:v>0.1110080183</c:v>
                </c:pt>
                <c:pt idx="899">
                  <c:v>0.1121907681</c:v>
                </c:pt>
                <c:pt idx="900">
                  <c:v>0.1133793369</c:v>
                </c:pt>
                <c:pt idx="901">
                  <c:v>0.11438491200000001</c:v>
                </c:pt>
                <c:pt idx="902">
                  <c:v>0.11555437740000001</c:v>
                </c:pt>
                <c:pt idx="903">
                  <c:v>0.1164827496</c:v>
                </c:pt>
                <c:pt idx="904">
                  <c:v>0.117412664</c:v>
                </c:pt>
                <c:pt idx="905">
                  <c:v>0.1184328645</c:v>
                </c:pt>
                <c:pt idx="906">
                  <c:v>0.11925314369999999</c:v>
                </c:pt>
                <c:pt idx="907">
                  <c:v>0.11992830779999999</c:v>
                </c:pt>
                <c:pt idx="908">
                  <c:v>0.1207501814</c:v>
                </c:pt>
                <c:pt idx="909">
                  <c:v>0.12142329659999999</c:v>
                </c:pt>
                <c:pt idx="910">
                  <c:v>0.1219966859</c:v>
                </c:pt>
                <c:pt idx="911">
                  <c:v>0.1225728318</c:v>
                </c:pt>
                <c:pt idx="912">
                  <c:v>0.1230738163</c:v>
                </c:pt>
                <c:pt idx="913">
                  <c:v>0.123618044</c:v>
                </c:pt>
                <c:pt idx="914">
                  <c:v>0.1240220964</c:v>
                </c:pt>
                <c:pt idx="915">
                  <c:v>0.1244374216</c:v>
                </c:pt>
                <c:pt idx="916">
                  <c:v>0.1247596443</c:v>
                </c:pt>
                <c:pt idx="917">
                  <c:v>0.1251073033</c:v>
                </c:pt>
                <c:pt idx="918">
                  <c:v>0.1254548281</c:v>
                </c:pt>
                <c:pt idx="919">
                  <c:v>0.12575595079999999</c:v>
                </c:pt>
                <c:pt idx="920">
                  <c:v>0.12607942520000001</c:v>
                </c:pt>
                <c:pt idx="921">
                  <c:v>0.12627838550000001</c:v>
                </c:pt>
                <c:pt idx="922">
                  <c:v>0.1265441179</c:v>
                </c:pt>
                <c:pt idx="923">
                  <c:v>0.1266708225</c:v>
                </c:pt>
                <c:pt idx="924">
                  <c:v>0.12694001199999999</c:v>
                </c:pt>
                <c:pt idx="925">
                  <c:v>0.12705372270000001</c:v>
                </c:pt>
                <c:pt idx="926">
                  <c:v>0.1273723692</c:v>
                </c:pt>
                <c:pt idx="927">
                  <c:v>0.1275493801</c:v>
                </c:pt>
                <c:pt idx="928">
                  <c:v>0.12765307719999999</c:v>
                </c:pt>
                <c:pt idx="929">
                  <c:v>0.12787288429999999</c:v>
                </c:pt>
                <c:pt idx="930">
                  <c:v>0.1280772537</c:v>
                </c:pt>
                <c:pt idx="931">
                  <c:v>0.12832334640000001</c:v>
                </c:pt>
                <c:pt idx="932">
                  <c:v>0.12838095429999999</c:v>
                </c:pt>
                <c:pt idx="933">
                  <c:v>0.12876471880000001</c:v>
                </c:pt>
                <c:pt idx="934">
                  <c:v>0.12871530649999999</c:v>
                </c:pt>
                <c:pt idx="935">
                  <c:v>0.12898898119999999</c:v>
                </c:pt>
                <c:pt idx="936">
                  <c:v>0.1290960461</c:v>
                </c:pt>
                <c:pt idx="937">
                  <c:v>0.12933126089999999</c:v>
                </c:pt>
                <c:pt idx="938">
                  <c:v>0.12963110210000001</c:v>
                </c:pt>
                <c:pt idx="939">
                  <c:v>0.12974809109999999</c:v>
                </c:pt>
                <c:pt idx="940">
                  <c:v>0.12999609109999999</c:v>
                </c:pt>
                <c:pt idx="941">
                  <c:v>0.13031882049999999</c:v>
                </c:pt>
                <c:pt idx="942">
                  <c:v>0.1304662526</c:v>
                </c:pt>
                <c:pt idx="943">
                  <c:v>0.13075473900000001</c:v>
                </c:pt>
                <c:pt idx="944">
                  <c:v>0.13096305729999999</c:v>
                </c:pt>
                <c:pt idx="945">
                  <c:v>0.1311764121</c:v>
                </c:pt>
                <c:pt idx="946">
                  <c:v>0.1314243823</c:v>
                </c:pt>
                <c:pt idx="947">
                  <c:v>0.13181301949999999</c:v>
                </c:pt>
                <c:pt idx="948">
                  <c:v>0.13202559950000001</c:v>
                </c:pt>
                <c:pt idx="949">
                  <c:v>0.13229237499999999</c:v>
                </c:pt>
                <c:pt idx="950">
                  <c:v>0.13262964790000001</c:v>
                </c:pt>
                <c:pt idx="951">
                  <c:v>0.13306482140000001</c:v>
                </c:pt>
                <c:pt idx="952">
                  <c:v>0.13327963649999999</c:v>
                </c:pt>
                <c:pt idx="953">
                  <c:v>0.1337023973</c:v>
                </c:pt>
                <c:pt idx="954">
                  <c:v>0.1339923888</c:v>
                </c:pt>
                <c:pt idx="955">
                  <c:v>0.13437491660000001</c:v>
                </c:pt>
                <c:pt idx="956">
                  <c:v>0.13472783569999999</c:v>
                </c:pt>
                <c:pt idx="957">
                  <c:v>0.1351899952</c:v>
                </c:pt>
                <c:pt idx="958">
                  <c:v>0.1355365664</c:v>
                </c:pt>
                <c:pt idx="959">
                  <c:v>0.13592803480000001</c:v>
                </c:pt>
                <c:pt idx="960">
                  <c:v>0.13641728459999999</c:v>
                </c:pt>
                <c:pt idx="961">
                  <c:v>0.1368801147</c:v>
                </c:pt>
                <c:pt idx="962">
                  <c:v>0.1372720301</c:v>
                </c:pt>
                <c:pt idx="963">
                  <c:v>0.1377651989</c:v>
                </c:pt>
                <c:pt idx="964">
                  <c:v>0.13826128839999999</c:v>
                </c:pt>
                <c:pt idx="965">
                  <c:v>0.13874277469999999</c:v>
                </c:pt>
                <c:pt idx="966">
                  <c:v>0.13929188249999999</c:v>
                </c:pt>
                <c:pt idx="967">
                  <c:v>0.1397623271</c:v>
                </c:pt>
                <c:pt idx="968">
                  <c:v>0.14022275810000001</c:v>
                </c:pt>
                <c:pt idx="969">
                  <c:v>0.14086522160000001</c:v>
                </c:pt>
                <c:pt idx="970">
                  <c:v>0.14125633239999999</c:v>
                </c:pt>
                <c:pt idx="971">
                  <c:v>0.14214350279999999</c:v>
                </c:pt>
                <c:pt idx="972">
                  <c:v>0.14264483750000001</c:v>
                </c:pt>
                <c:pt idx="973">
                  <c:v>0.14323940869999999</c:v>
                </c:pt>
                <c:pt idx="974">
                  <c:v>0.1437659711</c:v>
                </c:pt>
                <c:pt idx="975">
                  <c:v>0.14451509709999999</c:v>
                </c:pt>
                <c:pt idx="976">
                  <c:v>0.14500920470000001</c:v>
                </c:pt>
                <c:pt idx="977">
                  <c:v>0.14570856090000001</c:v>
                </c:pt>
                <c:pt idx="978">
                  <c:v>0.1465135813</c:v>
                </c:pt>
                <c:pt idx="979">
                  <c:v>0.14711128179999999</c:v>
                </c:pt>
                <c:pt idx="980">
                  <c:v>0.14785940950000001</c:v>
                </c:pt>
                <c:pt idx="981">
                  <c:v>0.14860434829999999</c:v>
                </c:pt>
                <c:pt idx="982">
                  <c:v>0.14933109280000001</c:v>
                </c:pt>
                <c:pt idx="983">
                  <c:v>0.15006828310000001</c:v>
                </c:pt>
                <c:pt idx="984">
                  <c:v>0.1509041488</c:v>
                </c:pt>
                <c:pt idx="985">
                  <c:v>0.1516521126</c:v>
                </c:pt>
                <c:pt idx="986">
                  <c:v>0.15237635369999999</c:v>
                </c:pt>
                <c:pt idx="987">
                  <c:v>0.15337350960000001</c:v>
                </c:pt>
                <c:pt idx="988">
                  <c:v>0.1541513652</c:v>
                </c:pt>
                <c:pt idx="989">
                  <c:v>0.15508683030000001</c:v>
                </c:pt>
                <c:pt idx="990">
                  <c:v>0.15601333980000001</c:v>
                </c:pt>
                <c:pt idx="991">
                  <c:v>0.1568958312</c:v>
                </c:pt>
                <c:pt idx="992">
                  <c:v>0.157832101</c:v>
                </c:pt>
                <c:pt idx="993">
                  <c:v>0.15874867140000001</c:v>
                </c:pt>
                <c:pt idx="994">
                  <c:v>0.15975631770000001</c:v>
                </c:pt>
                <c:pt idx="995">
                  <c:v>0.1606352925</c:v>
                </c:pt>
                <c:pt idx="996">
                  <c:v>0.16180609169999999</c:v>
                </c:pt>
                <c:pt idx="997">
                  <c:v>0.16278690100000001</c:v>
                </c:pt>
                <c:pt idx="998">
                  <c:v>0.1635612696</c:v>
                </c:pt>
                <c:pt idx="999">
                  <c:v>0.16464070980000001</c:v>
                </c:pt>
                <c:pt idx="1000">
                  <c:v>0.16566896440000001</c:v>
                </c:pt>
                <c:pt idx="1001">
                  <c:v>0.16657370329999999</c:v>
                </c:pt>
                <c:pt idx="1002">
                  <c:v>0.16766840220000001</c:v>
                </c:pt>
                <c:pt idx="1003">
                  <c:v>0.1685455441</c:v>
                </c:pt>
                <c:pt idx="1004">
                  <c:v>0.1697610319</c:v>
                </c:pt>
                <c:pt idx="1005">
                  <c:v>0.17049351330000001</c:v>
                </c:pt>
                <c:pt idx="1006">
                  <c:v>0.17161093650000001</c:v>
                </c:pt>
                <c:pt idx="1007">
                  <c:v>0.17234365639999999</c:v>
                </c:pt>
                <c:pt idx="1008">
                  <c:v>0.1733358055</c:v>
                </c:pt>
                <c:pt idx="1009">
                  <c:v>0.1741110682</c:v>
                </c:pt>
                <c:pt idx="1010">
                  <c:v>0.17493548989999999</c:v>
                </c:pt>
                <c:pt idx="1011">
                  <c:v>0.17555783690000001</c:v>
                </c:pt>
                <c:pt idx="1012">
                  <c:v>0.1764412373</c:v>
                </c:pt>
                <c:pt idx="1013">
                  <c:v>0.17696791889999999</c:v>
                </c:pt>
                <c:pt idx="1014">
                  <c:v>0.1775284261</c:v>
                </c:pt>
                <c:pt idx="1015">
                  <c:v>0.17792925239999999</c:v>
                </c:pt>
                <c:pt idx="1016">
                  <c:v>0.1782813519</c:v>
                </c:pt>
                <c:pt idx="1017">
                  <c:v>0.1785263866</c:v>
                </c:pt>
                <c:pt idx="1018">
                  <c:v>0.1788657159</c:v>
                </c:pt>
                <c:pt idx="1019">
                  <c:v>0.1786381453</c:v>
                </c:pt>
                <c:pt idx="1020">
                  <c:v>0.17878420649999999</c:v>
                </c:pt>
                <c:pt idx="1021">
                  <c:v>0.17852048579999999</c:v>
                </c:pt>
                <c:pt idx="1022">
                  <c:v>0.17825914919999999</c:v>
                </c:pt>
                <c:pt idx="1023">
                  <c:v>0.17779748140000001</c:v>
                </c:pt>
                <c:pt idx="1024">
                  <c:v>0.17731362580000001</c:v>
                </c:pt>
                <c:pt idx="1025">
                  <c:v>0.1765314788</c:v>
                </c:pt>
                <c:pt idx="1026">
                  <c:v>0.176008001</c:v>
                </c:pt>
                <c:pt idx="1027">
                  <c:v>0.17512989039999999</c:v>
                </c:pt>
                <c:pt idx="1028">
                  <c:v>0.17427687350000001</c:v>
                </c:pt>
                <c:pt idx="1029">
                  <c:v>0.1732360423</c:v>
                </c:pt>
                <c:pt idx="1030">
                  <c:v>0.17227602010000001</c:v>
                </c:pt>
                <c:pt idx="1031">
                  <c:v>0.17105466129999999</c:v>
                </c:pt>
                <c:pt idx="1032">
                  <c:v>0.1700456887</c:v>
                </c:pt>
                <c:pt idx="1033">
                  <c:v>0.1688164026</c:v>
                </c:pt>
                <c:pt idx="1034">
                  <c:v>0.16740886869999999</c:v>
                </c:pt>
                <c:pt idx="1035">
                  <c:v>0.1662184447</c:v>
                </c:pt>
                <c:pt idx="1036">
                  <c:v>0.16502760350000001</c:v>
                </c:pt>
                <c:pt idx="1037">
                  <c:v>0.16387219729999999</c:v>
                </c:pt>
                <c:pt idx="1038">
                  <c:v>0.1627073735</c:v>
                </c:pt>
                <c:pt idx="1039">
                  <c:v>0.16158387060000001</c:v>
                </c:pt>
                <c:pt idx="1040">
                  <c:v>0.16072884200000001</c:v>
                </c:pt>
                <c:pt idx="1041">
                  <c:v>0.15994136040000001</c:v>
                </c:pt>
                <c:pt idx="1042">
                  <c:v>0.15922880170000001</c:v>
                </c:pt>
                <c:pt idx="1043">
                  <c:v>0.15815493459999999</c:v>
                </c:pt>
                <c:pt idx="1044">
                  <c:v>0.15760234000000001</c:v>
                </c:pt>
                <c:pt idx="1045">
                  <c:v>0.15715046229999999</c:v>
                </c:pt>
                <c:pt idx="1046">
                  <c:v>0.15636280180000001</c:v>
                </c:pt>
                <c:pt idx="1047">
                  <c:v>0.15582644940000001</c:v>
                </c:pt>
                <c:pt idx="1048">
                  <c:v>0.15502482649999999</c:v>
                </c:pt>
                <c:pt idx="1049">
                  <c:v>0.15440043810000001</c:v>
                </c:pt>
                <c:pt idx="1050">
                  <c:v>0.15390206870000001</c:v>
                </c:pt>
                <c:pt idx="1051">
                  <c:v>0.1478802562</c:v>
                </c:pt>
                <c:pt idx="1052">
                  <c:v>0.14671924710000001</c:v>
                </c:pt>
                <c:pt idx="1053">
                  <c:v>0.14599707719999999</c:v>
                </c:pt>
                <c:pt idx="1054">
                  <c:v>0.1446001083</c:v>
                </c:pt>
                <c:pt idx="1055">
                  <c:v>0.14365029339999999</c:v>
                </c:pt>
                <c:pt idx="1056">
                  <c:v>0.14238685370000001</c:v>
                </c:pt>
                <c:pt idx="1057">
                  <c:v>0.14140267670000001</c:v>
                </c:pt>
                <c:pt idx="1058">
                  <c:v>0.1402071416</c:v>
                </c:pt>
                <c:pt idx="1059">
                  <c:v>0.13870194550000001</c:v>
                </c:pt>
                <c:pt idx="1060">
                  <c:v>0.13652652500000001</c:v>
                </c:pt>
                <c:pt idx="1061">
                  <c:v>0.13259957729999999</c:v>
                </c:pt>
                <c:pt idx="1062">
                  <c:v>0.12948532400000001</c:v>
                </c:pt>
                <c:pt idx="1063">
                  <c:v>0.1258750558</c:v>
                </c:pt>
                <c:pt idx="1064">
                  <c:v>0.12236104909999999</c:v>
                </c:pt>
                <c:pt idx="1065">
                  <c:v>0.11838760969999999</c:v>
                </c:pt>
                <c:pt idx="1066">
                  <c:v>0.1143634915</c:v>
                </c:pt>
                <c:pt idx="1067">
                  <c:v>0.1100844964</c:v>
                </c:pt>
                <c:pt idx="1068">
                  <c:v>0.10641253740000001</c:v>
                </c:pt>
                <c:pt idx="1069">
                  <c:v>0.1022462398</c:v>
                </c:pt>
                <c:pt idx="1070">
                  <c:v>9.8837055270000002E-2</c:v>
                </c:pt>
                <c:pt idx="1071">
                  <c:v>9.5651477580000005E-2</c:v>
                </c:pt>
                <c:pt idx="1072">
                  <c:v>9.2912636699999995E-2</c:v>
                </c:pt>
                <c:pt idx="1073">
                  <c:v>9.0922564270000006E-2</c:v>
                </c:pt>
                <c:pt idx="1074">
                  <c:v>8.970778435E-2</c:v>
                </c:pt>
                <c:pt idx="1075">
                  <c:v>8.8846012949999997E-2</c:v>
                </c:pt>
                <c:pt idx="1076">
                  <c:v>8.8583260770000005E-2</c:v>
                </c:pt>
                <c:pt idx="1077">
                  <c:v>8.9251168069999998E-2</c:v>
                </c:pt>
                <c:pt idx="1078">
                  <c:v>9.0127758680000003E-2</c:v>
                </c:pt>
                <c:pt idx="1079">
                  <c:v>9.1280728579999998E-2</c:v>
                </c:pt>
                <c:pt idx="1080">
                  <c:v>9.2182390389999994E-2</c:v>
                </c:pt>
                <c:pt idx="1081">
                  <c:v>9.3841604889999999E-2</c:v>
                </c:pt>
                <c:pt idx="1082">
                  <c:v>9.5434650780000005E-2</c:v>
                </c:pt>
                <c:pt idx="1083">
                  <c:v>9.7434543070000004E-2</c:v>
                </c:pt>
                <c:pt idx="1084">
                  <c:v>9.9486686290000001E-2</c:v>
                </c:pt>
                <c:pt idx="1085">
                  <c:v>0.1019892991</c:v>
                </c:pt>
                <c:pt idx="1086">
                  <c:v>0.10505735870000001</c:v>
                </c:pt>
                <c:pt idx="1087">
                  <c:v>0.10807098449999999</c:v>
                </c:pt>
                <c:pt idx="1088">
                  <c:v>0.1109534055</c:v>
                </c:pt>
                <c:pt idx="1089">
                  <c:v>0.11426389219999999</c:v>
                </c:pt>
                <c:pt idx="1090">
                  <c:v>0.11820491399999999</c:v>
                </c:pt>
                <c:pt idx="1091">
                  <c:v>0.12141145020000001</c:v>
                </c:pt>
                <c:pt idx="1092">
                  <c:v>0.12487692390000001</c:v>
                </c:pt>
                <c:pt idx="1093">
                  <c:v>0.12818500399999999</c:v>
                </c:pt>
                <c:pt idx="1094">
                  <c:v>0.13244767490000001</c:v>
                </c:pt>
                <c:pt idx="1095">
                  <c:v>0.13594534990000001</c:v>
                </c:pt>
                <c:pt idx="1096">
                  <c:v>0.14029180999999999</c:v>
                </c:pt>
                <c:pt idx="1097">
                  <c:v>0.14476308230000001</c:v>
                </c:pt>
                <c:pt idx="1098">
                  <c:v>0.14954194430000001</c:v>
                </c:pt>
                <c:pt idx="1099">
                  <c:v>0.15489001569999999</c:v>
                </c:pt>
                <c:pt idx="1100">
                  <c:v>0.1604788452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3A48-4BF6-8DE8-72583A291808}"/>
            </c:ext>
          </c:extLst>
        </c:ser>
        <c:ser>
          <c:idx val="5"/>
          <c:order val="5"/>
          <c:tx>
            <c:strRef>
              <c:f>'CG 20260720'!$I$1</c:f>
              <c:strCache>
                <c:ptCount val="1"/>
                <c:pt idx="0">
                  <c:v>CGCH-158C6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20260720'!$I$2:$I$1103</c:f>
              <c:numCache>
                <c:formatCode>General</c:formatCode>
                <c:ptCount val="1102"/>
                <c:pt idx="0">
                  <c:v>4.4794835149999997E-2</c:v>
                </c:pt>
                <c:pt idx="1">
                  <c:v>4.5014377680000002E-2</c:v>
                </c:pt>
                <c:pt idx="2">
                  <c:v>4.5451380309999997E-2</c:v>
                </c:pt>
                <c:pt idx="3">
                  <c:v>4.6701353039999997E-2</c:v>
                </c:pt>
                <c:pt idx="4">
                  <c:v>4.3946962800000003E-2</c:v>
                </c:pt>
                <c:pt idx="5">
                  <c:v>4.2652018370000003E-2</c:v>
                </c:pt>
                <c:pt idx="6">
                  <c:v>4.2736127970000003E-2</c:v>
                </c:pt>
                <c:pt idx="7">
                  <c:v>4.2542915789999997E-2</c:v>
                </c:pt>
                <c:pt idx="8">
                  <c:v>4.220298678E-2</c:v>
                </c:pt>
                <c:pt idx="9">
                  <c:v>4.2063195259999998E-2</c:v>
                </c:pt>
                <c:pt idx="10">
                  <c:v>4.1524756699999998E-2</c:v>
                </c:pt>
                <c:pt idx="11">
                  <c:v>4.1783004999999998E-2</c:v>
                </c:pt>
                <c:pt idx="12">
                  <c:v>4.1498154400000001E-2</c:v>
                </c:pt>
                <c:pt idx="13">
                  <c:v>4.1153721509999998E-2</c:v>
                </c:pt>
                <c:pt idx="14">
                  <c:v>5.7274684309999997E-2</c:v>
                </c:pt>
                <c:pt idx="15">
                  <c:v>4.0973331779999997E-2</c:v>
                </c:pt>
                <c:pt idx="16">
                  <c:v>4.0911916639999997E-2</c:v>
                </c:pt>
                <c:pt idx="17">
                  <c:v>4.0654070680000001E-2</c:v>
                </c:pt>
                <c:pt idx="18">
                  <c:v>4.1188385340000001E-2</c:v>
                </c:pt>
                <c:pt idx="19">
                  <c:v>4.061305523E-2</c:v>
                </c:pt>
                <c:pt idx="20">
                  <c:v>4.0707547220000001E-2</c:v>
                </c:pt>
                <c:pt idx="21">
                  <c:v>4.048695788E-2</c:v>
                </c:pt>
                <c:pt idx="22">
                  <c:v>3.7477154280000001E-2</c:v>
                </c:pt>
                <c:pt idx="23">
                  <c:v>1.509849261E-2</c:v>
                </c:pt>
                <c:pt idx="24">
                  <c:v>-1.1302625060000001E-3</c:v>
                </c:pt>
                <c:pt idx="25">
                  <c:v>8.0878725280000008E-3</c:v>
                </c:pt>
                <c:pt idx="26">
                  <c:v>2.2351967170000001E-2</c:v>
                </c:pt>
                <c:pt idx="27">
                  <c:v>3.014439717E-2</c:v>
                </c:pt>
                <c:pt idx="28">
                  <c:v>3.4995373339999997E-2</c:v>
                </c:pt>
                <c:pt idx="29">
                  <c:v>3.724348173E-2</c:v>
                </c:pt>
                <c:pt idx="30">
                  <c:v>3.8036055860000001E-2</c:v>
                </c:pt>
                <c:pt idx="31">
                  <c:v>3.9226271209999997E-2</c:v>
                </c:pt>
                <c:pt idx="32">
                  <c:v>3.862461448E-2</c:v>
                </c:pt>
                <c:pt idx="33">
                  <c:v>3.8991797719999999E-2</c:v>
                </c:pt>
                <c:pt idx="34">
                  <c:v>3.9014223959999997E-2</c:v>
                </c:pt>
                <c:pt idx="35">
                  <c:v>3.8797326389999998E-2</c:v>
                </c:pt>
                <c:pt idx="36">
                  <c:v>3.8614232089999999E-2</c:v>
                </c:pt>
                <c:pt idx="37">
                  <c:v>3.867775574E-2</c:v>
                </c:pt>
                <c:pt idx="38">
                  <c:v>3.8454096760000001E-2</c:v>
                </c:pt>
                <c:pt idx="39">
                  <c:v>3.8332469760000001E-2</c:v>
                </c:pt>
                <c:pt idx="40">
                  <c:v>3.8413710890000001E-2</c:v>
                </c:pt>
                <c:pt idx="41">
                  <c:v>3.817873821E-2</c:v>
                </c:pt>
                <c:pt idx="42">
                  <c:v>3.8057923319999999E-2</c:v>
                </c:pt>
                <c:pt idx="43">
                  <c:v>3.8046594709999999E-2</c:v>
                </c:pt>
                <c:pt idx="44">
                  <c:v>3.802972659E-2</c:v>
                </c:pt>
                <c:pt idx="45">
                  <c:v>3.7848226729999997E-2</c:v>
                </c:pt>
                <c:pt idx="46">
                  <c:v>3.7549883130000003E-2</c:v>
                </c:pt>
                <c:pt idx="47">
                  <c:v>3.7626910950000002E-2</c:v>
                </c:pt>
                <c:pt idx="48">
                  <c:v>3.753266484E-2</c:v>
                </c:pt>
                <c:pt idx="49">
                  <c:v>3.7496458740000002E-2</c:v>
                </c:pt>
                <c:pt idx="50">
                  <c:v>3.7466347220000001E-2</c:v>
                </c:pt>
                <c:pt idx="51">
                  <c:v>3.7552788849999998E-2</c:v>
                </c:pt>
                <c:pt idx="52">
                  <c:v>3.7487201390000002E-2</c:v>
                </c:pt>
                <c:pt idx="53">
                  <c:v>3.7411186839999999E-2</c:v>
                </c:pt>
                <c:pt idx="54">
                  <c:v>3.7404667590000003E-2</c:v>
                </c:pt>
                <c:pt idx="55">
                  <c:v>3.7392590189999998E-2</c:v>
                </c:pt>
                <c:pt idx="56">
                  <c:v>3.7398546929999998E-2</c:v>
                </c:pt>
                <c:pt idx="57">
                  <c:v>3.7376370280000001E-2</c:v>
                </c:pt>
                <c:pt idx="58">
                  <c:v>3.7339411679999997E-2</c:v>
                </c:pt>
                <c:pt idx="59">
                  <c:v>3.723062202E-2</c:v>
                </c:pt>
                <c:pt idx="60">
                  <c:v>3.7392508239999997E-2</c:v>
                </c:pt>
                <c:pt idx="61">
                  <c:v>3.7357524039999999E-2</c:v>
                </c:pt>
                <c:pt idx="62">
                  <c:v>3.7376314399999999E-2</c:v>
                </c:pt>
                <c:pt idx="63">
                  <c:v>3.7337269630000003E-2</c:v>
                </c:pt>
                <c:pt idx="64">
                  <c:v>3.7488613279999999E-2</c:v>
                </c:pt>
                <c:pt idx="65">
                  <c:v>3.7333402779999997E-2</c:v>
                </c:pt>
                <c:pt idx="66">
                  <c:v>3.7471398709999999E-2</c:v>
                </c:pt>
                <c:pt idx="67">
                  <c:v>3.7525214250000001E-2</c:v>
                </c:pt>
                <c:pt idx="68">
                  <c:v>3.7542514499999999E-2</c:v>
                </c:pt>
                <c:pt idx="69">
                  <c:v>3.7566028539999997E-2</c:v>
                </c:pt>
                <c:pt idx="70">
                  <c:v>3.7604585289999999E-2</c:v>
                </c:pt>
                <c:pt idx="71">
                  <c:v>3.7513136859999997E-2</c:v>
                </c:pt>
                <c:pt idx="72">
                  <c:v>3.7600405509999997E-2</c:v>
                </c:pt>
                <c:pt idx="73">
                  <c:v>3.7636030469999998E-2</c:v>
                </c:pt>
                <c:pt idx="74">
                  <c:v>3.7765961139999998E-2</c:v>
                </c:pt>
                <c:pt idx="75">
                  <c:v>3.7728998809999997E-2</c:v>
                </c:pt>
                <c:pt idx="76">
                  <c:v>3.7953019140000002E-2</c:v>
                </c:pt>
                <c:pt idx="77">
                  <c:v>3.789751232E-2</c:v>
                </c:pt>
                <c:pt idx="78">
                  <c:v>3.8100905720000001E-2</c:v>
                </c:pt>
                <c:pt idx="79">
                  <c:v>3.8221620019999999E-2</c:v>
                </c:pt>
                <c:pt idx="80">
                  <c:v>3.8380283860000003E-2</c:v>
                </c:pt>
                <c:pt idx="81">
                  <c:v>3.8452029229999997E-2</c:v>
                </c:pt>
                <c:pt idx="82">
                  <c:v>3.856166825E-2</c:v>
                </c:pt>
                <c:pt idx="83">
                  <c:v>3.8674671200000003E-2</c:v>
                </c:pt>
                <c:pt idx="84">
                  <c:v>3.8839898999999997E-2</c:v>
                </c:pt>
                <c:pt idx="85">
                  <c:v>3.9057526740000001E-2</c:v>
                </c:pt>
                <c:pt idx="86">
                  <c:v>3.910182416E-2</c:v>
                </c:pt>
                <c:pt idx="87">
                  <c:v>3.9328992370000003E-2</c:v>
                </c:pt>
                <c:pt idx="88">
                  <c:v>3.9491690699999998E-2</c:v>
                </c:pt>
                <c:pt idx="89">
                  <c:v>3.9550151679999999E-2</c:v>
                </c:pt>
                <c:pt idx="90">
                  <c:v>3.9839431639999999E-2</c:v>
                </c:pt>
                <c:pt idx="91">
                  <c:v>4.0036980059999998E-2</c:v>
                </c:pt>
                <c:pt idx="92">
                  <c:v>4.0168285370000001E-2</c:v>
                </c:pt>
                <c:pt idx="93">
                  <c:v>4.0346723049999998E-2</c:v>
                </c:pt>
                <c:pt idx="94">
                  <c:v>4.05792892E-2</c:v>
                </c:pt>
                <c:pt idx="95">
                  <c:v>4.0793895720000001E-2</c:v>
                </c:pt>
                <c:pt idx="96">
                  <c:v>4.1056375950000001E-2</c:v>
                </c:pt>
                <c:pt idx="97">
                  <c:v>4.1160609569999999E-2</c:v>
                </c:pt>
                <c:pt idx="98">
                  <c:v>4.1471470150000002E-2</c:v>
                </c:pt>
                <c:pt idx="99">
                  <c:v>4.16710712E-2</c:v>
                </c:pt>
                <c:pt idx="100">
                  <c:v>4.1890237480000002E-2</c:v>
                </c:pt>
                <c:pt idx="101">
                  <c:v>4.2115330700000002E-2</c:v>
                </c:pt>
                <c:pt idx="102">
                  <c:v>4.2376872150000001E-2</c:v>
                </c:pt>
                <c:pt idx="103">
                  <c:v>4.2674720290000002E-2</c:v>
                </c:pt>
                <c:pt idx="104">
                  <c:v>4.283799604E-2</c:v>
                </c:pt>
                <c:pt idx="105">
                  <c:v>4.309253767E-2</c:v>
                </c:pt>
                <c:pt idx="106">
                  <c:v>4.3363906440000002E-2</c:v>
                </c:pt>
                <c:pt idx="107">
                  <c:v>4.362422228E-2</c:v>
                </c:pt>
                <c:pt idx="108">
                  <c:v>4.3917004019999997E-2</c:v>
                </c:pt>
                <c:pt idx="109">
                  <c:v>4.422388226E-2</c:v>
                </c:pt>
                <c:pt idx="110">
                  <c:v>4.4378962369999997E-2</c:v>
                </c:pt>
                <c:pt idx="111">
                  <c:v>4.4672626999999999E-2</c:v>
                </c:pt>
                <c:pt idx="112">
                  <c:v>4.497139528E-2</c:v>
                </c:pt>
                <c:pt idx="113">
                  <c:v>4.5250922440000001E-2</c:v>
                </c:pt>
                <c:pt idx="114">
                  <c:v>4.5578006650000003E-2</c:v>
                </c:pt>
                <c:pt idx="115">
                  <c:v>4.5833095910000003E-2</c:v>
                </c:pt>
                <c:pt idx="116">
                  <c:v>4.6090867369999997E-2</c:v>
                </c:pt>
                <c:pt idx="117">
                  <c:v>4.6448573469999997E-2</c:v>
                </c:pt>
                <c:pt idx="118">
                  <c:v>4.6740267430000003E-2</c:v>
                </c:pt>
                <c:pt idx="119">
                  <c:v>4.7124762090000001E-2</c:v>
                </c:pt>
                <c:pt idx="120">
                  <c:v>4.7445897010000002E-2</c:v>
                </c:pt>
                <c:pt idx="121">
                  <c:v>4.7810241580000003E-2</c:v>
                </c:pt>
                <c:pt idx="122">
                  <c:v>4.8135038470000002E-2</c:v>
                </c:pt>
                <c:pt idx="123">
                  <c:v>4.8504069449999999E-2</c:v>
                </c:pt>
                <c:pt idx="124">
                  <c:v>4.8773195589999999E-2</c:v>
                </c:pt>
                <c:pt idx="125">
                  <c:v>4.9168974159999997E-2</c:v>
                </c:pt>
                <c:pt idx="126">
                  <c:v>4.9476802350000001E-2</c:v>
                </c:pt>
                <c:pt idx="127">
                  <c:v>4.9945674840000003E-2</c:v>
                </c:pt>
                <c:pt idx="128">
                  <c:v>5.0266377629999998E-2</c:v>
                </c:pt>
                <c:pt idx="129">
                  <c:v>5.0646677610000003E-2</c:v>
                </c:pt>
                <c:pt idx="130">
                  <c:v>5.0991650669999999E-2</c:v>
                </c:pt>
                <c:pt idx="131">
                  <c:v>5.1386021079999997E-2</c:v>
                </c:pt>
                <c:pt idx="132">
                  <c:v>5.1733214409999999E-2</c:v>
                </c:pt>
                <c:pt idx="133">
                  <c:v>5.2145306019999997E-2</c:v>
                </c:pt>
                <c:pt idx="134">
                  <c:v>5.2509348839999997E-2</c:v>
                </c:pt>
                <c:pt idx="135">
                  <c:v>5.2897382530000002E-2</c:v>
                </c:pt>
                <c:pt idx="136">
                  <c:v>5.3301680830000003E-2</c:v>
                </c:pt>
                <c:pt idx="137">
                  <c:v>5.3764361890000001E-2</c:v>
                </c:pt>
                <c:pt idx="138">
                  <c:v>5.4072242229999998E-2</c:v>
                </c:pt>
                <c:pt idx="139">
                  <c:v>5.4424993689999999E-2</c:v>
                </c:pt>
                <c:pt idx="140">
                  <c:v>5.4841231550000001E-2</c:v>
                </c:pt>
                <c:pt idx="141">
                  <c:v>5.5218037220000002E-2</c:v>
                </c:pt>
                <c:pt idx="142">
                  <c:v>5.5599819869999997E-2</c:v>
                </c:pt>
                <c:pt idx="143">
                  <c:v>5.5997133259999998E-2</c:v>
                </c:pt>
                <c:pt idx="144">
                  <c:v>5.6397549810000003E-2</c:v>
                </c:pt>
                <c:pt idx="145">
                  <c:v>5.6840468200000001E-2</c:v>
                </c:pt>
                <c:pt idx="146">
                  <c:v>5.7220079E-2</c:v>
                </c:pt>
                <c:pt idx="147">
                  <c:v>5.7606108490000002E-2</c:v>
                </c:pt>
                <c:pt idx="148">
                  <c:v>5.799715221E-2</c:v>
                </c:pt>
                <c:pt idx="149">
                  <c:v>5.8442536740000002E-2</c:v>
                </c:pt>
                <c:pt idx="150">
                  <c:v>5.8857608589999999E-2</c:v>
                </c:pt>
                <c:pt idx="151">
                  <c:v>5.9230737390000003E-2</c:v>
                </c:pt>
                <c:pt idx="152">
                  <c:v>5.9542100879999997E-2</c:v>
                </c:pt>
                <c:pt idx="153">
                  <c:v>5.990063399E-2</c:v>
                </c:pt>
                <c:pt idx="154">
                  <c:v>6.0282956810000003E-2</c:v>
                </c:pt>
                <c:pt idx="155">
                  <c:v>6.0568943620000003E-2</c:v>
                </c:pt>
                <c:pt idx="156">
                  <c:v>6.1050757769999998E-2</c:v>
                </c:pt>
                <c:pt idx="157">
                  <c:v>6.1395749450000002E-2</c:v>
                </c:pt>
                <c:pt idx="158">
                  <c:v>6.176712736E-2</c:v>
                </c:pt>
                <c:pt idx="159">
                  <c:v>6.2081210320000003E-2</c:v>
                </c:pt>
                <c:pt idx="160">
                  <c:v>6.2493976210000003E-2</c:v>
                </c:pt>
                <c:pt idx="161">
                  <c:v>6.2780231239999998E-2</c:v>
                </c:pt>
                <c:pt idx="162">
                  <c:v>6.3146807250000006E-2</c:v>
                </c:pt>
                <c:pt idx="163">
                  <c:v>6.3488401469999997E-2</c:v>
                </c:pt>
                <c:pt idx="164">
                  <c:v>6.3784696160000001E-2</c:v>
                </c:pt>
                <c:pt idx="165">
                  <c:v>6.412157416E-2</c:v>
                </c:pt>
                <c:pt idx="166">
                  <c:v>6.4478173850000001E-2</c:v>
                </c:pt>
                <c:pt idx="167">
                  <c:v>6.475543231E-2</c:v>
                </c:pt>
                <c:pt idx="168">
                  <c:v>6.5038099880000005E-2</c:v>
                </c:pt>
                <c:pt idx="169">
                  <c:v>6.5302930770000003E-2</c:v>
                </c:pt>
                <c:pt idx="170">
                  <c:v>6.5633341669999998E-2</c:v>
                </c:pt>
                <c:pt idx="171">
                  <c:v>6.5917089580000005E-2</c:v>
                </c:pt>
                <c:pt idx="172">
                  <c:v>6.6139556469999999E-2</c:v>
                </c:pt>
                <c:pt idx="173">
                  <c:v>6.6423393789999993E-2</c:v>
                </c:pt>
                <c:pt idx="174">
                  <c:v>6.6685929889999995E-2</c:v>
                </c:pt>
                <c:pt idx="175">
                  <c:v>6.6903419790000002E-2</c:v>
                </c:pt>
                <c:pt idx="176">
                  <c:v>6.7146517340000003E-2</c:v>
                </c:pt>
                <c:pt idx="177">
                  <c:v>6.7306712269999999E-2</c:v>
                </c:pt>
                <c:pt idx="178">
                  <c:v>6.7557595669999998E-2</c:v>
                </c:pt>
                <c:pt idx="179">
                  <c:v>6.778910011E-2</c:v>
                </c:pt>
                <c:pt idx="180">
                  <c:v>6.7971572280000003E-2</c:v>
                </c:pt>
                <c:pt idx="181">
                  <c:v>6.8166986109999994E-2</c:v>
                </c:pt>
                <c:pt idx="182">
                  <c:v>6.8343192339999997E-2</c:v>
                </c:pt>
                <c:pt idx="183">
                  <c:v>6.8517468870000001E-2</c:v>
                </c:pt>
                <c:pt idx="184">
                  <c:v>6.8717077370000004E-2</c:v>
                </c:pt>
                <c:pt idx="185">
                  <c:v>6.8765230479999995E-2</c:v>
                </c:pt>
                <c:pt idx="186">
                  <c:v>6.8957336250000001E-2</c:v>
                </c:pt>
                <c:pt idx="187">
                  <c:v>6.9075256589999995E-2</c:v>
                </c:pt>
                <c:pt idx="188">
                  <c:v>6.919168681E-2</c:v>
                </c:pt>
                <c:pt idx="189">
                  <c:v>6.9287657739999994E-2</c:v>
                </c:pt>
                <c:pt idx="190">
                  <c:v>6.932986528E-2</c:v>
                </c:pt>
                <c:pt idx="191">
                  <c:v>6.9421820339999996E-2</c:v>
                </c:pt>
                <c:pt idx="192">
                  <c:v>6.9539532070000007E-2</c:v>
                </c:pt>
                <c:pt idx="193">
                  <c:v>6.9631658489999998E-2</c:v>
                </c:pt>
                <c:pt idx="194">
                  <c:v>6.9660499690000002E-2</c:v>
                </c:pt>
                <c:pt idx="195">
                  <c:v>6.9747023280000001E-2</c:v>
                </c:pt>
                <c:pt idx="196">
                  <c:v>6.9790676240000002E-2</c:v>
                </c:pt>
                <c:pt idx="197">
                  <c:v>6.9843754169999994E-2</c:v>
                </c:pt>
                <c:pt idx="198">
                  <c:v>6.9856129589999996E-2</c:v>
                </c:pt>
                <c:pt idx="199">
                  <c:v>6.9829404349999999E-2</c:v>
                </c:pt>
                <c:pt idx="200">
                  <c:v>6.9861665370000006E-2</c:v>
                </c:pt>
                <c:pt idx="201">
                  <c:v>6.9850653410000005E-2</c:v>
                </c:pt>
                <c:pt idx="202">
                  <c:v>6.9870173930000001E-2</c:v>
                </c:pt>
                <c:pt idx="203">
                  <c:v>6.9871425629999998E-2</c:v>
                </c:pt>
                <c:pt idx="204">
                  <c:v>6.9916851820000001E-2</c:v>
                </c:pt>
                <c:pt idx="205">
                  <c:v>6.9909431039999997E-2</c:v>
                </c:pt>
                <c:pt idx="206">
                  <c:v>6.9753654299999995E-2</c:v>
                </c:pt>
                <c:pt idx="207">
                  <c:v>6.9810010490000005E-2</c:v>
                </c:pt>
                <c:pt idx="208">
                  <c:v>6.9791741670000004E-2</c:v>
                </c:pt>
                <c:pt idx="209">
                  <c:v>6.9738425310000005E-2</c:v>
                </c:pt>
                <c:pt idx="210">
                  <c:v>6.9656670089999997E-2</c:v>
                </c:pt>
                <c:pt idx="211">
                  <c:v>6.9596379999999999E-2</c:v>
                </c:pt>
                <c:pt idx="212">
                  <c:v>6.9523125889999995E-2</c:v>
                </c:pt>
                <c:pt idx="213">
                  <c:v>6.9478079679999999E-2</c:v>
                </c:pt>
                <c:pt idx="214">
                  <c:v>6.9429963829999997E-2</c:v>
                </c:pt>
                <c:pt idx="215">
                  <c:v>6.9332659239999997E-2</c:v>
                </c:pt>
                <c:pt idx="216">
                  <c:v>6.9252073760000005E-2</c:v>
                </c:pt>
                <c:pt idx="217">
                  <c:v>6.9174654779999997E-2</c:v>
                </c:pt>
                <c:pt idx="218">
                  <c:v>6.9114677609999994E-2</c:v>
                </c:pt>
                <c:pt idx="219">
                  <c:v>6.8996600810000003E-2</c:v>
                </c:pt>
                <c:pt idx="220">
                  <c:v>6.8939886990000004E-2</c:v>
                </c:pt>
                <c:pt idx="221">
                  <c:v>6.8883009250000002E-2</c:v>
                </c:pt>
                <c:pt idx="222">
                  <c:v>6.8788588050000002E-2</c:v>
                </c:pt>
                <c:pt idx="223">
                  <c:v>6.8668924270000001E-2</c:v>
                </c:pt>
                <c:pt idx="224">
                  <c:v>6.8676955999999997E-2</c:v>
                </c:pt>
                <c:pt idx="225">
                  <c:v>6.8543083970000002E-2</c:v>
                </c:pt>
                <c:pt idx="226">
                  <c:v>6.8459399039999994E-2</c:v>
                </c:pt>
                <c:pt idx="227">
                  <c:v>6.8449340760000005E-2</c:v>
                </c:pt>
                <c:pt idx="228">
                  <c:v>6.8353310230000006E-2</c:v>
                </c:pt>
                <c:pt idx="229">
                  <c:v>6.8280994890000002E-2</c:v>
                </c:pt>
                <c:pt idx="230">
                  <c:v>6.8203911189999994E-2</c:v>
                </c:pt>
                <c:pt idx="231">
                  <c:v>6.8059004840000006E-2</c:v>
                </c:pt>
                <c:pt idx="232">
                  <c:v>6.8047046659999999E-2</c:v>
                </c:pt>
                <c:pt idx="233">
                  <c:v>6.8040266629999999E-2</c:v>
                </c:pt>
                <c:pt idx="234">
                  <c:v>6.7889817059999996E-2</c:v>
                </c:pt>
                <c:pt idx="235">
                  <c:v>6.7912124099999999E-2</c:v>
                </c:pt>
                <c:pt idx="236">
                  <c:v>6.7792400720000007E-2</c:v>
                </c:pt>
                <c:pt idx="237">
                  <c:v>6.7719481890000002E-2</c:v>
                </c:pt>
                <c:pt idx="238">
                  <c:v>6.7699514330000002E-2</c:v>
                </c:pt>
                <c:pt idx="239">
                  <c:v>6.7542865869999996E-2</c:v>
                </c:pt>
                <c:pt idx="240">
                  <c:v>6.748114526E-2</c:v>
                </c:pt>
                <c:pt idx="241">
                  <c:v>6.7468352620000005E-2</c:v>
                </c:pt>
                <c:pt idx="242">
                  <c:v>6.7387990649999993E-2</c:v>
                </c:pt>
                <c:pt idx="243">
                  <c:v>6.7294254900000003E-2</c:v>
                </c:pt>
                <c:pt idx="244">
                  <c:v>6.7152619359999999E-2</c:v>
                </c:pt>
                <c:pt idx="245">
                  <c:v>6.7057214680000005E-2</c:v>
                </c:pt>
                <c:pt idx="246">
                  <c:v>6.6929176450000002E-2</c:v>
                </c:pt>
                <c:pt idx="247">
                  <c:v>6.6854536529999994E-2</c:v>
                </c:pt>
                <c:pt idx="248">
                  <c:v>6.6724687810000002E-2</c:v>
                </c:pt>
                <c:pt idx="249">
                  <c:v>6.6548682750000004E-2</c:v>
                </c:pt>
                <c:pt idx="250">
                  <c:v>6.6340818999999995E-2</c:v>
                </c:pt>
                <c:pt idx="251">
                  <c:v>6.6211007540000005E-2</c:v>
                </c:pt>
                <c:pt idx="252">
                  <c:v>6.6035635770000004E-2</c:v>
                </c:pt>
                <c:pt idx="253">
                  <c:v>6.5778762099999999E-2</c:v>
                </c:pt>
                <c:pt idx="254">
                  <c:v>6.548365951E-2</c:v>
                </c:pt>
                <c:pt idx="255">
                  <c:v>6.5241612490000003E-2</c:v>
                </c:pt>
                <c:pt idx="256">
                  <c:v>6.4821392300000003E-2</c:v>
                </c:pt>
                <c:pt idx="257">
                  <c:v>6.4393289389999997E-2</c:v>
                </c:pt>
                <c:pt idx="258">
                  <c:v>6.4165778460000003E-2</c:v>
                </c:pt>
                <c:pt idx="259">
                  <c:v>6.3948482279999996E-2</c:v>
                </c:pt>
                <c:pt idx="260">
                  <c:v>6.3487924639999999E-2</c:v>
                </c:pt>
                <c:pt idx="261">
                  <c:v>6.3209049399999995E-2</c:v>
                </c:pt>
                <c:pt idx="262">
                  <c:v>6.3245102760000005E-2</c:v>
                </c:pt>
                <c:pt idx="263">
                  <c:v>6.3069961970000005E-2</c:v>
                </c:pt>
                <c:pt idx="264">
                  <c:v>6.3145965339999999E-2</c:v>
                </c:pt>
                <c:pt idx="265">
                  <c:v>6.3072085380000004E-2</c:v>
                </c:pt>
                <c:pt idx="266">
                  <c:v>6.2820732589999997E-2</c:v>
                </c:pt>
                <c:pt idx="267">
                  <c:v>6.2765873969999997E-2</c:v>
                </c:pt>
                <c:pt idx="268">
                  <c:v>6.2891602520000006E-2</c:v>
                </c:pt>
                <c:pt idx="269">
                  <c:v>6.2733747069999998E-2</c:v>
                </c:pt>
                <c:pt idx="270">
                  <c:v>6.2627553939999997E-2</c:v>
                </c:pt>
                <c:pt idx="271">
                  <c:v>6.270213425E-2</c:v>
                </c:pt>
                <c:pt idx="272">
                  <c:v>6.2515981499999998E-2</c:v>
                </c:pt>
                <c:pt idx="273">
                  <c:v>6.2445495279999999E-2</c:v>
                </c:pt>
                <c:pt idx="274">
                  <c:v>6.2398001549999998E-2</c:v>
                </c:pt>
                <c:pt idx="275">
                  <c:v>6.2299031759999998E-2</c:v>
                </c:pt>
                <c:pt idx="276">
                  <c:v>6.2294133010000002E-2</c:v>
                </c:pt>
                <c:pt idx="277">
                  <c:v>6.2267094850000003E-2</c:v>
                </c:pt>
                <c:pt idx="278">
                  <c:v>6.2257774170000002E-2</c:v>
                </c:pt>
                <c:pt idx="279">
                  <c:v>6.2142647799999999E-2</c:v>
                </c:pt>
                <c:pt idx="280">
                  <c:v>6.2173411249999998E-2</c:v>
                </c:pt>
                <c:pt idx="281">
                  <c:v>6.208667532E-2</c:v>
                </c:pt>
                <c:pt idx="282">
                  <c:v>6.2162596729999998E-2</c:v>
                </c:pt>
                <c:pt idx="283">
                  <c:v>6.2059979889999999E-2</c:v>
                </c:pt>
                <c:pt idx="284">
                  <c:v>6.2098622319999998E-2</c:v>
                </c:pt>
                <c:pt idx="285">
                  <c:v>6.2044478950000002E-2</c:v>
                </c:pt>
                <c:pt idx="286">
                  <c:v>6.2036029989999998E-2</c:v>
                </c:pt>
                <c:pt idx="287">
                  <c:v>6.203086302E-2</c:v>
                </c:pt>
                <c:pt idx="288">
                  <c:v>6.2021516259999999E-2</c:v>
                </c:pt>
                <c:pt idx="289">
                  <c:v>6.203005835E-2</c:v>
                </c:pt>
                <c:pt idx="290">
                  <c:v>6.2008142469999999E-2</c:v>
                </c:pt>
                <c:pt idx="291">
                  <c:v>6.1991687859999998E-2</c:v>
                </c:pt>
                <c:pt idx="292">
                  <c:v>6.2051169570000002E-2</c:v>
                </c:pt>
                <c:pt idx="293">
                  <c:v>6.1993598939999998E-2</c:v>
                </c:pt>
                <c:pt idx="294">
                  <c:v>6.2095753849999998E-2</c:v>
                </c:pt>
                <c:pt idx="295">
                  <c:v>6.203340366E-2</c:v>
                </c:pt>
                <c:pt idx="296">
                  <c:v>6.2041644010000001E-2</c:v>
                </c:pt>
                <c:pt idx="297">
                  <c:v>6.2069028620000001E-2</c:v>
                </c:pt>
                <c:pt idx="298">
                  <c:v>6.2118932600000003E-2</c:v>
                </c:pt>
                <c:pt idx="299">
                  <c:v>6.2098473309999999E-2</c:v>
                </c:pt>
                <c:pt idx="300">
                  <c:v>6.2149904669999999E-2</c:v>
                </c:pt>
                <c:pt idx="301">
                  <c:v>6.2173500659999999E-2</c:v>
                </c:pt>
                <c:pt idx="302">
                  <c:v>6.2215439980000002E-2</c:v>
                </c:pt>
                <c:pt idx="303">
                  <c:v>6.2250901009999998E-2</c:v>
                </c:pt>
                <c:pt idx="304">
                  <c:v>6.2284991150000003E-2</c:v>
                </c:pt>
                <c:pt idx="305">
                  <c:v>6.2293358149999999E-2</c:v>
                </c:pt>
                <c:pt idx="306">
                  <c:v>6.2376156449999998E-2</c:v>
                </c:pt>
                <c:pt idx="307">
                  <c:v>6.2391757970000003E-2</c:v>
                </c:pt>
                <c:pt idx="308">
                  <c:v>6.249251217E-2</c:v>
                </c:pt>
                <c:pt idx="309">
                  <c:v>6.2505811450000004E-2</c:v>
                </c:pt>
                <c:pt idx="310">
                  <c:v>6.2536664310000004E-2</c:v>
                </c:pt>
                <c:pt idx="311">
                  <c:v>6.2578670680000004E-2</c:v>
                </c:pt>
                <c:pt idx="312">
                  <c:v>6.2613412739999999E-2</c:v>
                </c:pt>
                <c:pt idx="313">
                  <c:v>6.2701180580000002E-2</c:v>
                </c:pt>
                <c:pt idx="314">
                  <c:v>6.2678568069999996E-2</c:v>
                </c:pt>
                <c:pt idx="315">
                  <c:v>6.2789112329999994E-2</c:v>
                </c:pt>
                <c:pt idx="316">
                  <c:v>6.2855675819999998E-2</c:v>
                </c:pt>
                <c:pt idx="317">
                  <c:v>6.2925055620000003E-2</c:v>
                </c:pt>
                <c:pt idx="318">
                  <c:v>6.2969490889999993E-2</c:v>
                </c:pt>
                <c:pt idx="319">
                  <c:v>6.3002951439999996E-2</c:v>
                </c:pt>
                <c:pt idx="320">
                  <c:v>6.3088670370000002E-2</c:v>
                </c:pt>
                <c:pt idx="321">
                  <c:v>6.322620809E-2</c:v>
                </c:pt>
                <c:pt idx="322">
                  <c:v>6.3351087269999995E-2</c:v>
                </c:pt>
                <c:pt idx="323">
                  <c:v>6.3271299000000003E-2</c:v>
                </c:pt>
                <c:pt idx="324">
                  <c:v>6.3349470500000005E-2</c:v>
                </c:pt>
                <c:pt idx="325">
                  <c:v>6.3421659170000005E-2</c:v>
                </c:pt>
                <c:pt idx="326">
                  <c:v>6.347434968E-2</c:v>
                </c:pt>
                <c:pt idx="327">
                  <c:v>6.358530372E-2</c:v>
                </c:pt>
                <c:pt idx="328">
                  <c:v>6.363493949E-2</c:v>
                </c:pt>
                <c:pt idx="329">
                  <c:v>6.3726060089999995E-2</c:v>
                </c:pt>
                <c:pt idx="330">
                  <c:v>6.3814051450000006E-2</c:v>
                </c:pt>
                <c:pt idx="331">
                  <c:v>6.388520449E-2</c:v>
                </c:pt>
                <c:pt idx="332">
                  <c:v>6.4006462690000002E-2</c:v>
                </c:pt>
                <c:pt idx="333">
                  <c:v>6.4048551019999997E-2</c:v>
                </c:pt>
                <c:pt idx="334">
                  <c:v>6.4140059050000003E-2</c:v>
                </c:pt>
                <c:pt idx="335">
                  <c:v>6.4222224059999999E-2</c:v>
                </c:pt>
                <c:pt idx="336">
                  <c:v>6.4297981559999995E-2</c:v>
                </c:pt>
                <c:pt idx="337">
                  <c:v>6.4388550820000001E-2</c:v>
                </c:pt>
                <c:pt idx="338">
                  <c:v>6.4470700919999999E-2</c:v>
                </c:pt>
                <c:pt idx="339">
                  <c:v>6.4550489190000004E-2</c:v>
                </c:pt>
                <c:pt idx="340">
                  <c:v>6.470183283E-2</c:v>
                </c:pt>
                <c:pt idx="341">
                  <c:v>6.4727611840000004E-2</c:v>
                </c:pt>
                <c:pt idx="342">
                  <c:v>6.4884446560000003E-2</c:v>
                </c:pt>
                <c:pt idx="343">
                  <c:v>6.4979441459999995E-2</c:v>
                </c:pt>
                <c:pt idx="344">
                  <c:v>6.4962185919999998E-2</c:v>
                </c:pt>
                <c:pt idx="345">
                  <c:v>6.5137423570000005E-2</c:v>
                </c:pt>
                <c:pt idx="346">
                  <c:v>6.525458395E-2</c:v>
                </c:pt>
                <c:pt idx="347">
                  <c:v>6.535495073E-2</c:v>
                </c:pt>
                <c:pt idx="348">
                  <c:v>6.5538264809999996E-2</c:v>
                </c:pt>
                <c:pt idx="349">
                  <c:v>6.5598532560000006E-2</c:v>
                </c:pt>
                <c:pt idx="350">
                  <c:v>6.5635599200000005E-2</c:v>
                </c:pt>
                <c:pt idx="351">
                  <c:v>6.5837614239999995E-2</c:v>
                </c:pt>
                <c:pt idx="352">
                  <c:v>6.5866172309999999E-2</c:v>
                </c:pt>
                <c:pt idx="353">
                  <c:v>6.6021405160000005E-2</c:v>
                </c:pt>
                <c:pt idx="354">
                  <c:v>6.6178835929999999E-2</c:v>
                </c:pt>
                <c:pt idx="355">
                  <c:v>6.6325224939999997E-2</c:v>
                </c:pt>
                <c:pt idx="356">
                  <c:v>6.6362529990000002E-2</c:v>
                </c:pt>
                <c:pt idx="357">
                  <c:v>6.6568180919999997E-2</c:v>
                </c:pt>
                <c:pt idx="358">
                  <c:v>6.6710263490000005E-2</c:v>
                </c:pt>
                <c:pt idx="359">
                  <c:v>6.6796444359999999E-2</c:v>
                </c:pt>
                <c:pt idx="360">
                  <c:v>6.6981635989999996E-2</c:v>
                </c:pt>
                <c:pt idx="361">
                  <c:v>6.7110046739999998E-2</c:v>
                </c:pt>
                <c:pt idx="362">
                  <c:v>6.7194320259999996E-2</c:v>
                </c:pt>
                <c:pt idx="363">
                  <c:v>6.7360967399999999E-2</c:v>
                </c:pt>
                <c:pt idx="364">
                  <c:v>6.7534305160000002E-2</c:v>
                </c:pt>
                <c:pt idx="365">
                  <c:v>6.7657560110000001E-2</c:v>
                </c:pt>
                <c:pt idx="366">
                  <c:v>6.7796275020000005E-2</c:v>
                </c:pt>
                <c:pt idx="367">
                  <c:v>6.7976504559999998E-2</c:v>
                </c:pt>
                <c:pt idx="368">
                  <c:v>6.8153843280000001E-2</c:v>
                </c:pt>
                <c:pt idx="369">
                  <c:v>6.8324498829999997E-2</c:v>
                </c:pt>
                <c:pt idx="370">
                  <c:v>6.8460308019999999E-2</c:v>
                </c:pt>
                <c:pt idx="371">
                  <c:v>6.8702459339999994E-2</c:v>
                </c:pt>
                <c:pt idx="372">
                  <c:v>6.8857833739999999E-2</c:v>
                </c:pt>
                <c:pt idx="373">
                  <c:v>6.9037564100000004E-2</c:v>
                </c:pt>
                <c:pt idx="374">
                  <c:v>6.9215551020000002E-2</c:v>
                </c:pt>
                <c:pt idx="375">
                  <c:v>6.939904392E-2</c:v>
                </c:pt>
                <c:pt idx="376">
                  <c:v>6.9612093269999994E-2</c:v>
                </c:pt>
                <c:pt idx="377">
                  <c:v>6.9856129589999996E-2</c:v>
                </c:pt>
                <c:pt idx="378">
                  <c:v>7.0074878630000004E-2</c:v>
                </c:pt>
                <c:pt idx="379">
                  <c:v>7.0229187609999993E-2</c:v>
                </c:pt>
                <c:pt idx="380">
                  <c:v>7.0467270910000004E-2</c:v>
                </c:pt>
                <c:pt idx="381">
                  <c:v>7.0676878090000006E-2</c:v>
                </c:pt>
                <c:pt idx="382">
                  <c:v>7.0865534250000001E-2</c:v>
                </c:pt>
                <c:pt idx="383">
                  <c:v>7.1102410549999995E-2</c:v>
                </c:pt>
                <c:pt idx="384">
                  <c:v>7.1363918479999996E-2</c:v>
                </c:pt>
                <c:pt idx="385">
                  <c:v>7.1618437770000001E-2</c:v>
                </c:pt>
                <c:pt idx="386">
                  <c:v>7.1898825469999997E-2</c:v>
                </c:pt>
                <c:pt idx="387">
                  <c:v>7.2090029720000004E-2</c:v>
                </c:pt>
                <c:pt idx="388">
                  <c:v>7.2288781400000002E-2</c:v>
                </c:pt>
                <c:pt idx="389">
                  <c:v>7.2619773449999994E-2</c:v>
                </c:pt>
                <c:pt idx="390">
                  <c:v>7.2894200679999993E-2</c:v>
                </c:pt>
                <c:pt idx="391">
                  <c:v>7.3165580630000004E-2</c:v>
                </c:pt>
                <c:pt idx="392">
                  <c:v>7.3405094439999999E-2</c:v>
                </c:pt>
                <c:pt idx="393">
                  <c:v>7.3652714490000007E-2</c:v>
                </c:pt>
                <c:pt idx="394">
                  <c:v>7.3990710079999994E-2</c:v>
                </c:pt>
                <c:pt idx="395">
                  <c:v>7.4327923360000006E-2</c:v>
                </c:pt>
                <c:pt idx="396">
                  <c:v>7.458458841E-2</c:v>
                </c:pt>
                <c:pt idx="397">
                  <c:v>7.4898950759999999E-2</c:v>
                </c:pt>
                <c:pt idx="398">
                  <c:v>7.5126007199999997E-2</c:v>
                </c:pt>
                <c:pt idx="399">
                  <c:v>7.5536020100000004E-2</c:v>
                </c:pt>
                <c:pt idx="400">
                  <c:v>7.5798332689999998E-2</c:v>
                </c:pt>
                <c:pt idx="401">
                  <c:v>7.6188556850000005E-2</c:v>
                </c:pt>
                <c:pt idx="402">
                  <c:v>7.6516367500000002E-2</c:v>
                </c:pt>
                <c:pt idx="403">
                  <c:v>7.6835036280000005E-2</c:v>
                </c:pt>
                <c:pt idx="404">
                  <c:v>7.71875754E-2</c:v>
                </c:pt>
                <c:pt idx="405">
                  <c:v>7.748832554E-2</c:v>
                </c:pt>
                <c:pt idx="406">
                  <c:v>7.7902063729999999E-2</c:v>
                </c:pt>
                <c:pt idx="407">
                  <c:v>7.8266724940000004E-2</c:v>
                </c:pt>
                <c:pt idx="408">
                  <c:v>7.8648976979999993E-2</c:v>
                </c:pt>
                <c:pt idx="409">
                  <c:v>7.9026654360000004E-2</c:v>
                </c:pt>
                <c:pt idx="410">
                  <c:v>7.9326748850000003E-2</c:v>
                </c:pt>
                <c:pt idx="411">
                  <c:v>7.9822503030000005E-2</c:v>
                </c:pt>
                <c:pt idx="412">
                  <c:v>8.0189801749999998E-2</c:v>
                </c:pt>
                <c:pt idx="413">
                  <c:v>8.0580882729999997E-2</c:v>
                </c:pt>
                <c:pt idx="414">
                  <c:v>8.102986962E-2</c:v>
                </c:pt>
                <c:pt idx="415">
                  <c:v>8.1388585269999994E-2</c:v>
                </c:pt>
                <c:pt idx="416">
                  <c:v>8.1831060349999998E-2</c:v>
                </c:pt>
                <c:pt idx="417">
                  <c:v>8.2200661300000005E-2</c:v>
                </c:pt>
                <c:pt idx="418">
                  <c:v>8.2629159090000001E-2</c:v>
                </c:pt>
                <c:pt idx="419">
                  <c:v>8.3019681270000006E-2</c:v>
                </c:pt>
                <c:pt idx="420">
                  <c:v>8.3438508209999998E-2</c:v>
                </c:pt>
                <c:pt idx="421">
                  <c:v>8.397538215E-2</c:v>
                </c:pt>
                <c:pt idx="422">
                  <c:v>8.4361590449999996E-2</c:v>
                </c:pt>
                <c:pt idx="423">
                  <c:v>8.4848739209999996E-2</c:v>
                </c:pt>
                <c:pt idx="424">
                  <c:v>8.5279732940000005E-2</c:v>
                </c:pt>
                <c:pt idx="425">
                  <c:v>8.5721649230000002E-2</c:v>
                </c:pt>
                <c:pt idx="426">
                  <c:v>8.6226999760000006E-2</c:v>
                </c:pt>
                <c:pt idx="427">
                  <c:v>8.6673870680000001E-2</c:v>
                </c:pt>
                <c:pt idx="428">
                  <c:v>8.7155364449999995E-2</c:v>
                </c:pt>
                <c:pt idx="429">
                  <c:v>8.7627671660000003E-2</c:v>
                </c:pt>
                <c:pt idx="430">
                  <c:v>8.8128969069999993E-2</c:v>
                </c:pt>
                <c:pt idx="431">
                  <c:v>8.8650561870000005E-2</c:v>
                </c:pt>
                <c:pt idx="432">
                  <c:v>8.908302337E-2</c:v>
                </c:pt>
                <c:pt idx="433">
                  <c:v>8.9642383160000005E-2</c:v>
                </c:pt>
                <c:pt idx="434">
                  <c:v>9.0062521399999998E-2</c:v>
                </c:pt>
                <c:pt idx="435">
                  <c:v>9.0637311339999999E-2</c:v>
                </c:pt>
                <c:pt idx="436">
                  <c:v>9.1126769780000005E-2</c:v>
                </c:pt>
                <c:pt idx="437">
                  <c:v>9.1678887609999996E-2</c:v>
                </c:pt>
                <c:pt idx="438">
                  <c:v>9.2167600990000001E-2</c:v>
                </c:pt>
                <c:pt idx="439">
                  <c:v>9.2724740510000001E-2</c:v>
                </c:pt>
                <c:pt idx="440">
                  <c:v>9.3273185189999996E-2</c:v>
                </c:pt>
                <c:pt idx="441">
                  <c:v>9.3745164569999997E-2</c:v>
                </c:pt>
                <c:pt idx="442">
                  <c:v>9.4247497619999995E-2</c:v>
                </c:pt>
                <c:pt idx="443">
                  <c:v>9.4800576570000003E-2</c:v>
                </c:pt>
                <c:pt idx="444">
                  <c:v>9.5390669999999997E-2</c:v>
                </c:pt>
                <c:pt idx="445">
                  <c:v>9.5923706890000002E-2</c:v>
                </c:pt>
                <c:pt idx="446">
                  <c:v>9.6465349199999995E-2</c:v>
                </c:pt>
                <c:pt idx="447">
                  <c:v>9.7029425200000005E-2</c:v>
                </c:pt>
                <c:pt idx="448">
                  <c:v>9.7620248790000003E-2</c:v>
                </c:pt>
                <c:pt idx="449">
                  <c:v>9.8169140520000003E-2</c:v>
                </c:pt>
                <c:pt idx="450">
                  <c:v>9.8820805550000002E-2</c:v>
                </c:pt>
                <c:pt idx="451">
                  <c:v>9.9476531150000005E-2</c:v>
                </c:pt>
                <c:pt idx="452">
                  <c:v>0.10009107740000001</c:v>
                </c:pt>
                <c:pt idx="453">
                  <c:v>0.1007638052</c:v>
                </c:pt>
                <c:pt idx="454">
                  <c:v>0.1014180705</c:v>
                </c:pt>
                <c:pt idx="455">
                  <c:v>0.1020234153</c:v>
                </c:pt>
                <c:pt idx="456">
                  <c:v>0.1027754992</c:v>
                </c:pt>
                <c:pt idx="457">
                  <c:v>0.1034867018</c:v>
                </c:pt>
                <c:pt idx="458">
                  <c:v>0.1041718945</c:v>
                </c:pt>
                <c:pt idx="459">
                  <c:v>0.10501381009999999</c:v>
                </c:pt>
                <c:pt idx="460">
                  <c:v>0.1057298779</c:v>
                </c:pt>
                <c:pt idx="461">
                  <c:v>0.1064622849</c:v>
                </c:pt>
                <c:pt idx="462">
                  <c:v>0.1073043793</c:v>
                </c:pt>
                <c:pt idx="463">
                  <c:v>0.1081656441</c:v>
                </c:pt>
                <c:pt idx="464">
                  <c:v>0.1089565232</c:v>
                </c:pt>
                <c:pt idx="465">
                  <c:v>0.109831214</c:v>
                </c:pt>
                <c:pt idx="466">
                  <c:v>0.1107317805</c:v>
                </c:pt>
                <c:pt idx="467">
                  <c:v>0.11160941420000001</c:v>
                </c:pt>
                <c:pt idx="468">
                  <c:v>0.1124974191</c:v>
                </c:pt>
                <c:pt idx="469">
                  <c:v>0.1134699211</c:v>
                </c:pt>
                <c:pt idx="470">
                  <c:v>0.1144179925</c:v>
                </c:pt>
                <c:pt idx="471">
                  <c:v>0.11541885139999999</c:v>
                </c:pt>
                <c:pt idx="472">
                  <c:v>0.1163943112</c:v>
                </c:pt>
                <c:pt idx="473">
                  <c:v>0.11749564110000001</c:v>
                </c:pt>
                <c:pt idx="474">
                  <c:v>0.118481487</c:v>
                </c:pt>
                <c:pt idx="475">
                  <c:v>0.1195494086</c:v>
                </c:pt>
                <c:pt idx="476">
                  <c:v>0.1206824034</c:v>
                </c:pt>
                <c:pt idx="477">
                  <c:v>0.1218397766</c:v>
                </c:pt>
                <c:pt idx="478">
                  <c:v>0.1229999661</c:v>
                </c:pt>
                <c:pt idx="479">
                  <c:v>0.1241391823</c:v>
                </c:pt>
                <c:pt idx="480">
                  <c:v>0.1254466474</c:v>
                </c:pt>
                <c:pt idx="481">
                  <c:v>0.1266629547</c:v>
                </c:pt>
                <c:pt idx="482">
                  <c:v>0.12798829380000001</c:v>
                </c:pt>
                <c:pt idx="483">
                  <c:v>0.12930566069999999</c:v>
                </c:pt>
                <c:pt idx="484">
                  <c:v>0.13063092530000001</c:v>
                </c:pt>
                <c:pt idx="485">
                  <c:v>0.13199076060000001</c:v>
                </c:pt>
                <c:pt idx="486">
                  <c:v>0.13343377410000001</c:v>
                </c:pt>
                <c:pt idx="487">
                  <c:v>0.13481192289999999</c:v>
                </c:pt>
                <c:pt idx="488">
                  <c:v>0.136387378</c:v>
                </c:pt>
                <c:pt idx="489">
                  <c:v>0.13794213529999999</c:v>
                </c:pt>
                <c:pt idx="490">
                  <c:v>0.13947053249999999</c:v>
                </c:pt>
                <c:pt idx="491">
                  <c:v>0.14110395310000001</c:v>
                </c:pt>
                <c:pt idx="492">
                  <c:v>0.14267906550000001</c:v>
                </c:pt>
                <c:pt idx="493">
                  <c:v>0.1443428695</c:v>
                </c:pt>
                <c:pt idx="494">
                  <c:v>0.14611251650000001</c:v>
                </c:pt>
                <c:pt idx="495">
                  <c:v>0.1480249166</c:v>
                </c:pt>
                <c:pt idx="496">
                  <c:v>0.14990821479999999</c:v>
                </c:pt>
                <c:pt idx="497">
                  <c:v>0.1517141461</c:v>
                </c:pt>
                <c:pt idx="498">
                  <c:v>0.15368415420000001</c:v>
                </c:pt>
                <c:pt idx="499">
                  <c:v>0.15572617950000001</c:v>
                </c:pt>
                <c:pt idx="500">
                  <c:v>0.1610286236</c:v>
                </c:pt>
                <c:pt idx="501">
                  <c:v>0.16165582840000001</c:v>
                </c:pt>
                <c:pt idx="502">
                  <c:v>0.1624747664</c:v>
                </c:pt>
                <c:pt idx="503">
                  <c:v>0.1645133942</c:v>
                </c:pt>
                <c:pt idx="504">
                  <c:v>0.16680605709999999</c:v>
                </c:pt>
                <c:pt idx="505">
                  <c:v>0.16926606</c:v>
                </c:pt>
                <c:pt idx="506">
                  <c:v>0.1717163622</c:v>
                </c:pt>
                <c:pt idx="507">
                  <c:v>0.1742728949</c:v>
                </c:pt>
                <c:pt idx="508">
                  <c:v>0.17692348359999999</c:v>
                </c:pt>
                <c:pt idx="509">
                  <c:v>0.1798265725</c:v>
                </c:pt>
                <c:pt idx="510">
                  <c:v>0.18246150019999999</c:v>
                </c:pt>
                <c:pt idx="511">
                  <c:v>0.1854576319</c:v>
                </c:pt>
                <c:pt idx="512">
                  <c:v>0.18838384750000001</c:v>
                </c:pt>
                <c:pt idx="513">
                  <c:v>0.1914461553</c:v>
                </c:pt>
                <c:pt idx="514">
                  <c:v>0.19466996189999999</c:v>
                </c:pt>
                <c:pt idx="515">
                  <c:v>0.198106274</c:v>
                </c:pt>
                <c:pt idx="516">
                  <c:v>0.2014058232</c:v>
                </c:pt>
                <c:pt idx="517">
                  <c:v>0.20512124900000001</c:v>
                </c:pt>
                <c:pt idx="518">
                  <c:v>0.20865632589999999</c:v>
                </c:pt>
                <c:pt idx="519">
                  <c:v>0.21246594190000001</c:v>
                </c:pt>
                <c:pt idx="520">
                  <c:v>0.21638055149999999</c:v>
                </c:pt>
                <c:pt idx="521">
                  <c:v>0.22063013910000001</c:v>
                </c:pt>
                <c:pt idx="522">
                  <c:v>0.22468723360000001</c:v>
                </c:pt>
                <c:pt idx="523">
                  <c:v>0.22934079169999999</c:v>
                </c:pt>
                <c:pt idx="524">
                  <c:v>0.23374481499999999</c:v>
                </c:pt>
                <c:pt idx="525">
                  <c:v>0.2385970503</c:v>
                </c:pt>
                <c:pt idx="526">
                  <c:v>0.24343590440000001</c:v>
                </c:pt>
                <c:pt idx="527">
                  <c:v>0.2487451285</c:v>
                </c:pt>
                <c:pt idx="528">
                  <c:v>0.2540249825</c:v>
                </c:pt>
                <c:pt idx="529">
                  <c:v>0.2596529722</c:v>
                </c:pt>
                <c:pt idx="530">
                  <c:v>0.2653501928</c:v>
                </c:pt>
                <c:pt idx="531">
                  <c:v>0.27129802110000001</c:v>
                </c:pt>
                <c:pt idx="532">
                  <c:v>0.27738681440000001</c:v>
                </c:pt>
                <c:pt idx="533">
                  <c:v>0.28413528199999999</c:v>
                </c:pt>
                <c:pt idx="534">
                  <c:v>0.2909031212</c:v>
                </c:pt>
                <c:pt idx="535">
                  <c:v>0.29792979359999999</c:v>
                </c:pt>
                <c:pt idx="536">
                  <c:v>0.30516812209999999</c:v>
                </c:pt>
                <c:pt idx="537">
                  <c:v>0.31286779050000002</c:v>
                </c:pt>
                <c:pt idx="538">
                  <c:v>0.32065698500000001</c:v>
                </c:pt>
                <c:pt idx="539">
                  <c:v>0.329098165</c:v>
                </c:pt>
                <c:pt idx="540">
                  <c:v>0.33787339929999999</c:v>
                </c:pt>
                <c:pt idx="541">
                  <c:v>0.3469409645</c:v>
                </c:pt>
                <c:pt idx="542">
                  <c:v>0.3563023508</c:v>
                </c:pt>
                <c:pt idx="543">
                  <c:v>0.3660788834</c:v>
                </c:pt>
                <c:pt idx="544">
                  <c:v>0.3762116432</c:v>
                </c:pt>
                <c:pt idx="545">
                  <c:v>0.38671144839999999</c:v>
                </c:pt>
                <c:pt idx="546">
                  <c:v>0.39806482199999998</c:v>
                </c:pt>
                <c:pt idx="547">
                  <c:v>0.40971928829999998</c:v>
                </c:pt>
                <c:pt idx="548">
                  <c:v>0.42171892519999998</c:v>
                </c:pt>
                <c:pt idx="549">
                  <c:v>0.43430441619999999</c:v>
                </c:pt>
                <c:pt idx="550">
                  <c:v>0.44727969169999998</c:v>
                </c:pt>
                <c:pt idx="551">
                  <c:v>0.46052595969999999</c:v>
                </c:pt>
                <c:pt idx="552">
                  <c:v>0.4749226272</c:v>
                </c:pt>
                <c:pt idx="553">
                  <c:v>0.49825903770000002</c:v>
                </c:pt>
                <c:pt idx="554">
                  <c:v>0.50471788640000004</c:v>
                </c:pt>
                <c:pt idx="555">
                  <c:v>0.52051091189999998</c:v>
                </c:pt>
                <c:pt idx="556">
                  <c:v>0.53635674720000004</c:v>
                </c:pt>
                <c:pt idx="557">
                  <c:v>0.55252015590000003</c:v>
                </c:pt>
                <c:pt idx="558">
                  <c:v>0.57023787500000001</c:v>
                </c:pt>
                <c:pt idx="559">
                  <c:v>0.58793181179999998</c:v>
                </c:pt>
                <c:pt idx="560">
                  <c:v>0.60617518420000005</c:v>
                </c:pt>
                <c:pt idx="561">
                  <c:v>0.62475949529999997</c:v>
                </c:pt>
                <c:pt idx="562">
                  <c:v>0.64365911480000004</c:v>
                </c:pt>
                <c:pt idx="563">
                  <c:v>0.66302555799999996</c:v>
                </c:pt>
                <c:pt idx="564">
                  <c:v>0.68252319100000003</c:v>
                </c:pt>
                <c:pt idx="565">
                  <c:v>0.70310801270000001</c:v>
                </c:pt>
                <c:pt idx="566">
                  <c:v>0.72347021099999997</c:v>
                </c:pt>
                <c:pt idx="567">
                  <c:v>0.74366462229999997</c:v>
                </c:pt>
                <c:pt idx="568">
                  <c:v>0.76394838089999995</c:v>
                </c:pt>
                <c:pt idx="569">
                  <c:v>0.78456956150000001</c:v>
                </c:pt>
                <c:pt idx="570">
                  <c:v>0.81608968969999995</c:v>
                </c:pt>
                <c:pt idx="571">
                  <c:v>0.82532137630000002</c:v>
                </c:pt>
                <c:pt idx="572">
                  <c:v>0.84572601319999996</c:v>
                </c:pt>
                <c:pt idx="573">
                  <c:v>0.86494493480000001</c:v>
                </c:pt>
                <c:pt idx="574">
                  <c:v>0.8839295506</c:v>
                </c:pt>
                <c:pt idx="575">
                  <c:v>0.90249252319999995</c:v>
                </c:pt>
                <c:pt idx="576">
                  <c:v>0.9197648168</c:v>
                </c:pt>
                <c:pt idx="577">
                  <c:v>0.93688464159999996</c:v>
                </c:pt>
                <c:pt idx="578">
                  <c:v>0.95311588049999996</c:v>
                </c:pt>
                <c:pt idx="579">
                  <c:v>0.9683363438</c:v>
                </c:pt>
                <c:pt idx="580">
                  <c:v>0.9820658565</c:v>
                </c:pt>
                <c:pt idx="581">
                  <c:v>0.99473053219999996</c:v>
                </c:pt>
                <c:pt idx="582">
                  <c:v>1.0062584880000001</c:v>
                </c:pt>
                <c:pt idx="583">
                  <c:v>1.0158443450000001</c:v>
                </c:pt>
                <c:pt idx="584">
                  <c:v>1.0246263739999999</c:v>
                </c:pt>
                <c:pt idx="585">
                  <c:v>1.0319218640000001</c:v>
                </c:pt>
                <c:pt idx="586">
                  <c:v>1.0372470620000001</c:v>
                </c:pt>
                <c:pt idx="587">
                  <c:v>1.0414259429999999</c:v>
                </c:pt>
                <c:pt idx="588">
                  <c:v>1.0437848569999999</c:v>
                </c:pt>
                <c:pt idx="589">
                  <c:v>1.0445759299999999</c:v>
                </c:pt>
                <c:pt idx="590">
                  <c:v>1.043669701</c:v>
                </c:pt>
                <c:pt idx="591">
                  <c:v>1.041480899</c:v>
                </c:pt>
                <c:pt idx="592">
                  <c:v>1.0376064780000001</c:v>
                </c:pt>
                <c:pt idx="593">
                  <c:v>1.0323264599999999</c:v>
                </c:pt>
                <c:pt idx="594">
                  <c:v>1.0257505179999999</c:v>
                </c:pt>
                <c:pt idx="595">
                  <c:v>1.017879725</c:v>
                </c:pt>
                <c:pt idx="596">
                  <c:v>1.008455396</c:v>
                </c:pt>
                <c:pt idx="597">
                  <c:v>0.99794185160000004</c:v>
                </c:pt>
                <c:pt idx="598">
                  <c:v>0.98635965589999997</c:v>
                </c:pt>
                <c:pt idx="599">
                  <c:v>0.97397959229999997</c:v>
                </c:pt>
                <c:pt idx="600">
                  <c:v>0.96053433420000001</c:v>
                </c:pt>
                <c:pt idx="601">
                  <c:v>0.93097579480000003</c:v>
                </c:pt>
                <c:pt idx="602">
                  <c:v>0.91500216720000005</c:v>
                </c:pt>
                <c:pt idx="603">
                  <c:v>0.89872431760000004</c:v>
                </c:pt>
                <c:pt idx="604">
                  <c:v>0.88150256869999999</c:v>
                </c:pt>
                <c:pt idx="605">
                  <c:v>0.86414170270000001</c:v>
                </c:pt>
                <c:pt idx="606">
                  <c:v>0.84663927559999996</c:v>
                </c:pt>
                <c:pt idx="607">
                  <c:v>0.8285880685</c:v>
                </c:pt>
                <c:pt idx="608">
                  <c:v>0.81006193159999995</c:v>
                </c:pt>
                <c:pt idx="609">
                  <c:v>0.79181027410000004</c:v>
                </c:pt>
                <c:pt idx="610">
                  <c:v>0.77377617359999995</c:v>
                </c:pt>
                <c:pt idx="611">
                  <c:v>0.75556564329999998</c:v>
                </c:pt>
                <c:pt idx="612">
                  <c:v>0.7373540998</c:v>
                </c:pt>
                <c:pt idx="613">
                  <c:v>0.71902292970000004</c:v>
                </c:pt>
                <c:pt idx="614">
                  <c:v>0.70141321420000002</c:v>
                </c:pt>
                <c:pt idx="615">
                  <c:v>0.68384295699999997</c:v>
                </c:pt>
                <c:pt idx="616">
                  <c:v>0.6664809585</c:v>
                </c:pt>
                <c:pt idx="617">
                  <c:v>0.649567008</c:v>
                </c:pt>
                <c:pt idx="618">
                  <c:v>0.63265305760000001</c:v>
                </c:pt>
                <c:pt idx="619">
                  <c:v>0.61638551949999998</c:v>
                </c:pt>
                <c:pt idx="620">
                  <c:v>0.60076016190000003</c:v>
                </c:pt>
                <c:pt idx="621">
                  <c:v>0.58512550590000001</c:v>
                </c:pt>
                <c:pt idx="622">
                  <c:v>0.57030260560000001</c:v>
                </c:pt>
                <c:pt idx="623">
                  <c:v>0.55548709630000004</c:v>
                </c:pt>
                <c:pt idx="624">
                  <c:v>0.54120689629999996</c:v>
                </c:pt>
                <c:pt idx="625">
                  <c:v>0.52733278269999995</c:v>
                </c:pt>
                <c:pt idx="626">
                  <c:v>0.51414078470000002</c:v>
                </c:pt>
                <c:pt idx="627">
                  <c:v>0.5011762381</c:v>
                </c:pt>
                <c:pt idx="628">
                  <c:v>0.48876300449999999</c:v>
                </c:pt>
                <c:pt idx="629">
                  <c:v>0.47676628830000001</c:v>
                </c:pt>
                <c:pt idx="630">
                  <c:v>0.46531066300000001</c:v>
                </c:pt>
                <c:pt idx="631">
                  <c:v>0.45388820769999999</c:v>
                </c:pt>
                <c:pt idx="632">
                  <c:v>0.44295758010000003</c:v>
                </c:pt>
                <c:pt idx="633">
                  <c:v>0.43278652429999998</c:v>
                </c:pt>
                <c:pt idx="634">
                  <c:v>0.42250314350000001</c:v>
                </c:pt>
                <c:pt idx="635">
                  <c:v>0.41278025509999999</c:v>
                </c:pt>
                <c:pt idx="636">
                  <c:v>0.40337085719999999</c:v>
                </c:pt>
                <c:pt idx="637">
                  <c:v>0.39446088670000001</c:v>
                </c:pt>
                <c:pt idx="638">
                  <c:v>0.38564059140000001</c:v>
                </c:pt>
                <c:pt idx="639">
                  <c:v>0.37763175370000002</c:v>
                </c:pt>
                <c:pt idx="640">
                  <c:v>0.36943343280000002</c:v>
                </c:pt>
                <c:pt idx="641">
                  <c:v>0.36196413640000002</c:v>
                </c:pt>
                <c:pt idx="642">
                  <c:v>0.3543273509</c:v>
                </c:pt>
                <c:pt idx="643">
                  <c:v>0.34708982710000003</c:v>
                </c:pt>
                <c:pt idx="644">
                  <c:v>0.34043362739999999</c:v>
                </c:pt>
                <c:pt idx="645">
                  <c:v>0.3337509334</c:v>
                </c:pt>
                <c:pt idx="646">
                  <c:v>0.32745373249999998</c:v>
                </c:pt>
                <c:pt idx="647">
                  <c:v>0.32144683600000001</c:v>
                </c:pt>
                <c:pt idx="648">
                  <c:v>0.31551447510000002</c:v>
                </c:pt>
                <c:pt idx="649">
                  <c:v>0.3101375401</c:v>
                </c:pt>
                <c:pt idx="650">
                  <c:v>0.30448022479999998</c:v>
                </c:pt>
                <c:pt idx="651">
                  <c:v>0.29937845470000002</c:v>
                </c:pt>
                <c:pt idx="652">
                  <c:v>0.29422214629999999</c:v>
                </c:pt>
                <c:pt idx="653">
                  <c:v>0.2895381749</c:v>
                </c:pt>
                <c:pt idx="654">
                  <c:v>0.28488352890000002</c:v>
                </c:pt>
                <c:pt idx="655">
                  <c:v>0.28041625019999999</c:v>
                </c:pt>
                <c:pt idx="656">
                  <c:v>0.27626007800000002</c:v>
                </c:pt>
                <c:pt idx="657">
                  <c:v>0.27222952249999999</c:v>
                </c:pt>
                <c:pt idx="658">
                  <c:v>0.26829561590000001</c:v>
                </c:pt>
                <c:pt idx="659">
                  <c:v>0.2644518018</c:v>
                </c:pt>
                <c:pt idx="660">
                  <c:v>0.2609769106</c:v>
                </c:pt>
                <c:pt idx="661">
                  <c:v>0.2575828731</c:v>
                </c:pt>
                <c:pt idx="662">
                  <c:v>0.25420054790000002</c:v>
                </c:pt>
                <c:pt idx="663">
                  <c:v>0.25118407609999999</c:v>
                </c:pt>
                <c:pt idx="664">
                  <c:v>0.24809914829999999</c:v>
                </c:pt>
                <c:pt idx="665">
                  <c:v>0.2452804744</c:v>
                </c:pt>
                <c:pt idx="666">
                  <c:v>0.24263313410000001</c:v>
                </c:pt>
                <c:pt idx="667">
                  <c:v>0.2399248481</c:v>
                </c:pt>
                <c:pt idx="668">
                  <c:v>0.23754692080000001</c:v>
                </c:pt>
                <c:pt idx="669">
                  <c:v>0.23504965010000001</c:v>
                </c:pt>
                <c:pt idx="670">
                  <c:v>0.23286393280000001</c:v>
                </c:pt>
                <c:pt idx="671">
                  <c:v>0.23065313700000001</c:v>
                </c:pt>
                <c:pt idx="672">
                  <c:v>0.22884967919999999</c:v>
                </c:pt>
                <c:pt idx="673">
                  <c:v>0.2267914563</c:v>
                </c:pt>
                <c:pt idx="674">
                  <c:v>0.22498016060000001</c:v>
                </c:pt>
                <c:pt idx="675">
                  <c:v>0.22318771479999999</c:v>
                </c:pt>
                <c:pt idx="676">
                  <c:v>0.22144983709999999</c:v>
                </c:pt>
                <c:pt idx="677">
                  <c:v>0.2198799998</c:v>
                </c:pt>
                <c:pt idx="678">
                  <c:v>0.21819600459999999</c:v>
                </c:pt>
                <c:pt idx="679">
                  <c:v>0.21668633819999999</c:v>
                </c:pt>
                <c:pt idx="680">
                  <c:v>0.2152155936</c:v>
                </c:pt>
                <c:pt idx="681">
                  <c:v>0.2140291631</c:v>
                </c:pt>
                <c:pt idx="682">
                  <c:v>0.2126191556</c:v>
                </c:pt>
                <c:pt idx="683">
                  <c:v>0.2112296075</c:v>
                </c:pt>
                <c:pt idx="684">
                  <c:v>0.21001291280000001</c:v>
                </c:pt>
                <c:pt idx="685">
                  <c:v>0.2088564634</c:v>
                </c:pt>
                <c:pt idx="686">
                  <c:v>0.20765599609999999</c:v>
                </c:pt>
                <c:pt idx="687">
                  <c:v>0.20661351080000001</c:v>
                </c:pt>
                <c:pt idx="688">
                  <c:v>0.2052870393</c:v>
                </c:pt>
                <c:pt idx="689">
                  <c:v>0.2040603906</c:v>
                </c:pt>
                <c:pt idx="690">
                  <c:v>0.20297208429999999</c:v>
                </c:pt>
                <c:pt idx="691">
                  <c:v>0.2017842829</c:v>
                </c:pt>
                <c:pt idx="692">
                  <c:v>0.20061865449999999</c:v>
                </c:pt>
                <c:pt idx="693">
                  <c:v>0.1993493885</c:v>
                </c:pt>
                <c:pt idx="694">
                  <c:v>0.19829139109999999</c:v>
                </c:pt>
                <c:pt idx="695">
                  <c:v>0.1970679313</c:v>
                </c:pt>
                <c:pt idx="696">
                  <c:v>0.19592268760000001</c:v>
                </c:pt>
                <c:pt idx="697">
                  <c:v>0.1947292984</c:v>
                </c:pt>
                <c:pt idx="698">
                  <c:v>0.193728596</c:v>
                </c:pt>
                <c:pt idx="699">
                  <c:v>0.19229230280000001</c:v>
                </c:pt>
                <c:pt idx="700">
                  <c:v>0.19123722609999999</c:v>
                </c:pt>
                <c:pt idx="701">
                  <c:v>0.19004748760000001</c:v>
                </c:pt>
                <c:pt idx="702">
                  <c:v>0.1888409257</c:v>
                </c:pt>
                <c:pt idx="703">
                  <c:v>0.18764324490000001</c:v>
                </c:pt>
                <c:pt idx="704">
                  <c:v>0.1864861548</c:v>
                </c:pt>
                <c:pt idx="705">
                  <c:v>0.1852588654</c:v>
                </c:pt>
                <c:pt idx="706">
                  <c:v>0.1840771735</c:v>
                </c:pt>
                <c:pt idx="707">
                  <c:v>0.18301194909999999</c:v>
                </c:pt>
                <c:pt idx="708">
                  <c:v>0.18187703190000001</c:v>
                </c:pt>
                <c:pt idx="709">
                  <c:v>0.18063206970000001</c:v>
                </c:pt>
                <c:pt idx="710">
                  <c:v>0.17939125</c:v>
                </c:pt>
                <c:pt idx="711">
                  <c:v>0.17836585639999999</c:v>
                </c:pt>
                <c:pt idx="712">
                  <c:v>0.1772910804</c:v>
                </c:pt>
                <c:pt idx="713">
                  <c:v>0.17614082989999999</c:v>
                </c:pt>
                <c:pt idx="714">
                  <c:v>0.17507790030000001</c:v>
                </c:pt>
                <c:pt idx="715">
                  <c:v>0.173972562</c:v>
                </c:pt>
                <c:pt idx="716">
                  <c:v>0.17287306490000001</c:v>
                </c:pt>
                <c:pt idx="717">
                  <c:v>0.17180016640000001</c:v>
                </c:pt>
                <c:pt idx="718">
                  <c:v>0.1707989275</c:v>
                </c:pt>
                <c:pt idx="719">
                  <c:v>0.1696943045</c:v>
                </c:pt>
                <c:pt idx="720">
                  <c:v>0.16865484419999999</c:v>
                </c:pt>
                <c:pt idx="721">
                  <c:v>0.16771063210000001</c:v>
                </c:pt>
                <c:pt idx="722">
                  <c:v>0.1667720526</c:v>
                </c:pt>
                <c:pt idx="723">
                  <c:v>0.16567623619999999</c:v>
                </c:pt>
                <c:pt idx="724">
                  <c:v>0.16473284360000001</c:v>
                </c:pt>
                <c:pt idx="725">
                  <c:v>0.16373302040000001</c:v>
                </c:pt>
                <c:pt idx="726">
                  <c:v>0.16274631019999999</c:v>
                </c:pt>
                <c:pt idx="727">
                  <c:v>0.16172194479999999</c:v>
                </c:pt>
                <c:pt idx="728">
                  <c:v>0.16078677769999999</c:v>
                </c:pt>
                <c:pt idx="729">
                  <c:v>0.15979772810000001</c:v>
                </c:pt>
                <c:pt idx="730">
                  <c:v>0.15884064140000001</c:v>
                </c:pt>
                <c:pt idx="731">
                  <c:v>0.1577259302</c:v>
                </c:pt>
                <c:pt idx="732">
                  <c:v>0.1568517089</c:v>
                </c:pt>
                <c:pt idx="733">
                  <c:v>0.1557713896</c:v>
                </c:pt>
                <c:pt idx="734">
                  <c:v>0.15478220579999999</c:v>
                </c:pt>
                <c:pt idx="735">
                  <c:v>0.15376174449999999</c:v>
                </c:pt>
                <c:pt idx="736">
                  <c:v>0.15275479850000001</c:v>
                </c:pt>
                <c:pt idx="737">
                  <c:v>0.15173837539999999</c:v>
                </c:pt>
                <c:pt idx="738">
                  <c:v>0.15060606600000001</c:v>
                </c:pt>
                <c:pt idx="739">
                  <c:v>0.14949519929999999</c:v>
                </c:pt>
                <c:pt idx="740">
                  <c:v>0.1484025866</c:v>
                </c:pt>
                <c:pt idx="741">
                  <c:v>0.14744013550000001</c:v>
                </c:pt>
                <c:pt idx="742">
                  <c:v>0.14636498689999999</c:v>
                </c:pt>
                <c:pt idx="743">
                  <c:v>0.1451798826</c:v>
                </c:pt>
                <c:pt idx="744">
                  <c:v>0.14413049820000001</c:v>
                </c:pt>
                <c:pt idx="745">
                  <c:v>0.14298602939999999</c:v>
                </c:pt>
                <c:pt idx="746">
                  <c:v>0.14180080589999999</c:v>
                </c:pt>
                <c:pt idx="747">
                  <c:v>0.14081133900000001</c:v>
                </c:pt>
                <c:pt idx="748">
                  <c:v>0.13969911630000001</c:v>
                </c:pt>
                <c:pt idx="749">
                  <c:v>0.1384765953</c:v>
                </c:pt>
                <c:pt idx="750">
                  <c:v>0.1373629421</c:v>
                </c:pt>
                <c:pt idx="751">
                  <c:v>0.13624475899999999</c:v>
                </c:pt>
                <c:pt idx="752">
                  <c:v>0.1350410581</c:v>
                </c:pt>
                <c:pt idx="753">
                  <c:v>0.1339836717</c:v>
                </c:pt>
                <c:pt idx="754">
                  <c:v>0.13273593780000001</c:v>
                </c:pt>
                <c:pt idx="755">
                  <c:v>0.13167898359999999</c:v>
                </c:pt>
                <c:pt idx="756">
                  <c:v>0.13050536809999999</c:v>
                </c:pt>
                <c:pt idx="757">
                  <c:v>0.12929615380000001</c:v>
                </c:pt>
                <c:pt idx="758">
                  <c:v>0.1281314194</c:v>
                </c:pt>
                <c:pt idx="759">
                  <c:v>0.1270188391</c:v>
                </c:pt>
                <c:pt idx="760">
                  <c:v>0.1258776784</c:v>
                </c:pt>
                <c:pt idx="761">
                  <c:v>0.12464974080000001</c:v>
                </c:pt>
                <c:pt idx="762">
                  <c:v>0.1236613691</c:v>
                </c:pt>
                <c:pt idx="763">
                  <c:v>0.1225030795</c:v>
                </c:pt>
                <c:pt idx="764">
                  <c:v>0.12136889989999999</c:v>
                </c:pt>
                <c:pt idx="765">
                  <c:v>0.12035397439999999</c:v>
                </c:pt>
                <c:pt idx="766">
                  <c:v>0.11925668270000001</c:v>
                </c:pt>
                <c:pt idx="767">
                  <c:v>0.11822156609999999</c:v>
                </c:pt>
                <c:pt idx="768">
                  <c:v>0.1172343045</c:v>
                </c:pt>
                <c:pt idx="769">
                  <c:v>0.1162655205</c:v>
                </c:pt>
                <c:pt idx="770">
                  <c:v>0.11535216869999999</c:v>
                </c:pt>
                <c:pt idx="771">
                  <c:v>0.11426665630000001</c:v>
                </c:pt>
                <c:pt idx="772">
                  <c:v>0.11337456849999999</c:v>
                </c:pt>
                <c:pt idx="773">
                  <c:v>0.112376824</c:v>
                </c:pt>
                <c:pt idx="774">
                  <c:v>0.11147568369999999</c:v>
                </c:pt>
                <c:pt idx="775">
                  <c:v>0.1106535196</c:v>
                </c:pt>
                <c:pt idx="776">
                  <c:v>0.10969909279999999</c:v>
                </c:pt>
                <c:pt idx="777">
                  <c:v>0.10878809540000001</c:v>
                </c:pt>
                <c:pt idx="778">
                  <c:v>0.10806248340000001</c:v>
                </c:pt>
                <c:pt idx="779">
                  <c:v>0.10728108140000001</c:v>
                </c:pt>
                <c:pt idx="780">
                  <c:v>0.10653617980000001</c:v>
                </c:pt>
                <c:pt idx="781">
                  <c:v>0.10569464420000001</c:v>
                </c:pt>
                <c:pt idx="782">
                  <c:v>0.10500942169999999</c:v>
                </c:pt>
                <c:pt idx="783">
                  <c:v>0.1041440889</c:v>
                </c:pt>
                <c:pt idx="784">
                  <c:v>0.1035739928</c:v>
                </c:pt>
                <c:pt idx="785">
                  <c:v>0.1029063761</c:v>
                </c:pt>
                <c:pt idx="786">
                  <c:v>0.10221260040000001</c:v>
                </c:pt>
                <c:pt idx="787">
                  <c:v>0.10156358779999999</c:v>
                </c:pt>
                <c:pt idx="788">
                  <c:v>0.1010199264</c:v>
                </c:pt>
                <c:pt idx="789">
                  <c:v>0.1004301012</c:v>
                </c:pt>
                <c:pt idx="790">
                  <c:v>9.9826477469999994E-2</c:v>
                </c:pt>
                <c:pt idx="791">
                  <c:v>9.9299304190000007E-2</c:v>
                </c:pt>
                <c:pt idx="792">
                  <c:v>9.8784014579999996E-2</c:v>
                </c:pt>
                <c:pt idx="793">
                  <c:v>9.8234541709999998E-2</c:v>
                </c:pt>
                <c:pt idx="794">
                  <c:v>9.7834631800000002E-2</c:v>
                </c:pt>
                <c:pt idx="795">
                  <c:v>9.7266599539999998E-2</c:v>
                </c:pt>
                <c:pt idx="796">
                  <c:v>9.6915215250000006E-2</c:v>
                </c:pt>
                <c:pt idx="797">
                  <c:v>9.6413858229999996E-2</c:v>
                </c:pt>
                <c:pt idx="798">
                  <c:v>9.6121780569999996E-2</c:v>
                </c:pt>
                <c:pt idx="799">
                  <c:v>9.5706425610000007E-2</c:v>
                </c:pt>
                <c:pt idx="800">
                  <c:v>9.5324218269999997E-2</c:v>
                </c:pt>
                <c:pt idx="801">
                  <c:v>9.4961836930000001E-2</c:v>
                </c:pt>
                <c:pt idx="802">
                  <c:v>9.4809018080000002E-2</c:v>
                </c:pt>
                <c:pt idx="803">
                  <c:v>9.4369880860000005E-2</c:v>
                </c:pt>
                <c:pt idx="804">
                  <c:v>9.4161190089999999E-2</c:v>
                </c:pt>
                <c:pt idx="805">
                  <c:v>9.3882769350000006E-2</c:v>
                </c:pt>
                <c:pt idx="806">
                  <c:v>9.3638241289999993E-2</c:v>
                </c:pt>
                <c:pt idx="807">
                  <c:v>9.3321740629999997E-2</c:v>
                </c:pt>
                <c:pt idx="808">
                  <c:v>9.3234106900000002E-2</c:v>
                </c:pt>
                <c:pt idx="809">
                  <c:v>9.2919275159999995E-2</c:v>
                </c:pt>
                <c:pt idx="810">
                  <c:v>9.2789769169999994E-2</c:v>
                </c:pt>
                <c:pt idx="811">
                  <c:v>9.2568598690000004E-2</c:v>
                </c:pt>
                <c:pt idx="812">
                  <c:v>9.2435382309999994E-2</c:v>
                </c:pt>
                <c:pt idx="813">
                  <c:v>9.2279642819999994E-2</c:v>
                </c:pt>
                <c:pt idx="814">
                  <c:v>9.2062607409999997E-2</c:v>
                </c:pt>
                <c:pt idx="815">
                  <c:v>9.1990582639999999E-2</c:v>
                </c:pt>
                <c:pt idx="816">
                  <c:v>9.1888502240000003E-2</c:v>
                </c:pt>
                <c:pt idx="817">
                  <c:v>9.170494974E-2</c:v>
                </c:pt>
                <c:pt idx="818">
                  <c:v>9.1622851790000001E-2</c:v>
                </c:pt>
                <c:pt idx="819">
                  <c:v>9.1579124329999997E-2</c:v>
                </c:pt>
                <c:pt idx="820">
                  <c:v>9.1467715800000002E-2</c:v>
                </c:pt>
                <c:pt idx="821">
                  <c:v>9.1385252769999994E-2</c:v>
                </c:pt>
                <c:pt idx="822">
                  <c:v>9.126993269E-2</c:v>
                </c:pt>
                <c:pt idx="823">
                  <c:v>9.1231159869999995E-2</c:v>
                </c:pt>
                <c:pt idx="824">
                  <c:v>9.113005549E-2</c:v>
                </c:pt>
                <c:pt idx="825">
                  <c:v>9.1173514720000001E-2</c:v>
                </c:pt>
                <c:pt idx="826">
                  <c:v>9.116655588E-2</c:v>
                </c:pt>
                <c:pt idx="827">
                  <c:v>9.1136537490000002E-2</c:v>
                </c:pt>
                <c:pt idx="828">
                  <c:v>9.1150172050000006E-2</c:v>
                </c:pt>
                <c:pt idx="829">
                  <c:v>9.1216593979999996E-2</c:v>
                </c:pt>
                <c:pt idx="830">
                  <c:v>9.1138295829999993E-2</c:v>
                </c:pt>
                <c:pt idx="831">
                  <c:v>9.1767460110000004E-2</c:v>
                </c:pt>
                <c:pt idx="832">
                  <c:v>9.1812677679999996E-2</c:v>
                </c:pt>
                <c:pt idx="833">
                  <c:v>9.1925770039999993E-2</c:v>
                </c:pt>
                <c:pt idx="834">
                  <c:v>9.2098511760000001E-2</c:v>
                </c:pt>
                <c:pt idx="835">
                  <c:v>9.2275321480000005E-2</c:v>
                </c:pt>
                <c:pt idx="836">
                  <c:v>9.2355296020000005E-2</c:v>
                </c:pt>
                <c:pt idx="837">
                  <c:v>9.2506684359999994E-2</c:v>
                </c:pt>
                <c:pt idx="838">
                  <c:v>9.2734672130000001E-2</c:v>
                </c:pt>
                <c:pt idx="839">
                  <c:v>9.2981256540000001E-2</c:v>
                </c:pt>
                <c:pt idx="840">
                  <c:v>9.323891997E-2</c:v>
                </c:pt>
                <c:pt idx="841">
                  <c:v>9.3544058499999999E-2</c:v>
                </c:pt>
                <c:pt idx="842">
                  <c:v>9.3929871920000005E-2</c:v>
                </c:pt>
                <c:pt idx="843">
                  <c:v>9.4281911849999997E-2</c:v>
                </c:pt>
                <c:pt idx="844">
                  <c:v>9.4568088650000007E-2</c:v>
                </c:pt>
                <c:pt idx="845">
                  <c:v>9.5026910310000004E-2</c:v>
                </c:pt>
                <c:pt idx="846">
                  <c:v>9.5488704739999999E-2</c:v>
                </c:pt>
                <c:pt idx="847">
                  <c:v>9.6046082680000006E-2</c:v>
                </c:pt>
                <c:pt idx="848">
                  <c:v>9.6650801600000003E-2</c:v>
                </c:pt>
                <c:pt idx="849">
                  <c:v>9.7108013930000001E-2</c:v>
                </c:pt>
                <c:pt idx="850">
                  <c:v>9.7869135440000005E-2</c:v>
                </c:pt>
                <c:pt idx="851">
                  <c:v>9.8408699040000006E-2</c:v>
                </c:pt>
                <c:pt idx="852">
                  <c:v>9.9158510569999997E-2</c:v>
                </c:pt>
                <c:pt idx="853">
                  <c:v>9.99251008E-2</c:v>
                </c:pt>
                <c:pt idx="854">
                  <c:v>0.1008311585</c:v>
                </c:pt>
                <c:pt idx="855">
                  <c:v>0.1015828848</c:v>
                </c:pt>
                <c:pt idx="856">
                  <c:v>0.1023709327</c:v>
                </c:pt>
                <c:pt idx="857">
                  <c:v>0.1034734622</c:v>
                </c:pt>
                <c:pt idx="858">
                  <c:v>0.10436876119999999</c:v>
                </c:pt>
                <c:pt idx="859">
                  <c:v>0.1053287908</c:v>
                </c:pt>
                <c:pt idx="860">
                  <c:v>0.1063608825</c:v>
                </c:pt>
                <c:pt idx="861">
                  <c:v>0.1074294075</c:v>
                </c:pt>
                <c:pt idx="862">
                  <c:v>0.1084960848</c:v>
                </c:pt>
                <c:pt idx="863">
                  <c:v>0.1096468121</c:v>
                </c:pt>
                <c:pt idx="864">
                  <c:v>0.110665746</c:v>
                </c:pt>
                <c:pt idx="865">
                  <c:v>0.1118264645</c:v>
                </c:pt>
                <c:pt idx="866">
                  <c:v>0.11294372380000001</c:v>
                </c:pt>
                <c:pt idx="867">
                  <c:v>0.1139645427</c:v>
                </c:pt>
                <c:pt idx="868">
                  <c:v>0.1151386499</c:v>
                </c:pt>
                <c:pt idx="869">
                  <c:v>0.1162357852</c:v>
                </c:pt>
                <c:pt idx="870">
                  <c:v>0.1172899157</c:v>
                </c:pt>
                <c:pt idx="871">
                  <c:v>0.1184457839</c:v>
                </c:pt>
                <c:pt idx="872">
                  <c:v>0.11949306730000001</c:v>
                </c:pt>
                <c:pt idx="873">
                  <c:v>0.1205125004</c:v>
                </c:pt>
                <c:pt idx="874">
                  <c:v>0.12144626679999999</c:v>
                </c:pt>
                <c:pt idx="875">
                  <c:v>0.1224357858</c:v>
                </c:pt>
                <c:pt idx="876">
                  <c:v>0.1234607846</c:v>
                </c:pt>
                <c:pt idx="877">
                  <c:v>0.12428876010000001</c:v>
                </c:pt>
                <c:pt idx="878">
                  <c:v>0.12533472479999999</c:v>
                </c:pt>
                <c:pt idx="879">
                  <c:v>0.12635660169999999</c:v>
                </c:pt>
                <c:pt idx="880">
                  <c:v>0.12734398250000001</c:v>
                </c:pt>
                <c:pt idx="881">
                  <c:v>0.12826731799999999</c:v>
                </c:pt>
                <c:pt idx="882">
                  <c:v>0.1293858588</c:v>
                </c:pt>
                <c:pt idx="883">
                  <c:v>0.13037103410000001</c:v>
                </c:pt>
                <c:pt idx="884">
                  <c:v>0.1315924376</c:v>
                </c:pt>
                <c:pt idx="885">
                  <c:v>0.13270802800000001</c:v>
                </c:pt>
                <c:pt idx="886">
                  <c:v>0.13372553879999999</c:v>
                </c:pt>
                <c:pt idx="887">
                  <c:v>0.13501973449999999</c:v>
                </c:pt>
                <c:pt idx="888">
                  <c:v>0.1361919194</c:v>
                </c:pt>
                <c:pt idx="889">
                  <c:v>0.13747650380000001</c:v>
                </c:pt>
                <c:pt idx="890">
                  <c:v>0.13878595830000001</c:v>
                </c:pt>
                <c:pt idx="891">
                  <c:v>0.1399772614</c:v>
                </c:pt>
                <c:pt idx="892">
                  <c:v>0.1413160712</c:v>
                </c:pt>
                <c:pt idx="893">
                  <c:v>0.1426303089</c:v>
                </c:pt>
                <c:pt idx="894">
                  <c:v>0.14389625189999999</c:v>
                </c:pt>
                <c:pt idx="895">
                  <c:v>0.14523406329999999</c:v>
                </c:pt>
                <c:pt idx="896">
                  <c:v>0.14639440179999999</c:v>
                </c:pt>
                <c:pt idx="897">
                  <c:v>0.1475697309</c:v>
                </c:pt>
                <c:pt idx="898">
                  <c:v>0.1486746222</c:v>
                </c:pt>
                <c:pt idx="899">
                  <c:v>0.1499119699</c:v>
                </c:pt>
                <c:pt idx="900">
                  <c:v>0.15092055500000001</c:v>
                </c:pt>
                <c:pt idx="901">
                  <c:v>0.1519096345</c:v>
                </c:pt>
                <c:pt idx="902">
                  <c:v>0.15290281180000001</c:v>
                </c:pt>
                <c:pt idx="903">
                  <c:v>0.1538024694</c:v>
                </c:pt>
                <c:pt idx="904">
                  <c:v>0.1546155065</c:v>
                </c:pt>
                <c:pt idx="905">
                  <c:v>0.15548668800000001</c:v>
                </c:pt>
                <c:pt idx="906">
                  <c:v>0.1561025828</c:v>
                </c:pt>
                <c:pt idx="907">
                  <c:v>0.1567444801</c:v>
                </c:pt>
                <c:pt idx="908">
                  <c:v>0.1573809534</c:v>
                </c:pt>
                <c:pt idx="909">
                  <c:v>0.15793932969999999</c:v>
                </c:pt>
                <c:pt idx="910">
                  <c:v>0.15835463999999999</c:v>
                </c:pt>
                <c:pt idx="911">
                  <c:v>0.15877504649999999</c:v>
                </c:pt>
                <c:pt idx="912">
                  <c:v>0.15919081869999999</c:v>
                </c:pt>
                <c:pt idx="913">
                  <c:v>0.15957297379999999</c:v>
                </c:pt>
                <c:pt idx="914">
                  <c:v>0.15985757110000001</c:v>
                </c:pt>
                <c:pt idx="915">
                  <c:v>0.16021545230000001</c:v>
                </c:pt>
                <c:pt idx="916">
                  <c:v>0.1604871601</c:v>
                </c:pt>
                <c:pt idx="917">
                  <c:v>0.16074386239999999</c:v>
                </c:pt>
                <c:pt idx="918">
                  <c:v>0.16102142629999999</c:v>
                </c:pt>
                <c:pt idx="919">
                  <c:v>0.161168173</c:v>
                </c:pt>
                <c:pt idx="920">
                  <c:v>0.16129870709999999</c:v>
                </c:pt>
                <c:pt idx="921">
                  <c:v>0.16163243350000001</c:v>
                </c:pt>
                <c:pt idx="922">
                  <c:v>0.1618051529</c:v>
                </c:pt>
                <c:pt idx="923">
                  <c:v>0.1619256288</c:v>
                </c:pt>
                <c:pt idx="924">
                  <c:v>0.16213144360000001</c:v>
                </c:pt>
                <c:pt idx="925">
                  <c:v>0.1622613668</c:v>
                </c:pt>
                <c:pt idx="926">
                  <c:v>0.16257697339999999</c:v>
                </c:pt>
                <c:pt idx="927">
                  <c:v>0.1628137529</c:v>
                </c:pt>
                <c:pt idx="928">
                  <c:v>0.16296261549999999</c:v>
                </c:pt>
                <c:pt idx="929">
                  <c:v>0.1631287485</c:v>
                </c:pt>
                <c:pt idx="930">
                  <c:v>0.1634290665</c:v>
                </c:pt>
                <c:pt idx="931">
                  <c:v>0.1637035459</c:v>
                </c:pt>
                <c:pt idx="932">
                  <c:v>0.1638587862</c:v>
                </c:pt>
                <c:pt idx="933">
                  <c:v>0.1642009914</c:v>
                </c:pt>
                <c:pt idx="934">
                  <c:v>0.16433455050000001</c:v>
                </c:pt>
                <c:pt idx="935">
                  <c:v>0.1647552699</c:v>
                </c:pt>
                <c:pt idx="936">
                  <c:v>0.16494919359999999</c:v>
                </c:pt>
                <c:pt idx="937">
                  <c:v>0.16525690260000001</c:v>
                </c:pt>
                <c:pt idx="938">
                  <c:v>0.1656023264</c:v>
                </c:pt>
                <c:pt idx="939">
                  <c:v>0.16588960589999999</c:v>
                </c:pt>
                <c:pt idx="940">
                  <c:v>0.1663744301</c:v>
                </c:pt>
                <c:pt idx="941">
                  <c:v>0.16676349939999999</c:v>
                </c:pt>
                <c:pt idx="942">
                  <c:v>0.16711562869999999</c:v>
                </c:pt>
                <c:pt idx="943">
                  <c:v>0.1675118357</c:v>
                </c:pt>
                <c:pt idx="944">
                  <c:v>0.16794817149999999</c:v>
                </c:pt>
                <c:pt idx="945">
                  <c:v>0.16846728320000001</c:v>
                </c:pt>
                <c:pt idx="946">
                  <c:v>0.16896943750000001</c:v>
                </c:pt>
                <c:pt idx="947">
                  <c:v>0.16945806150000001</c:v>
                </c:pt>
                <c:pt idx="948">
                  <c:v>0.16992007200000001</c:v>
                </c:pt>
                <c:pt idx="949">
                  <c:v>0.1705137491</c:v>
                </c:pt>
                <c:pt idx="950">
                  <c:v>0.17099154</c:v>
                </c:pt>
                <c:pt idx="951">
                  <c:v>0.1718050539</c:v>
                </c:pt>
                <c:pt idx="952">
                  <c:v>0.1723459661</c:v>
                </c:pt>
                <c:pt idx="953">
                  <c:v>0.17293411489999999</c:v>
                </c:pt>
                <c:pt idx="954">
                  <c:v>0.1737668067</c:v>
                </c:pt>
                <c:pt idx="955">
                  <c:v>0.17444553970000001</c:v>
                </c:pt>
                <c:pt idx="956">
                  <c:v>0.1751278043</c:v>
                </c:pt>
                <c:pt idx="957">
                  <c:v>0.1759927124</c:v>
                </c:pt>
                <c:pt idx="958">
                  <c:v>0.1769008785</c:v>
                </c:pt>
                <c:pt idx="959">
                  <c:v>0.1776651591</c:v>
                </c:pt>
                <c:pt idx="960">
                  <c:v>0.1785252094</c:v>
                </c:pt>
                <c:pt idx="961">
                  <c:v>0.17960053679999999</c:v>
                </c:pt>
                <c:pt idx="962">
                  <c:v>0.18060535189999999</c:v>
                </c:pt>
                <c:pt idx="963">
                  <c:v>0.18161949520000001</c:v>
                </c:pt>
                <c:pt idx="964">
                  <c:v>0.1827787608</c:v>
                </c:pt>
                <c:pt idx="965">
                  <c:v>0.1838623583</c:v>
                </c:pt>
                <c:pt idx="966">
                  <c:v>0.1851804256</c:v>
                </c:pt>
                <c:pt idx="967">
                  <c:v>0.18633772430000001</c:v>
                </c:pt>
                <c:pt idx="968">
                  <c:v>0.1878234446</c:v>
                </c:pt>
                <c:pt idx="969">
                  <c:v>0.18911719320000001</c:v>
                </c:pt>
                <c:pt idx="970">
                  <c:v>0.19050845499999999</c:v>
                </c:pt>
                <c:pt idx="971">
                  <c:v>0.1924210042</c:v>
                </c:pt>
                <c:pt idx="972">
                  <c:v>0.1940080673</c:v>
                </c:pt>
                <c:pt idx="973">
                  <c:v>0.19566158950000001</c:v>
                </c:pt>
                <c:pt idx="974">
                  <c:v>0.19763861599999999</c:v>
                </c:pt>
                <c:pt idx="975">
                  <c:v>0.19937793910000001</c:v>
                </c:pt>
                <c:pt idx="976">
                  <c:v>0.20158292350000001</c:v>
                </c:pt>
                <c:pt idx="977">
                  <c:v>0.203867197</c:v>
                </c:pt>
                <c:pt idx="978">
                  <c:v>0.20628970860000001</c:v>
                </c:pt>
                <c:pt idx="979">
                  <c:v>0.208790645</c:v>
                </c:pt>
                <c:pt idx="980">
                  <c:v>0.2113665491</c:v>
                </c:pt>
                <c:pt idx="981">
                  <c:v>0.214296028</c:v>
                </c:pt>
                <c:pt idx="982">
                  <c:v>0.21737208960000001</c:v>
                </c:pt>
                <c:pt idx="983">
                  <c:v>0.22072935099999999</c:v>
                </c:pt>
                <c:pt idx="984">
                  <c:v>0.22426903249999999</c:v>
                </c:pt>
                <c:pt idx="985">
                  <c:v>0.22803029420000001</c:v>
                </c:pt>
                <c:pt idx="986">
                  <c:v>0.2321869731</c:v>
                </c:pt>
                <c:pt idx="987">
                  <c:v>0.2367769629</c:v>
                </c:pt>
                <c:pt idx="988">
                  <c:v>0.24153479929999999</c:v>
                </c:pt>
                <c:pt idx="989">
                  <c:v>0.2470946312</c:v>
                </c:pt>
                <c:pt idx="990">
                  <c:v>0.25284799930000001</c:v>
                </c:pt>
                <c:pt idx="991">
                  <c:v>0.25894740220000001</c:v>
                </c:pt>
                <c:pt idx="992">
                  <c:v>0.26594188810000002</c:v>
                </c:pt>
                <c:pt idx="993">
                  <c:v>0.27329891919999999</c:v>
                </c:pt>
                <c:pt idx="994">
                  <c:v>0.28136730189999998</c:v>
                </c:pt>
                <c:pt idx="995">
                  <c:v>0.29003337029999998</c:v>
                </c:pt>
                <c:pt idx="996">
                  <c:v>0.29963657259999998</c:v>
                </c:pt>
                <c:pt idx="997">
                  <c:v>0.30960991980000002</c:v>
                </c:pt>
                <c:pt idx="998">
                  <c:v>0.31995275620000002</c:v>
                </c:pt>
                <c:pt idx="999">
                  <c:v>0.33107170460000002</c:v>
                </c:pt>
                <c:pt idx="1000">
                  <c:v>0.34210342170000002</c:v>
                </c:pt>
                <c:pt idx="1001">
                  <c:v>0.35306993129999997</c:v>
                </c:pt>
                <c:pt idx="1002">
                  <c:v>0.3632153273</c:v>
                </c:pt>
                <c:pt idx="1003">
                  <c:v>0.37228751180000003</c:v>
                </c:pt>
                <c:pt idx="1004">
                  <c:v>0.37985658649999998</c:v>
                </c:pt>
                <c:pt idx="1005">
                  <c:v>0.38509315249999998</c:v>
                </c:pt>
                <c:pt idx="1006">
                  <c:v>0.38819581269999998</c:v>
                </c:pt>
                <c:pt idx="1007">
                  <c:v>0.3882917166</c:v>
                </c:pt>
                <c:pt idx="1008">
                  <c:v>0.3860187531</c:v>
                </c:pt>
                <c:pt idx="1009">
                  <c:v>0.38147011400000003</c:v>
                </c:pt>
                <c:pt idx="1010">
                  <c:v>0.37521719930000003</c:v>
                </c:pt>
                <c:pt idx="1011">
                  <c:v>0.36737027760000002</c:v>
                </c:pt>
                <c:pt idx="1012">
                  <c:v>0.35892164710000002</c:v>
                </c:pt>
                <c:pt idx="1013">
                  <c:v>0.35001304750000001</c:v>
                </c:pt>
                <c:pt idx="1014">
                  <c:v>0.34127485749999997</c:v>
                </c:pt>
                <c:pt idx="1015">
                  <c:v>0.33282992239999998</c:v>
                </c:pt>
                <c:pt idx="1016">
                  <c:v>0.32479408380000002</c:v>
                </c:pt>
                <c:pt idx="1017">
                  <c:v>0.31711822750000002</c:v>
                </c:pt>
                <c:pt idx="1018">
                  <c:v>0.31014919279999997</c:v>
                </c:pt>
                <c:pt idx="1019">
                  <c:v>0.30327391619999999</c:v>
                </c:pt>
                <c:pt idx="1020">
                  <c:v>0.29662764069999997</c:v>
                </c:pt>
                <c:pt idx="1021">
                  <c:v>0.29050818090000002</c:v>
                </c:pt>
                <c:pt idx="1022">
                  <c:v>0.28458237650000001</c:v>
                </c:pt>
                <c:pt idx="1023">
                  <c:v>0.27900174259999999</c:v>
                </c:pt>
                <c:pt idx="1024">
                  <c:v>0.27317330239999998</c:v>
                </c:pt>
                <c:pt idx="1025">
                  <c:v>0.26782286170000003</c:v>
                </c:pt>
                <c:pt idx="1026">
                  <c:v>0.26249969010000002</c:v>
                </c:pt>
                <c:pt idx="1027">
                  <c:v>0.25741842390000003</c:v>
                </c:pt>
                <c:pt idx="1028">
                  <c:v>0.25247710940000001</c:v>
                </c:pt>
                <c:pt idx="1029">
                  <c:v>0.2474960685</c:v>
                </c:pt>
                <c:pt idx="1030">
                  <c:v>0.24303458629999999</c:v>
                </c:pt>
                <c:pt idx="1031">
                  <c:v>0.23851853610000001</c:v>
                </c:pt>
                <c:pt idx="1032">
                  <c:v>0.23465950790000001</c:v>
                </c:pt>
                <c:pt idx="1033">
                  <c:v>0.2309014797</c:v>
                </c:pt>
                <c:pt idx="1034">
                  <c:v>0.2274480015</c:v>
                </c:pt>
                <c:pt idx="1035">
                  <c:v>0.22469782830000001</c:v>
                </c:pt>
                <c:pt idx="1036">
                  <c:v>0.2219426632</c:v>
                </c:pt>
                <c:pt idx="1037">
                  <c:v>0.21986564989999999</c:v>
                </c:pt>
                <c:pt idx="1038">
                  <c:v>0.2180444151</c:v>
                </c:pt>
                <c:pt idx="1039">
                  <c:v>0.2167304605</c:v>
                </c:pt>
                <c:pt idx="1040">
                  <c:v>0.21563197670000001</c:v>
                </c:pt>
                <c:pt idx="1041">
                  <c:v>0.21476997440000001</c:v>
                </c:pt>
                <c:pt idx="1042">
                  <c:v>0.2142337114</c:v>
                </c:pt>
                <c:pt idx="1043">
                  <c:v>0.2137622535</c:v>
                </c:pt>
                <c:pt idx="1044">
                  <c:v>0.2133803219</c:v>
                </c:pt>
                <c:pt idx="1045">
                  <c:v>0.21292352680000001</c:v>
                </c:pt>
                <c:pt idx="1046">
                  <c:v>0.21210734549999999</c:v>
                </c:pt>
                <c:pt idx="1047">
                  <c:v>0.21131874619999999</c:v>
                </c:pt>
                <c:pt idx="1048">
                  <c:v>0.21003839369999999</c:v>
                </c:pt>
                <c:pt idx="1049">
                  <c:v>0.2084851861</c:v>
                </c:pt>
                <c:pt idx="1050">
                  <c:v>0.20651279389999999</c:v>
                </c:pt>
                <c:pt idx="1051">
                  <c:v>0.20007084310000001</c:v>
                </c:pt>
                <c:pt idx="1052">
                  <c:v>0.1975929588</c:v>
                </c:pt>
                <c:pt idx="1053">
                  <c:v>0.19529955090000001</c:v>
                </c:pt>
                <c:pt idx="1054">
                  <c:v>0.19182167950000001</c:v>
                </c:pt>
                <c:pt idx="1055">
                  <c:v>0.18868185579999999</c:v>
                </c:pt>
                <c:pt idx="1056">
                  <c:v>0.1850939989</c:v>
                </c:pt>
                <c:pt idx="1057">
                  <c:v>0.18152697379999999</c:v>
                </c:pt>
                <c:pt idx="1058">
                  <c:v>0.17708629370000001</c:v>
                </c:pt>
                <c:pt idx="1059">
                  <c:v>0.1724779159</c:v>
                </c:pt>
                <c:pt idx="1060">
                  <c:v>0.16758242249999999</c:v>
                </c:pt>
                <c:pt idx="1061">
                  <c:v>0.16263279319999999</c:v>
                </c:pt>
                <c:pt idx="1062">
                  <c:v>0.15763181449999999</c:v>
                </c:pt>
                <c:pt idx="1063">
                  <c:v>0.15189729630000001</c:v>
                </c:pt>
                <c:pt idx="1064">
                  <c:v>0.14681912959999999</c:v>
                </c:pt>
                <c:pt idx="1065">
                  <c:v>0.14099402729999999</c:v>
                </c:pt>
                <c:pt idx="1066">
                  <c:v>0.13531953099999999</c:v>
                </c:pt>
                <c:pt idx="1067">
                  <c:v>0.1295216978</c:v>
                </c:pt>
                <c:pt idx="1068">
                  <c:v>0.1245410368</c:v>
                </c:pt>
                <c:pt idx="1069">
                  <c:v>0.11914812769999999</c:v>
                </c:pt>
                <c:pt idx="1070">
                  <c:v>0.1150857732</c:v>
                </c:pt>
                <c:pt idx="1071">
                  <c:v>0.1109801084</c:v>
                </c:pt>
                <c:pt idx="1072">
                  <c:v>0.1085557714</c:v>
                </c:pt>
                <c:pt idx="1073">
                  <c:v>0.1067494527</c:v>
                </c:pt>
                <c:pt idx="1074">
                  <c:v>0.1061259881</c:v>
                </c:pt>
                <c:pt idx="1075">
                  <c:v>0.1060758829</c:v>
                </c:pt>
                <c:pt idx="1076">
                  <c:v>0.10748808830000001</c:v>
                </c:pt>
                <c:pt idx="1077">
                  <c:v>0.10992285609999999</c:v>
                </c:pt>
                <c:pt idx="1078">
                  <c:v>0.1121034026</c:v>
                </c:pt>
                <c:pt idx="1079">
                  <c:v>0.115042083</c:v>
                </c:pt>
                <c:pt idx="1080">
                  <c:v>0.1179992557</c:v>
                </c:pt>
                <c:pt idx="1081">
                  <c:v>0.12156975270000001</c:v>
                </c:pt>
                <c:pt idx="1082">
                  <c:v>0.1252434701</c:v>
                </c:pt>
                <c:pt idx="1083">
                  <c:v>0.12941288949999999</c:v>
                </c:pt>
                <c:pt idx="1084">
                  <c:v>0.1332739443</c:v>
                </c:pt>
                <c:pt idx="1085">
                  <c:v>0.1380286664</c:v>
                </c:pt>
                <c:pt idx="1086">
                  <c:v>0.14283128079999999</c:v>
                </c:pt>
                <c:pt idx="1087">
                  <c:v>0.14815405009999999</c:v>
                </c:pt>
                <c:pt idx="1088">
                  <c:v>0.15379349889999999</c:v>
                </c:pt>
                <c:pt idx="1089">
                  <c:v>0.1592341065</c:v>
                </c:pt>
                <c:pt idx="1090">
                  <c:v>0.16537675260000001</c:v>
                </c:pt>
                <c:pt idx="1091">
                  <c:v>0.17150245610000001</c:v>
                </c:pt>
                <c:pt idx="1092">
                  <c:v>0.17726925020000001</c:v>
                </c:pt>
                <c:pt idx="1093">
                  <c:v>0.18349258600000001</c:v>
                </c:pt>
                <c:pt idx="1094">
                  <c:v>0.18996633590000001</c:v>
                </c:pt>
                <c:pt idx="1095">
                  <c:v>0.19621196390000001</c:v>
                </c:pt>
                <c:pt idx="1096">
                  <c:v>0.20330519969999999</c:v>
                </c:pt>
                <c:pt idx="1097">
                  <c:v>0.21018885079999999</c:v>
                </c:pt>
                <c:pt idx="1098">
                  <c:v>0.21767178179999999</c:v>
                </c:pt>
                <c:pt idx="1099">
                  <c:v>0.22574555869999999</c:v>
                </c:pt>
                <c:pt idx="1100">
                  <c:v>0.2341617346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3A48-4BF6-8DE8-72583A291808}"/>
            </c:ext>
          </c:extLst>
        </c:ser>
        <c:ser>
          <c:idx val="6"/>
          <c:order val="6"/>
          <c:tx>
            <c:strRef>
              <c:f>'CG 20260720'!$J$1</c:f>
              <c:strCache>
                <c:ptCount val="1"/>
                <c:pt idx="0">
                  <c:v>CGCH-158C7</c:v>
                </c:pt>
              </c:strCache>
            </c:strRef>
          </c:tx>
          <c:spPr>
            <a:ln w="19050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20260720'!$J$2:$J$1103</c:f>
              <c:numCache>
                <c:formatCode>General</c:formatCode>
                <c:ptCount val="1102"/>
                <c:pt idx="0">
                  <c:v>0.1697383821</c:v>
                </c:pt>
                <c:pt idx="1">
                  <c:v>0.16955573860000001</c:v>
                </c:pt>
                <c:pt idx="2">
                  <c:v>0.1730308086</c:v>
                </c:pt>
                <c:pt idx="3">
                  <c:v>0.17247498040000001</c:v>
                </c:pt>
                <c:pt idx="4">
                  <c:v>0.1712213159</c:v>
                </c:pt>
                <c:pt idx="5">
                  <c:v>0.1703898311</c:v>
                </c:pt>
                <c:pt idx="6">
                  <c:v>0.17099878190000001</c:v>
                </c:pt>
                <c:pt idx="7">
                  <c:v>0.17223399880000001</c:v>
                </c:pt>
                <c:pt idx="8">
                  <c:v>0.17259852589999999</c:v>
                </c:pt>
                <c:pt idx="9">
                  <c:v>0.17320777479999999</c:v>
                </c:pt>
                <c:pt idx="10">
                  <c:v>0.1734382659</c:v>
                </c:pt>
                <c:pt idx="11">
                  <c:v>0.1745663583</c:v>
                </c:pt>
                <c:pt idx="12">
                  <c:v>0.1749594957</c:v>
                </c:pt>
                <c:pt idx="13">
                  <c:v>0.17568896710000001</c:v>
                </c:pt>
                <c:pt idx="14">
                  <c:v>0.17664553229999999</c:v>
                </c:pt>
                <c:pt idx="15">
                  <c:v>0.1773133576</c:v>
                </c:pt>
                <c:pt idx="16">
                  <c:v>0.19613376260000001</c:v>
                </c:pt>
                <c:pt idx="17">
                  <c:v>0.17858164009999999</c:v>
                </c:pt>
                <c:pt idx="18">
                  <c:v>0.17988061899999999</c:v>
                </c:pt>
                <c:pt idx="19">
                  <c:v>0.180178687</c:v>
                </c:pt>
                <c:pt idx="20">
                  <c:v>0.1810708791</c:v>
                </c:pt>
                <c:pt idx="21">
                  <c:v>0.18169067799999999</c:v>
                </c:pt>
                <c:pt idx="22">
                  <c:v>0.1795939654</c:v>
                </c:pt>
                <c:pt idx="23">
                  <c:v>0.15809774400000001</c:v>
                </c:pt>
                <c:pt idx="24">
                  <c:v>0.14277502889999999</c:v>
                </c:pt>
                <c:pt idx="25">
                  <c:v>0.1523249149</c:v>
                </c:pt>
                <c:pt idx="26">
                  <c:v>0.16799196599999999</c:v>
                </c:pt>
                <c:pt idx="27">
                  <c:v>0.17571240660000001</c:v>
                </c:pt>
                <c:pt idx="28">
                  <c:v>0.18050530549999999</c:v>
                </c:pt>
                <c:pt idx="29">
                  <c:v>0.18292701240000001</c:v>
                </c:pt>
                <c:pt idx="30">
                  <c:v>0.18437314029999999</c:v>
                </c:pt>
                <c:pt idx="31">
                  <c:v>0.18620499970000001</c:v>
                </c:pt>
                <c:pt idx="32">
                  <c:v>0.18659359219999999</c:v>
                </c:pt>
                <c:pt idx="33">
                  <c:v>0.18735694889999999</c:v>
                </c:pt>
                <c:pt idx="34">
                  <c:v>0.18841695789999999</c:v>
                </c:pt>
                <c:pt idx="35">
                  <c:v>0.18931613859999999</c:v>
                </c:pt>
                <c:pt idx="36">
                  <c:v>0.1903706342</c:v>
                </c:pt>
                <c:pt idx="37">
                  <c:v>0.19167196750000001</c:v>
                </c:pt>
                <c:pt idx="38">
                  <c:v>0.1928413212</c:v>
                </c:pt>
                <c:pt idx="39">
                  <c:v>0.1940063685</c:v>
                </c:pt>
                <c:pt idx="40">
                  <c:v>0.1954244077</c:v>
                </c:pt>
                <c:pt idx="41">
                  <c:v>0.19668374960000001</c:v>
                </c:pt>
                <c:pt idx="42">
                  <c:v>0.1979925334</c:v>
                </c:pt>
                <c:pt idx="43">
                  <c:v>0.19955684239999999</c:v>
                </c:pt>
                <c:pt idx="44">
                  <c:v>0.20114630459999999</c:v>
                </c:pt>
                <c:pt idx="45">
                  <c:v>0.20245937999999999</c:v>
                </c:pt>
                <c:pt idx="46">
                  <c:v>0.2037804574</c:v>
                </c:pt>
                <c:pt idx="47">
                  <c:v>0.20548093319999999</c:v>
                </c:pt>
                <c:pt idx="48">
                  <c:v>0.21477222439999999</c:v>
                </c:pt>
                <c:pt idx="49">
                  <c:v>0.21557931599999999</c:v>
                </c:pt>
                <c:pt idx="50">
                  <c:v>0.21320472660000001</c:v>
                </c:pt>
                <c:pt idx="51">
                  <c:v>0.21389181909999999</c:v>
                </c:pt>
                <c:pt idx="52">
                  <c:v>0.2151569575</c:v>
                </c:pt>
                <c:pt idx="53">
                  <c:v>0.21594582500000001</c:v>
                </c:pt>
                <c:pt idx="54">
                  <c:v>0.21781763430000001</c:v>
                </c:pt>
                <c:pt idx="55">
                  <c:v>0.2197679579</c:v>
                </c:pt>
                <c:pt idx="56">
                  <c:v>0.2217802703</c:v>
                </c:pt>
                <c:pt idx="57">
                  <c:v>0.22381173069999999</c:v>
                </c:pt>
                <c:pt idx="58">
                  <c:v>0.22577050330000001</c:v>
                </c:pt>
                <c:pt idx="59">
                  <c:v>0.22782081370000001</c:v>
                </c:pt>
                <c:pt idx="60">
                  <c:v>0.23000067469999999</c:v>
                </c:pt>
                <c:pt idx="61">
                  <c:v>0.23208959400000001</c:v>
                </c:pt>
                <c:pt idx="62">
                  <c:v>0.23441514369999999</c:v>
                </c:pt>
                <c:pt idx="63">
                  <c:v>0.23671035469999999</c:v>
                </c:pt>
                <c:pt idx="64">
                  <c:v>0.23896802959999999</c:v>
                </c:pt>
                <c:pt idx="65">
                  <c:v>0.24122765660000001</c:v>
                </c:pt>
                <c:pt idx="66">
                  <c:v>0.24373276529999999</c:v>
                </c:pt>
                <c:pt idx="67">
                  <c:v>0.24609808620000001</c:v>
                </c:pt>
                <c:pt idx="68">
                  <c:v>0.24868862329999999</c:v>
                </c:pt>
                <c:pt idx="69">
                  <c:v>0.25126165150000002</c:v>
                </c:pt>
                <c:pt idx="70">
                  <c:v>0.25379937889999998</c:v>
                </c:pt>
                <c:pt idx="71">
                  <c:v>0.25634416939999999</c:v>
                </c:pt>
                <c:pt idx="72">
                  <c:v>0.25911411639999998</c:v>
                </c:pt>
                <c:pt idx="73">
                  <c:v>0.26175346970000002</c:v>
                </c:pt>
                <c:pt idx="74">
                  <c:v>0.26472997669999998</c:v>
                </c:pt>
                <c:pt idx="75">
                  <c:v>0.2674828172</c:v>
                </c:pt>
                <c:pt idx="76">
                  <c:v>0.27055373789999998</c:v>
                </c:pt>
                <c:pt idx="77">
                  <c:v>0.27337118980000003</c:v>
                </c:pt>
                <c:pt idx="78">
                  <c:v>0.27651229500000002</c:v>
                </c:pt>
                <c:pt idx="79">
                  <c:v>0.27966547009999998</c:v>
                </c:pt>
                <c:pt idx="80">
                  <c:v>0.28286528589999999</c:v>
                </c:pt>
                <c:pt idx="81">
                  <c:v>0.28617769479999999</c:v>
                </c:pt>
                <c:pt idx="82">
                  <c:v>0.28948920970000003</c:v>
                </c:pt>
                <c:pt idx="83">
                  <c:v>0.29292702669999998</c:v>
                </c:pt>
                <c:pt idx="84">
                  <c:v>0.2964136302</c:v>
                </c:pt>
                <c:pt idx="85">
                  <c:v>0.29994568230000002</c:v>
                </c:pt>
                <c:pt idx="86">
                  <c:v>0.30343544480000001</c:v>
                </c:pt>
                <c:pt idx="87">
                  <c:v>0.30729052420000003</c:v>
                </c:pt>
                <c:pt idx="88">
                  <c:v>0.31109020110000002</c:v>
                </c:pt>
                <c:pt idx="89">
                  <c:v>0.31487557290000001</c:v>
                </c:pt>
                <c:pt idx="90">
                  <c:v>0.31892871859999999</c:v>
                </c:pt>
                <c:pt idx="91">
                  <c:v>0.32296296949999997</c:v>
                </c:pt>
                <c:pt idx="92">
                  <c:v>0.32696056369999998</c:v>
                </c:pt>
                <c:pt idx="93">
                  <c:v>0.33117726450000001</c:v>
                </c:pt>
                <c:pt idx="94">
                  <c:v>0.33548563720000002</c:v>
                </c:pt>
                <c:pt idx="95">
                  <c:v>0.33994483949999998</c:v>
                </c:pt>
                <c:pt idx="96">
                  <c:v>0.34441372749999999</c:v>
                </c:pt>
                <c:pt idx="97">
                  <c:v>0.3489066958</c:v>
                </c:pt>
                <c:pt idx="98">
                  <c:v>0.35362571479999999</c:v>
                </c:pt>
                <c:pt idx="99">
                  <c:v>0.35830202700000002</c:v>
                </c:pt>
                <c:pt idx="100">
                  <c:v>0.36327889559999998</c:v>
                </c:pt>
                <c:pt idx="101">
                  <c:v>0.36832278969999999</c:v>
                </c:pt>
                <c:pt idx="102">
                  <c:v>0.37333586810000002</c:v>
                </c:pt>
                <c:pt idx="103">
                  <c:v>0.37866407629999999</c:v>
                </c:pt>
                <c:pt idx="104">
                  <c:v>0.38388624789999998</c:v>
                </c:pt>
                <c:pt idx="105">
                  <c:v>0.38922500609999999</c:v>
                </c:pt>
                <c:pt idx="106">
                  <c:v>0.39494782690000002</c:v>
                </c:pt>
                <c:pt idx="107">
                  <c:v>0.40064448120000001</c:v>
                </c:pt>
                <c:pt idx="108">
                  <c:v>0.40637192129999999</c:v>
                </c:pt>
                <c:pt idx="109">
                  <c:v>0.4122587144</c:v>
                </c:pt>
                <c:pt idx="110">
                  <c:v>0.41823345420000002</c:v>
                </c:pt>
                <c:pt idx="111">
                  <c:v>0.4243077636</c:v>
                </c:pt>
                <c:pt idx="112">
                  <c:v>0.43060871960000002</c:v>
                </c:pt>
                <c:pt idx="113">
                  <c:v>0.43714436890000002</c:v>
                </c:pt>
                <c:pt idx="114">
                  <c:v>0.44388654830000002</c:v>
                </c:pt>
                <c:pt idx="115">
                  <c:v>0.45040473339999998</c:v>
                </c:pt>
                <c:pt idx="116">
                  <c:v>0.4573735297</c:v>
                </c:pt>
                <c:pt idx="117">
                  <c:v>0.46434253450000001</c:v>
                </c:pt>
                <c:pt idx="118">
                  <c:v>0.47134032850000002</c:v>
                </c:pt>
                <c:pt idx="119">
                  <c:v>0.49279087780000003</c:v>
                </c:pt>
                <c:pt idx="120">
                  <c:v>0.49344515799999999</c:v>
                </c:pt>
                <c:pt idx="121">
                  <c:v>0.49468329550000001</c:v>
                </c:pt>
                <c:pt idx="122">
                  <c:v>0.50211071969999999</c:v>
                </c:pt>
                <c:pt idx="123">
                  <c:v>0.50994098190000003</c:v>
                </c:pt>
                <c:pt idx="124">
                  <c:v>0.51799935100000005</c:v>
                </c:pt>
                <c:pt idx="125">
                  <c:v>0.52630907299999996</c:v>
                </c:pt>
                <c:pt idx="126">
                  <c:v>0.53522193429999998</c:v>
                </c:pt>
                <c:pt idx="127">
                  <c:v>0.54380279779999996</c:v>
                </c:pt>
                <c:pt idx="128">
                  <c:v>0.55266535279999995</c:v>
                </c:pt>
                <c:pt idx="129">
                  <c:v>0.56173938509999999</c:v>
                </c:pt>
                <c:pt idx="130">
                  <c:v>0.57097768780000002</c:v>
                </c:pt>
                <c:pt idx="131">
                  <c:v>0.58024519679999997</c:v>
                </c:pt>
                <c:pt idx="132">
                  <c:v>0.59018290039999999</c:v>
                </c:pt>
                <c:pt idx="133">
                  <c:v>0.60032981630000004</c:v>
                </c:pt>
                <c:pt idx="134">
                  <c:v>0.61022061110000003</c:v>
                </c:pt>
                <c:pt idx="135">
                  <c:v>0.62060803170000001</c:v>
                </c:pt>
                <c:pt idx="136">
                  <c:v>0.63113707299999999</c:v>
                </c:pt>
                <c:pt idx="137">
                  <c:v>0.64173644780000005</c:v>
                </c:pt>
                <c:pt idx="138">
                  <c:v>0.65287321809999999</c:v>
                </c:pt>
                <c:pt idx="139">
                  <c:v>0.66421914100000001</c:v>
                </c:pt>
                <c:pt idx="140">
                  <c:v>0.67561382059999997</c:v>
                </c:pt>
                <c:pt idx="141">
                  <c:v>0.68714088200000001</c:v>
                </c:pt>
                <c:pt idx="142">
                  <c:v>0.69918823240000005</c:v>
                </c:pt>
                <c:pt idx="143">
                  <c:v>0.71104949709999998</c:v>
                </c:pt>
                <c:pt idx="144">
                  <c:v>0.72351378200000005</c:v>
                </c:pt>
                <c:pt idx="145">
                  <c:v>0.73653793329999995</c:v>
                </c:pt>
                <c:pt idx="146">
                  <c:v>0.74945914749999998</c:v>
                </c:pt>
                <c:pt idx="147">
                  <c:v>0.76238381860000004</c:v>
                </c:pt>
                <c:pt idx="148">
                  <c:v>0.78661817310000004</c:v>
                </c:pt>
                <c:pt idx="149">
                  <c:v>0.78945285080000005</c:v>
                </c:pt>
                <c:pt idx="150">
                  <c:v>0.80316698549999999</c:v>
                </c:pt>
                <c:pt idx="151">
                  <c:v>0.81744962929999998</c:v>
                </c:pt>
                <c:pt idx="152">
                  <c:v>0.83189660310000002</c:v>
                </c:pt>
                <c:pt idx="153">
                  <c:v>0.84634333849999999</c:v>
                </c:pt>
                <c:pt idx="154">
                  <c:v>0.86124998330000002</c:v>
                </c:pt>
                <c:pt idx="155">
                  <c:v>0.87608575820000001</c:v>
                </c:pt>
                <c:pt idx="156">
                  <c:v>0.89140325779999996</c:v>
                </c:pt>
                <c:pt idx="157">
                  <c:v>0.90704625839999997</c:v>
                </c:pt>
                <c:pt idx="158">
                  <c:v>0.92299294470000004</c:v>
                </c:pt>
                <c:pt idx="159">
                  <c:v>0.93914878369999999</c:v>
                </c:pt>
                <c:pt idx="160">
                  <c:v>0.95548278090000005</c:v>
                </c:pt>
                <c:pt idx="161">
                  <c:v>0.97183185819999995</c:v>
                </c:pt>
                <c:pt idx="162">
                  <c:v>0.98868566749999998</c:v>
                </c:pt>
                <c:pt idx="163">
                  <c:v>1.005467415</c:v>
                </c:pt>
                <c:pt idx="164">
                  <c:v>1.0228046180000001</c:v>
                </c:pt>
                <c:pt idx="165">
                  <c:v>1.0404815670000001</c:v>
                </c:pt>
                <c:pt idx="166">
                  <c:v>1.0580631490000001</c:v>
                </c:pt>
                <c:pt idx="167">
                  <c:v>1.0924198629999999</c:v>
                </c:pt>
                <c:pt idx="168">
                  <c:v>1.0945664639999999</c:v>
                </c:pt>
                <c:pt idx="169">
                  <c:v>1.111743331</c:v>
                </c:pt>
                <c:pt idx="170">
                  <c:v>1.130673885</c:v>
                </c:pt>
                <c:pt idx="171">
                  <c:v>1.14958322</c:v>
                </c:pt>
                <c:pt idx="172">
                  <c:v>1.16817522</c:v>
                </c:pt>
                <c:pt idx="173">
                  <c:v>1.187371612</c:v>
                </c:pt>
                <c:pt idx="174">
                  <c:v>1.2062683110000001</c:v>
                </c:pt>
                <c:pt idx="175">
                  <c:v>1.225196838</c:v>
                </c:pt>
                <c:pt idx="176">
                  <c:v>1.2443280219999999</c:v>
                </c:pt>
                <c:pt idx="177">
                  <c:v>1.2640832660000001</c:v>
                </c:pt>
                <c:pt idx="178">
                  <c:v>1.2838220600000001</c:v>
                </c:pt>
                <c:pt idx="179">
                  <c:v>1.3032443520000001</c:v>
                </c:pt>
                <c:pt idx="180">
                  <c:v>1.3230890040000001</c:v>
                </c:pt>
                <c:pt idx="181">
                  <c:v>1.3425921199999999</c:v>
                </c:pt>
                <c:pt idx="182">
                  <c:v>1.361611605</c:v>
                </c:pt>
                <c:pt idx="183">
                  <c:v>1.3934724329999999</c:v>
                </c:pt>
                <c:pt idx="184">
                  <c:v>1.4023079869999999</c:v>
                </c:pt>
                <c:pt idx="185">
                  <c:v>1.421150804</c:v>
                </c:pt>
                <c:pt idx="186">
                  <c:v>1.4416837689999999</c:v>
                </c:pt>
                <c:pt idx="187">
                  <c:v>1.461123824</c:v>
                </c:pt>
                <c:pt idx="188">
                  <c:v>1.480873823</c:v>
                </c:pt>
                <c:pt idx="189">
                  <c:v>1.500595093</c:v>
                </c:pt>
                <c:pt idx="190">
                  <c:v>1.519784212</c:v>
                </c:pt>
                <c:pt idx="191">
                  <c:v>1.5395157340000001</c:v>
                </c:pt>
                <c:pt idx="192">
                  <c:v>1.5582672360000001</c:v>
                </c:pt>
                <c:pt idx="193">
                  <c:v>1.5779664520000001</c:v>
                </c:pt>
                <c:pt idx="194">
                  <c:v>1.595976353</c:v>
                </c:pt>
                <c:pt idx="195">
                  <c:v>1.6149034499999999</c:v>
                </c:pt>
                <c:pt idx="196">
                  <c:v>1.6334139110000001</c:v>
                </c:pt>
                <c:pt idx="197">
                  <c:v>1.6517171859999999</c:v>
                </c:pt>
                <c:pt idx="198">
                  <c:v>1.668726921</c:v>
                </c:pt>
                <c:pt idx="199">
                  <c:v>1.6865228409999999</c:v>
                </c:pt>
                <c:pt idx="200">
                  <c:v>1.7033904790000001</c:v>
                </c:pt>
                <c:pt idx="201">
                  <c:v>1.7203931809999999</c:v>
                </c:pt>
                <c:pt idx="202">
                  <c:v>1.736710668</c:v>
                </c:pt>
                <c:pt idx="203">
                  <c:v>1.7523064610000001</c:v>
                </c:pt>
                <c:pt idx="204">
                  <c:v>1.7677587269999999</c:v>
                </c:pt>
                <c:pt idx="205">
                  <c:v>1.783048153</c:v>
                </c:pt>
                <c:pt idx="206">
                  <c:v>1.797148228</c:v>
                </c:pt>
                <c:pt idx="207">
                  <c:v>1.811746716</c:v>
                </c:pt>
                <c:pt idx="208">
                  <c:v>1.8256162410000001</c:v>
                </c:pt>
                <c:pt idx="209">
                  <c:v>1.838045478</c:v>
                </c:pt>
                <c:pt idx="210">
                  <c:v>1.851228833</c:v>
                </c:pt>
                <c:pt idx="211">
                  <c:v>1.8637019399999999</c:v>
                </c:pt>
                <c:pt idx="212">
                  <c:v>1.873795509</c:v>
                </c:pt>
                <c:pt idx="213">
                  <c:v>1.884948015</c:v>
                </c:pt>
                <c:pt idx="214">
                  <c:v>1.894095182</c:v>
                </c:pt>
                <c:pt idx="215">
                  <c:v>1.9048858879999999</c:v>
                </c:pt>
                <c:pt idx="216">
                  <c:v>1.9150615929999999</c:v>
                </c:pt>
                <c:pt idx="217">
                  <c:v>1.9205218550000001</c:v>
                </c:pt>
                <c:pt idx="218">
                  <c:v>1.9296511409999999</c:v>
                </c:pt>
                <c:pt idx="219">
                  <c:v>1.9365770819999999</c:v>
                </c:pt>
                <c:pt idx="220">
                  <c:v>1.943313479</c:v>
                </c:pt>
                <c:pt idx="221">
                  <c:v>1.9490662809999999</c:v>
                </c:pt>
                <c:pt idx="222">
                  <c:v>1.9525527949999999</c:v>
                </c:pt>
                <c:pt idx="223">
                  <c:v>1.9572168590000001</c:v>
                </c:pt>
                <c:pt idx="224">
                  <c:v>1.9612123969999999</c:v>
                </c:pt>
                <c:pt idx="225">
                  <c:v>1.96274817</c:v>
                </c:pt>
                <c:pt idx="226">
                  <c:v>1.966560125</c:v>
                </c:pt>
                <c:pt idx="227">
                  <c:v>1.966814399</c:v>
                </c:pt>
                <c:pt idx="228">
                  <c:v>1.967582226</c:v>
                </c:pt>
                <c:pt idx="229">
                  <c:v>1.9675269129999999</c:v>
                </c:pt>
                <c:pt idx="230">
                  <c:v>1.964963794</c:v>
                </c:pt>
                <c:pt idx="231">
                  <c:v>1.964902878</c:v>
                </c:pt>
                <c:pt idx="232">
                  <c:v>1.9613715410000001</c:v>
                </c:pt>
                <c:pt idx="233">
                  <c:v>1.9594646689999999</c:v>
                </c:pt>
                <c:pt idx="234">
                  <c:v>1.95491612</c:v>
                </c:pt>
                <c:pt idx="235">
                  <c:v>1.949362397</c:v>
                </c:pt>
                <c:pt idx="236">
                  <c:v>1.9444748160000001</c:v>
                </c:pt>
                <c:pt idx="237">
                  <c:v>1.9384721519999999</c:v>
                </c:pt>
                <c:pt idx="238">
                  <c:v>1.9312700030000001</c:v>
                </c:pt>
                <c:pt idx="239">
                  <c:v>1.92349422</c:v>
                </c:pt>
                <c:pt idx="240">
                  <c:v>1.916958451</c:v>
                </c:pt>
                <c:pt idx="241">
                  <c:v>1.90884316</c:v>
                </c:pt>
                <c:pt idx="242">
                  <c:v>1.8997801540000001</c:v>
                </c:pt>
                <c:pt idx="243">
                  <c:v>1.889613867</c:v>
                </c:pt>
                <c:pt idx="244">
                  <c:v>1.8776541950000001</c:v>
                </c:pt>
                <c:pt idx="245">
                  <c:v>1.867616057</c:v>
                </c:pt>
                <c:pt idx="246">
                  <c:v>1.8561288119999999</c:v>
                </c:pt>
                <c:pt idx="247">
                  <c:v>1.843548298</c:v>
                </c:pt>
                <c:pt idx="248">
                  <c:v>1.829603672</c:v>
                </c:pt>
                <c:pt idx="249">
                  <c:v>1.8175072670000001</c:v>
                </c:pt>
                <c:pt idx="250">
                  <c:v>1.804331541</c:v>
                </c:pt>
                <c:pt idx="251">
                  <c:v>1.7900819779999999</c:v>
                </c:pt>
                <c:pt idx="252">
                  <c:v>1.77533567</c:v>
                </c:pt>
                <c:pt idx="253">
                  <c:v>1.760351539</c:v>
                </c:pt>
                <c:pt idx="254">
                  <c:v>1.7441067699999999</c:v>
                </c:pt>
                <c:pt idx="255">
                  <c:v>1.729747057</c:v>
                </c:pt>
                <c:pt idx="256">
                  <c:v>1.712632895</c:v>
                </c:pt>
                <c:pt idx="257">
                  <c:v>1.69626236</c:v>
                </c:pt>
                <c:pt idx="258">
                  <c:v>1.6792967320000001</c:v>
                </c:pt>
                <c:pt idx="259">
                  <c:v>1.6620440480000001</c:v>
                </c:pt>
                <c:pt idx="260">
                  <c:v>1.6440019610000001</c:v>
                </c:pt>
                <c:pt idx="261">
                  <c:v>1.627349377</c:v>
                </c:pt>
                <c:pt idx="262">
                  <c:v>1.6097701790000001</c:v>
                </c:pt>
                <c:pt idx="263">
                  <c:v>1.5917576550000001</c:v>
                </c:pt>
                <c:pt idx="264">
                  <c:v>1.5747063160000001</c:v>
                </c:pt>
                <c:pt idx="265">
                  <c:v>1.5566897390000001</c:v>
                </c:pt>
                <c:pt idx="266">
                  <c:v>1.5382622480000001</c:v>
                </c:pt>
                <c:pt idx="267">
                  <c:v>1.5199772119999999</c:v>
                </c:pt>
                <c:pt idx="268">
                  <c:v>1.502756</c:v>
                </c:pt>
                <c:pt idx="269">
                  <c:v>1.483938813</c:v>
                </c:pt>
                <c:pt idx="270">
                  <c:v>1.4656089539999999</c:v>
                </c:pt>
                <c:pt idx="271">
                  <c:v>1.4476321940000001</c:v>
                </c:pt>
                <c:pt idx="272">
                  <c:v>1.4310717580000001</c:v>
                </c:pt>
                <c:pt idx="273">
                  <c:v>1.424414158</c:v>
                </c:pt>
                <c:pt idx="274">
                  <c:v>1.3918130399999999</c:v>
                </c:pt>
                <c:pt idx="275">
                  <c:v>1.372816563</c:v>
                </c:pt>
                <c:pt idx="276">
                  <c:v>1.354491949</c:v>
                </c:pt>
                <c:pt idx="277">
                  <c:v>1.336502552</c:v>
                </c:pt>
                <c:pt idx="278">
                  <c:v>1.317988634</c:v>
                </c:pt>
                <c:pt idx="279">
                  <c:v>1.2998441460000001</c:v>
                </c:pt>
                <c:pt idx="280">
                  <c:v>1.281899452</c:v>
                </c:pt>
                <c:pt idx="281">
                  <c:v>1.264064431</c:v>
                </c:pt>
                <c:pt idx="282">
                  <c:v>1.2466155290000001</c:v>
                </c:pt>
                <c:pt idx="283">
                  <c:v>1.22898829</c:v>
                </c:pt>
                <c:pt idx="284">
                  <c:v>1.211824894</c:v>
                </c:pt>
                <c:pt idx="285">
                  <c:v>1.194302201</c:v>
                </c:pt>
                <c:pt idx="286">
                  <c:v>1.1769635679999999</c:v>
                </c:pt>
                <c:pt idx="287">
                  <c:v>1.1601678129999999</c:v>
                </c:pt>
                <c:pt idx="288">
                  <c:v>1.1434041260000001</c:v>
                </c:pt>
                <c:pt idx="289">
                  <c:v>1.1270626779999999</c:v>
                </c:pt>
                <c:pt idx="290">
                  <c:v>1.1115357880000001</c:v>
                </c:pt>
                <c:pt idx="291">
                  <c:v>1.1090704199999999</c:v>
                </c:pt>
                <c:pt idx="292">
                  <c:v>1.078003764</c:v>
                </c:pt>
                <c:pt idx="293">
                  <c:v>1.0621098280000001</c:v>
                </c:pt>
                <c:pt idx="294">
                  <c:v>1.0464872119999999</c:v>
                </c:pt>
                <c:pt idx="295">
                  <c:v>1.0314081909999999</c:v>
                </c:pt>
                <c:pt idx="296">
                  <c:v>1.016396761</c:v>
                </c:pt>
                <c:pt idx="297">
                  <c:v>1.001311421</c:v>
                </c:pt>
                <c:pt idx="298">
                  <c:v>0.98641878370000002</c:v>
                </c:pt>
                <c:pt idx="299">
                  <c:v>0.97162789110000003</c:v>
                </c:pt>
                <c:pt idx="300">
                  <c:v>0.95742827649999995</c:v>
                </c:pt>
                <c:pt idx="301">
                  <c:v>0.94324350359999998</c:v>
                </c:pt>
                <c:pt idx="302">
                  <c:v>0.9293363094</c:v>
                </c:pt>
                <c:pt idx="303">
                  <c:v>0.91598558429999999</c:v>
                </c:pt>
                <c:pt idx="304">
                  <c:v>0.90186995270000003</c:v>
                </c:pt>
                <c:pt idx="305">
                  <c:v>0.88863235709999999</c:v>
                </c:pt>
                <c:pt idx="306">
                  <c:v>0.87578624490000001</c:v>
                </c:pt>
                <c:pt idx="307">
                  <c:v>0.86281299590000005</c:v>
                </c:pt>
                <c:pt idx="308">
                  <c:v>0.85025411839999998</c:v>
                </c:pt>
                <c:pt idx="309">
                  <c:v>0.83790338040000001</c:v>
                </c:pt>
                <c:pt idx="310">
                  <c:v>0.82564419509999998</c:v>
                </c:pt>
                <c:pt idx="311">
                  <c:v>0.81326097249999996</c:v>
                </c:pt>
                <c:pt idx="312">
                  <c:v>0.80337113140000005</c:v>
                </c:pt>
                <c:pt idx="313">
                  <c:v>0.80136537549999998</c:v>
                </c:pt>
                <c:pt idx="314">
                  <c:v>0.77842569350000002</c:v>
                </c:pt>
                <c:pt idx="315">
                  <c:v>0.76742911339999997</c:v>
                </c:pt>
                <c:pt idx="316">
                  <c:v>0.75643360609999999</c:v>
                </c:pt>
                <c:pt idx="317">
                  <c:v>0.74513745310000001</c:v>
                </c:pt>
                <c:pt idx="318">
                  <c:v>0.73445248600000002</c:v>
                </c:pt>
                <c:pt idx="319">
                  <c:v>0.7240611911</c:v>
                </c:pt>
                <c:pt idx="320">
                  <c:v>0.71365058420000005</c:v>
                </c:pt>
                <c:pt idx="321">
                  <c:v>0.70367187259999997</c:v>
                </c:pt>
                <c:pt idx="322">
                  <c:v>0.69409948590000003</c:v>
                </c:pt>
                <c:pt idx="323">
                  <c:v>0.68386799099999995</c:v>
                </c:pt>
                <c:pt idx="324">
                  <c:v>0.67434859280000004</c:v>
                </c:pt>
                <c:pt idx="325">
                  <c:v>0.66503500940000004</c:v>
                </c:pt>
                <c:pt idx="326">
                  <c:v>0.65576028819999999</c:v>
                </c:pt>
                <c:pt idx="327">
                  <c:v>0.64688175920000002</c:v>
                </c:pt>
                <c:pt idx="328">
                  <c:v>0.63796138759999999</c:v>
                </c:pt>
                <c:pt idx="329">
                  <c:v>0.6290889382</c:v>
                </c:pt>
                <c:pt idx="330">
                  <c:v>0.62053889039999999</c:v>
                </c:pt>
                <c:pt idx="331">
                  <c:v>0.6119750142</c:v>
                </c:pt>
                <c:pt idx="332">
                  <c:v>0.60371959210000004</c:v>
                </c:pt>
                <c:pt idx="333">
                  <c:v>0.59557449819999997</c:v>
                </c:pt>
                <c:pt idx="334">
                  <c:v>0.58761441709999995</c:v>
                </c:pt>
                <c:pt idx="335">
                  <c:v>0.57984381910000005</c:v>
                </c:pt>
                <c:pt idx="336">
                  <c:v>0.57204210759999996</c:v>
                </c:pt>
                <c:pt idx="337">
                  <c:v>0.56426483390000004</c:v>
                </c:pt>
                <c:pt idx="338">
                  <c:v>0.55703127379999995</c:v>
                </c:pt>
                <c:pt idx="339">
                  <c:v>0.54966783519999995</c:v>
                </c:pt>
                <c:pt idx="340">
                  <c:v>0.54250031710000002</c:v>
                </c:pt>
                <c:pt idx="341">
                  <c:v>0.53551506999999998</c:v>
                </c:pt>
                <c:pt idx="342">
                  <c:v>0.52861636879999996</c:v>
                </c:pt>
                <c:pt idx="343">
                  <c:v>0.52150768039999995</c:v>
                </c:pt>
                <c:pt idx="344">
                  <c:v>0.51499181989999998</c:v>
                </c:pt>
                <c:pt idx="345">
                  <c:v>0.50828778740000002</c:v>
                </c:pt>
                <c:pt idx="346">
                  <c:v>0.50201779599999996</c:v>
                </c:pt>
                <c:pt idx="347">
                  <c:v>0.49565055969999999</c:v>
                </c:pt>
                <c:pt idx="348">
                  <c:v>0.4923278391</c:v>
                </c:pt>
                <c:pt idx="349">
                  <c:v>0.49197268490000001</c:v>
                </c:pt>
                <c:pt idx="350">
                  <c:v>0.4913228154</c:v>
                </c:pt>
                <c:pt idx="351">
                  <c:v>0.47142514590000001</c:v>
                </c:pt>
                <c:pt idx="352">
                  <c:v>0.46564123029999999</c:v>
                </c:pt>
                <c:pt idx="353">
                  <c:v>0.4599466324</c:v>
                </c:pt>
                <c:pt idx="354">
                  <c:v>0.45455202459999999</c:v>
                </c:pt>
                <c:pt idx="355">
                  <c:v>0.44892048839999998</c:v>
                </c:pt>
                <c:pt idx="356">
                  <c:v>0.44342181089999999</c:v>
                </c:pt>
                <c:pt idx="357">
                  <c:v>0.43845447900000001</c:v>
                </c:pt>
                <c:pt idx="358">
                  <c:v>0.4331066012</c:v>
                </c:pt>
                <c:pt idx="359">
                  <c:v>0.42803603410000002</c:v>
                </c:pt>
                <c:pt idx="360">
                  <c:v>0.42330589889999998</c:v>
                </c:pt>
                <c:pt idx="361">
                  <c:v>0.41826158759999998</c:v>
                </c:pt>
                <c:pt idx="362">
                  <c:v>0.41333585979999998</c:v>
                </c:pt>
                <c:pt idx="363">
                  <c:v>0.40877324339999999</c:v>
                </c:pt>
                <c:pt idx="364">
                  <c:v>0.40406212209999998</c:v>
                </c:pt>
                <c:pt idx="365">
                  <c:v>0.39956888559999998</c:v>
                </c:pt>
                <c:pt idx="366">
                  <c:v>0.39519011970000001</c:v>
                </c:pt>
                <c:pt idx="367">
                  <c:v>0.39090472459999998</c:v>
                </c:pt>
                <c:pt idx="368">
                  <c:v>0.38650971649999999</c:v>
                </c:pt>
                <c:pt idx="369">
                  <c:v>0.38228586320000002</c:v>
                </c:pt>
                <c:pt idx="370">
                  <c:v>0.37818068269999999</c:v>
                </c:pt>
                <c:pt idx="371">
                  <c:v>0.37416291239999999</c:v>
                </c:pt>
                <c:pt idx="372">
                  <c:v>0.37022235990000002</c:v>
                </c:pt>
                <c:pt idx="373">
                  <c:v>0.36642441149999999</c:v>
                </c:pt>
                <c:pt idx="374">
                  <c:v>0.3624860942</c:v>
                </c:pt>
                <c:pt idx="375">
                  <c:v>0.35867580770000002</c:v>
                </c:pt>
                <c:pt idx="376">
                  <c:v>0.35504648090000002</c:v>
                </c:pt>
                <c:pt idx="377">
                  <c:v>0.35145872830000002</c:v>
                </c:pt>
                <c:pt idx="378">
                  <c:v>0.34793180229999998</c:v>
                </c:pt>
                <c:pt idx="379">
                  <c:v>0.34451133010000001</c:v>
                </c:pt>
                <c:pt idx="380">
                  <c:v>0.3411055207</c:v>
                </c:pt>
                <c:pt idx="381">
                  <c:v>0.33769595619999998</c:v>
                </c:pt>
                <c:pt idx="382">
                  <c:v>0.33434438709999997</c:v>
                </c:pt>
                <c:pt idx="383">
                  <c:v>0.33121362329999998</c:v>
                </c:pt>
                <c:pt idx="384">
                  <c:v>0.32807186249999998</c:v>
                </c:pt>
                <c:pt idx="385">
                  <c:v>0.32503610849999998</c:v>
                </c:pt>
                <c:pt idx="386">
                  <c:v>0.3220921457</c:v>
                </c:pt>
                <c:pt idx="387">
                  <c:v>0.31891822809999998</c:v>
                </c:pt>
                <c:pt idx="388">
                  <c:v>0.31599658730000002</c:v>
                </c:pt>
                <c:pt idx="389">
                  <c:v>0.31319367889999999</c:v>
                </c:pt>
                <c:pt idx="390">
                  <c:v>0.3103891909</c:v>
                </c:pt>
                <c:pt idx="391">
                  <c:v>0.30764672160000001</c:v>
                </c:pt>
                <c:pt idx="392">
                  <c:v>0.30497699979999998</c:v>
                </c:pt>
                <c:pt idx="393">
                  <c:v>0.30221477149999998</c:v>
                </c:pt>
                <c:pt idx="394">
                  <c:v>0.29958754780000002</c:v>
                </c:pt>
                <c:pt idx="395">
                  <c:v>0.29712709780000002</c:v>
                </c:pt>
                <c:pt idx="396">
                  <c:v>0.29454255099999999</c:v>
                </c:pt>
                <c:pt idx="397">
                  <c:v>0.29208680990000002</c:v>
                </c:pt>
                <c:pt idx="398">
                  <c:v>0.28963434700000001</c:v>
                </c:pt>
                <c:pt idx="399">
                  <c:v>0.28727975490000002</c:v>
                </c:pt>
                <c:pt idx="400">
                  <c:v>0.28483495120000002</c:v>
                </c:pt>
                <c:pt idx="401">
                  <c:v>0.2825405896</c:v>
                </c:pt>
                <c:pt idx="402">
                  <c:v>0.2803512514</c:v>
                </c:pt>
                <c:pt idx="403">
                  <c:v>0.27812173959999997</c:v>
                </c:pt>
                <c:pt idx="404">
                  <c:v>0.27589195970000002</c:v>
                </c:pt>
                <c:pt idx="405">
                  <c:v>0.27373310919999999</c:v>
                </c:pt>
                <c:pt idx="406">
                  <c:v>0.27162137629999999</c:v>
                </c:pt>
                <c:pt idx="407">
                  <c:v>0.26950877899999998</c:v>
                </c:pt>
                <c:pt idx="408">
                  <c:v>0.2674773037</c:v>
                </c:pt>
                <c:pt idx="409">
                  <c:v>0.26545935869999998</c:v>
                </c:pt>
                <c:pt idx="410">
                  <c:v>0.26337113979999999</c:v>
                </c:pt>
                <c:pt idx="411">
                  <c:v>0.26150882240000001</c:v>
                </c:pt>
                <c:pt idx="412">
                  <c:v>0.25956448910000002</c:v>
                </c:pt>
                <c:pt idx="413">
                  <c:v>0.2576344907</c:v>
                </c:pt>
                <c:pt idx="414">
                  <c:v>0.25577515360000003</c:v>
                </c:pt>
                <c:pt idx="415">
                  <c:v>0.25384730100000003</c:v>
                </c:pt>
                <c:pt idx="416">
                  <c:v>0.25211086869999999</c:v>
                </c:pt>
                <c:pt idx="417">
                  <c:v>0.25024941560000002</c:v>
                </c:pt>
                <c:pt idx="418">
                  <c:v>0.24846783280000001</c:v>
                </c:pt>
                <c:pt idx="419">
                  <c:v>0.24664227659999999</c:v>
                </c:pt>
                <c:pt idx="420">
                  <c:v>0.244865939</c:v>
                </c:pt>
                <c:pt idx="421">
                  <c:v>0.2432467341</c:v>
                </c:pt>
                <c:pt idx="422">
                  <c:v>0.24152076240000001</c:v>
                </c:pt>
                <c:pt idx="423">
                  <c:v>0.2398586422</c:v>
                </c:pt>
                <c:pt idx="424">
                  <c:v>0.2382703722</c:v>
                </c:pt>
                <c:pt idx="425">
                  <c:v>0.23659487069999999</c:v>
                </c:pt>
                <c:pt idx="426">
                  <c:v>0.23496218029999999</c:v>
                </c:pt>
                <c:pt idx="427">
                  <c:v>0.2333758175</c:v>
                </c:pt>
                <c:pt idx="428">
                  <c:v>0.2318102121</c:v>
                </c:pt>
                <c:pt idx="429">
                  <c:v>0.2302434891</c:v>
                </c:pt>
                <c:pt idx="430">
                  <c:v>0.2287754565</c:v>
                </c:pt>
                <c:pt idx="431">
                  <c:v>0.2272121459</c:v>
                </c:pt>
                <c:pt idx="432">
                  <c:v>0.22567760940000001</c:v>
                </c:pt>
                <c:pt idx="433">
                  <c:v>0.2242657244</c:v>
                </c:pt>
                <c:pt idx="434">
                  <c:v>0.2227078676</c:v>
                </c:pt>
                <c:pt idx="435">
                  <c:v>0.22133260969999999</c:v>
                </c:pt>
                <c:pt idx="436">
                  <c:v>0.21985414619999999</c:v>
                </c:pt>
                <c:pt idx="437">
                  <c:v>0.2184658796</c:v>
                </c:pt>
                <c:pt idx="438">
                  <c:v>0.21702873710000001</c:v>
                </c:pt>
                <c:pt idx="439">
                  <c:v>0.21559220549999999</c:v>
                </c:pt>
                <c:pt idx="440">
                  <c:v>0.21431702380000001</c:v>
                </c:pt>
                <c:pt idx="441">
                  <c:v>0.2128462642</c:v>
                </c:pt>
                <c:pt idx="442">
                  <c:v>0.21145869789999999</c:v>
                </c:pt>
                <c:pt idx="443">
                  <c:v>0.2101401389</c:v>
                </c:pt>
                <c:pt idx="444">
                  <c:v>0.20878775420000001</c:v>
                </c:pt>
                <c:pt idx="445">
                  <c:v>0.20738002659999999</c:v>
                </c:pt>
                <c:pt idx="446">
                  <c:v>0.20612685380000001</c:v>
                </c:pt>
                <c:pt idx="447">
                  <c:v>0.20479391520000001</c:v>
                </c:pt>
                <c:pt idx="448">
                  <c:v>0.20356066519999999</c:v>
                </c:pt>
                <c:pt idx="449">
                  <c:v>0.2022805959</c:v>
                </c:pt>
                <c:pt idx="450">
                  <c:v>0.2010746896</c:v>
                </c:pt>
                <c:pt idx="451">
                  <c:v>0.1998115033</c:v>
                </c:pt>
                <c:pt idx="452">
                  <c:v>0.1986247897</c:v>
                </c:pt>
                <c:pt idx="453">
                  <c:v>0.19744728510000001</c:v>
                </c:pt>
                <c:pt idx="454">
                  <c:v>0.19623221460000001</c:v>
                </c:pt>
                <c:pt idx="455">
                  <c:v>0.19516579810000001</c:v>
                </c:pt>
                <c:pt idx="456">
                  <c:v>0.19396397470000001</c:v>
                </c:pt>
                <c:pt idx="457">
                  <c:v>0.192796886</c:v>
                </c:pt>
                <c:pt idx="458">
                  <c:v>0.19164870680000001</c:v>
                </c:pt>
                <c:pt idx="459">
                  <c:v>0.19061592220000001</c:v>
                </c:pt>
                <c:pt idx="460">
                  <c:v>0.1895360351</c:v>
                </c:pt>
                <c:pt idx="461">
                  <c:v>0.18846054379999999</c:v>
                </c:pt>
                <c:pt idx="462">
                  <c:v>0.18752051889999999</c:v>
                </c:pt>
                <c:pt idx="463">
                  <c:v>0.18645626309999999</c:v>
                </c:pt>
                <c:pt idx="464">
                  <c:v>0.18542966250000001</c:v>
                </c:pt>
                <c:pt idx="465">
                  <c:v>0.18443453309999999</c:v>
                </c:pt>
                <c:pt idx="466">
                  <c:v>0.1835432649</c:v>
                </c:pt>
                <c:pt idx="467">
                  <c:v>0.18253573779999999</c:v>
                </c:pt>
                <c:pt idx="468">
                  <c:v>0.1816460788</c:v>
                </c:pt>
                <c:pt idx="469">
                  <c:v>0.18074461820000001</c:v>
                </c:pt>
                <c:pt idx="470">
                  <c:v>0.17977206409999999</c:v>
                </c:pt>
                <c:pt idx="471">
                  <c:v>0.17887833710000001</c:v>
                </c:pt>
                <c:pt idx="472">
                  <c:v>0.1780691445</c:v>
                </c:pt>
                <c:pt idx="473">
                  <c:v>0.1772459596</c:v>
                </c:pt>
                <c:pt idx="474">
                  <c:v>0.17641407249999999</c:v>
                </c:pt>
                <c:pt idx="475">
                  <c:v>0.17553596199999999</c:v>
                </c:pt>
                <c:pt idx="476">
                  <c:v>0.17472192650000001</c:v>
                </c:pt>
                <c:pt idx="477">
                  <c:v>0.17394901809999999</c:v>
                </c:pt>
                <c:pt idx="478">
                  <c:v>0.17322798070000001</c:v>
                </c:pt>
                <c:pt idx="479">
                  <c:v>0.17243358489999999</c:v>
                </c:pt>
                <c:pt idx="480">
                  <c:v>0.17173343899999999</c:v>
                </c:pt>
                <c:pt idx="481">
                  <c:v>0.17100094260000001</c:v>
                </c:pt>
                <c:pt idx="482">
                  <c:v>0.17024642230000001</c:v>
                </c:pt>
                <c:pt idx="483">
                  <c:v>0.16958825290000001</c:v>
                </c:pt>
                <c:pt idx="484">
                  <c:v>0.16889996830000001</c:v>
                </c:pt>
                <c:pt idx="485">
                  <c:v>0.1682303399</c:v>
                </c:pt>
                <c:pt idx="486">
                  <c:v>0.16757415240000001</c:v>
                </c:pt>
                <c:pt idx="487">
                  <c:v>0.16688960789999999</c:v>
                </c:pt>
                <c:pt idx="488">
                  <c:v>0.16633579130000001</c:v>
                </c:pt>
                <c:pt idx="489">
                  <c:v>0.1656585038</c:v>
                </c:pt>
                <c:pt idx="490">
                  <c:v>0.16502332689999999</c:v>
                </c:pt>
                <c:pt idx="491">
                  <c:v>0.16446961460000001</c:v>
                </c:pt>
                <c:pt idx="492">
                  <c:v>0.16388008000000001</c:v>
                </c:pt>
                <c:pt idx="493">
                  <c:v>0.163269937</c:v>
                </c:pt>
                <c:pt idx="494">
                  <c:v>0.1629306227</c:v>
                </c:pt>
                <c:pt idx="495">
                  <c:v>0.1628244817</c:v>
                </c:pt>
                <c:pt idx="496">
                  <c:v>0.16210106020000001</c:v>
                </c:pt>
                <c:pt idx="497">
                  <c:v>0.1621002406</c:v>
                </c:pt>
                <c:pt idx="498">
                  <c:v>0.161349982</c:v>
                </c:pt>
                <c:pt idx="499">
                  <c:v>0.1613979042</c:v>
                </c:pt>
                <c:pt idx="500">
                  <c:v>0.16129045189999999</c:v>
                </c:pt>
                <c:pt idx="501">
                  <c:v>0.16152863200000001</c:v>
                </c:pt>
                <c:pt idx="502">
                  <c:v>0.16172219809999999</c:v>
                </c:pt>
                <c:pt idx="503">
                  <c:v>0.1608866155</c:v>
                </c:pt>
                <c:pt idx="504">
                  <c:v>0.1608778387</c:v>
                </c:pt>
                <c:pt idx="505">
                  <c:v>0.16055710610000001</c:v>
                </c:pt>
                <c:pt idx="506">
                  <c:v>0.16057994959999999</c:v>
                </c:pt>
                <c:pt idx="507">
                  <c:v>0.1565331817</c:v>
                </c:pt>
                <c:pt idx="508">
                  <c:v>0.1561479419</c:v>
                </c:pt>
                <c:pt idx="509">
                  <c:v>0.15584087369999999</c:v>
                </c:pt>
                <c:pt idx="510">
                  <c:v>0.15529468660000001</c:v>
                </c:pt>
                <c:pt idx="511">
                  <c:v>0.1549628079</c:v>
                </c:pt>
                <c:pt idx="512">
                  <c:v>0.1546633691</c:v>
                </c:pt>
                <c:pt idx="513">
                  <c:v>0.15418851380000001</c:v>
                </c:pt>
                <c:pt idx="514">
                  <c:v>0.15387824180000001</c:v>
                </c:pt>
                <c:pt idx="515">
                  <c:v>0.15354290600000001</c:v>
                </c:pt>
                <c:pt idx="516">
                  <c:v>0.1531396508</c:v>
                </c:pt>
                <c:pt idx="517">
                  <c:v>0.15289920570000001</c:v>
                </c:pt>
                <c:pt idx="518">
                  <c:v>0.15243543679999999</c:v>
                </c:pt>
                <c:pt idx="519">
                  <c:v>0.15214122829999999</c:v>
                </c:pt>
                <c:pt idx="520">
                  <c:v>0.15176562960000001</c:v>
                </c:pt>
                <c:pt idx="521">
                  <c:v>0.15151588620000001</c:v>
                </c:pt>
                <c:pt idx="522">
                  <c:v>0.15110699829999999</c:v>
                </c:pt>
                <c:pt idx="523">
                  <c:v>0.15094830100000001</c:v>
                </c:pt>
                <c:pt idx="524">
                  <c:v>0.15055985750000001</c:v>
                </c:pt>
                <c:pt idx="525">
                  <c:v>0.1503199637</c:v>
                </c:pt>
                <c:pt idx="526">
                  <c:v>0.14996506270000001</c:v>
                </c:pt>
                <c:pt idx="527">
                  <c:v>0.14975249769999999</c:v>
                </c:pt>
                <c:pt idx="528">
                  <c:v>0.1494247913</c:v>
                </c:pt>
                <c:pt idx="529">
                  <c:v>0.14915698769999999</c:v>
                </c:pt>
                <c:pt idx="530">
                  <c:v>0.14888927339999999</c:v>
                </c:pt>
                <c:pt idx="531">
                  <c:v>0.14860627060000001</c:v>
                </c:pt>
                <c:pt idx="532">
                  <c:v>0.1483145803</c:v>
                </c:pt>
                <c:pt idx="533">
                  <c:v>0.148086518</c:v>
                </c:pt>
                <c:pt idx="534">
                  <c:v>0.14784002299999999</c:v>
                </c:pt>
                <c:pt idx="535">
                  <c:v>0.1475494504</c:v>
                </c:pt>
                <c:pt idx="536">
                  <c:v>0.14726521070000001</c:v>
                </c:pt>
                <c:pt idx="537">
                  <c:v>0.14700698849999999</c:v>
                </c:pt>
                <c:pt idx="538">
                  <c:v>0.14680294690000001</c:v>
                </c:pt>
                <c:pt idx="539">
                  <c:v>0.14649666850000001</c:v>
                </c:pt>
                <c:pt idx="540">
                  <c:v>0.14632569249999999</c:v>
                </c:pt>
                <c:pt idx="541">
                  <c:v>0.1460129023</c:v>
                </c:pt>
                <c:pt idx="542">
                  <c:v>0.14579024909999999</c:v>
                </c:pt>
                <c:pt idx="543">
                  <c:v>0.14560148119999999</c:v>
                </c:pt>
                <c:pt idx="544">
                  <c:v>0.14530506730000001</c:v>
                </c:pt>
                <c:pt idx="545">
                  <c:v>0.1450550407</c:v>
                </c:pt>
                <c:pt idx="546">
                  <c:v>0.14484877879999999</c:v>
                </c:pt>
                <c:pt idx="547">
                  <c:v>0.14462502299999999</c:v>
                </c:pt>
                <c:pt idx="548">
                  <c:v>0.14435723419999999</c:v>
                </c:pt>
                <c:pt idx="549">
                  <c:v>0.14413803820000001</c:v>
                </c:pt>
                <c:pt idx="550">
                  <c:v>0.14391756059999999</c:v>
                </c:pt>
                <c:pt idx="551">
                  <c:v>0.14370509980000001</c:v>
                </c:pt>
                <c:pt idx="552">
                  <c:v>0.14340780680000001</c:v>
                </c:pt>
                <c:pt idx="553">
                  <c:v>0.14320152999999999</c:v>
                </c:pt>
                <c:pt idx="554">
                  <c:v>0.14304544029999999</c:v>
                </c:pt>
                <c:pt idx="555">
                  <c:v>0.14281965790000001</c:v>
                </c:pt>
                <c:pt idx="556">
                  <c:v>0.14260625839999999</c:v>
                </c:pt>
                <c:pt idx="557">
                  <c:v>0.14235018190000001</c:v>
                </c:pt>
                <c:pt idx="558">
                  <c:v>0.14217901229999999</c:v>
                </c:pt>
                <c:pt idx="559">
                  <c:v>0.14191585779999999</c:v>
                </c:pt>
                <c:pt idx="560">
                  <c:v>0.14172130820000001</c:v>
                </c:pt>
                <c:pt idx="561">
                  <c:v>0.14152641590000001</c:v>
                </c:pt>
                <c:pt idx="562">
                  <c:v>0.14137773219999999</c:v>
                </c:pt>
                <c:pt idx="563">
                  <c:v>0.1411028355</c:v>
                </c:pt>
                <c:pt idx="564">
                  <c:v>0.1409331113</c:v>
                </c:pt>
                <c:pt idx="565">
                  <c:v>0.140691027</c:v>
                </c:pt>
                <c:pt idx="566">
                  <c:v>0.14053548869999999</c:v>
                </c:pt>
                <c:pt idx="567">
                  <c:v>0.1403428316</c:v>
                </c:pt>
                <c:pt idx="568">
                  <c:v>0.14009597900000001</c:v>
                </c:pt>
                <c:pt idx="569">
                  <c:v>0.1400034577</c:v>
                </c:pt>
                <c:pt idx="570">
                  <c:v>0.139791891</c:v>
                </c:pt>
                <c:pt idx="571">
                  <c:v>0.13960707189999999</c:v>
                </c:pt>
                <c:pt idx="572">
                  <c:v>0.13940311969999999</c:v>
                </c:pt>
                <c:pt idx="573">
                  <c:v>0.13925774399999999</c:v>
                </c:pt>
                <c:pt idx="574">
                  <c:v>0.1390617639</c:v>
                </c:pt>
                <c:pt idx="575">
                  <c:v>0.1389485449</c:v>
                </c:pt>
                <c:pt idx="576">
                  <c:v>0.13882778579999999</c:v>
                </c:pt>
                <c:pt idx="577">
                  <c:v>0.13861067590000001</c:v>
                </c:pt>
                <c:pt idx="578">
                  <c:v>0.13843408230000001</c:v>
                </c:pt>
                <c:pt idx="579">
                  <c:v>0.13830788429999999</c:v>
                </c:pt>
                <c:pt idx="580">
                  <c:v>0.1381952018</c:v>
                </c:pt>
                <c:pt idx="581">
                  <c:v>0.13809835910000001</c:v>
                </c:pt>
                <c:pt idx="582">
                  <c:v>0.1379504949</c:v>
                </c:pt>
                <c:pt idx="583">
                  <c:v>0.1378135234</c:v>
                </c:pt>
                <c:pt idx="584">
                  <c:v>0.13770847019999999</c:v>
                </c:pt>
                <c:pt idx="585">
                  <c:v>0.1375619173</c:v>
                </c:pt>
                <c:pt idx="586">
                  <c:v>0.13748708370000001</c:v>
                </c:pt>
                <c:pt idx="587">
                  <c:v>0.1374203712</c:v>
                </c:pt>
                <c:pt idx="588">
                  <c:v>0.1372634023</c:v>
                </c:pt>
                <c:pt idx="589">
                  <c:v>0.13723164800000001</c:v>
                </c:pt>
                <c:pt idx="590">
                  <c:v>0.1371736825</c:v>
                </c:pt>
                <c:pt idx="591">
                  <c:v>0.13705891370000001</c:v>
                </c:pt>
                <c:pt idx="592">
                  <c:v>0.13699389989999999</c:v>
                </c:pt>
                <c:pt idx="593">
                  <c:v>0.13690856100000001</c:v>
                </c:pt>
                <c:pt idx="594">
                  <c:v>0.1368954778</c:v>
                </c:pt>
                <c:pt idx="595">
                  <c:v>0.1368457377</c:v>
                </c:pt>
                <c:pt idx="596">
                  <c:v>0.13680618999999999</c:v>
                </c:pt>
                <c:pt idx="597">
                  <c:v>0.13677576180000001</c:v>
                </c:pt>
                <c:pt idx="598">
                  <c:v>0.13675975800000001</c:v>
                </c:pt>
                <c:pt idx="599">
                  <c:v>0.13673238460000001</c:v>
                </c:pt>
                <c:pt idx="600">
                  <c:v>0.1367741525</c:v>
                </c:pt>
                <c:pt idx="601">
                  <c:v>0.1364337951</c:v>
                </c:pt>
                <c:pt idx="602">
                  <c:v>0.13647153970000001</c:v>
                </c:pt>
                <c:pt idx="603">
                  <c:v>0.13656771179999999</c:v>
                </c:pt>
                <c:pt idx="604">
                  <c:v>0.13663662970000001</c:v>
                </c:pt>
                <c:pt idx="605">
                  <c:v>0.13652868570000001</c:v>
                </c:pt>
                <c:pt idx="606">
                  <c:v>0.13653694089999999</c:v>
                </c:pt>
                <c:pt idx="607">
                  <c:v>0.1365751177</c:v>
                </c:pt>
                <c:pt idx="608">
                  <c:v>0.13667160270000001</c:v>
                </c:pt>
                <c:pt idx="609">
                  <c:v>0.13681672510000001</c:v>
                </c:pt>
                <c:pt idx="610">
                  <c:v>0.13685488700000001</c:v>
                </c:pt>
                <c:pt idx="611">
                  <c:v>0.1369682103</c:v>
                </c:pt>
                <c:pt idx="612">
                  <c:v>0.13702918589999999</c:v>
                </c:pt>
                <c:pt idx="613">
                  <c:v>0.13699837030000001</c:v>
                </c:pt>
                <c:pt idx="614">
                  <c:v>0.13728104529999999</c:v>
                </c:pt>
                <c:pt idx="615">
                  <c:v>0.1371494681</c:v>
                </c:pt>
                <c:pt idx="616">
                  <c:v>0.13730281590000001</c:v>
                </c:pt>
                <c:pt idx="617">
                  <c:v>0.1374808699</c:v>
                </c:pt>
                <c:pt idx="618">
                  <c:v>0.13760821519999999</c:v>
                </c:pt>
                <c:pt idx="619">
                  <c:v>0.13774441179999999</c:v>
                </c:pt>
                <c:pt idx="620">
                  <c:v>0.1380061507</c:v>
                </c:pt>
                <c:pt idx="621">
                  <c:v>0.13806399699999999</c:v>
                </c:pt>
                <c:pt idx="622">
                  <c:v>0.13836494090000001</c:v>
                </c:pt>
                <c:pt idx="623">
                  <c:v>0.1383881122</c:v>
                </c:pt>
                <c:pt idx="624">
                  <c:v>0.13855828340000001</c:v>
                </c:pt>
                <c:pt idx="625">
                  <c:v>0.1387104243</c:v>
                </c:pt>
                <c:pt idx="626">
                  <c:v>0.13930632170000001</c:v>
                </c:pt>
                <c:pt idx="627">
                  <c:v>0.1393590271</c:v>
                </c:pt>
                <c:pt idx="628">
                  <c:v>0.13957747819999999</c:v>
                </c:pt>
                <c:pt idx="629">
                  <c:v>0.139895767</c:v>
                </c:pt>
                <c:pt idx="630">
                  <c:v>0.1401906312</c:v>
                </c:pt>
                <c:pt idx="631">
                  <c:v>0.14030550419999999</c:v>
                </c:pt>
                <c:pt idx="632">
                  <c:v>0.1407071352</c:v>
                </c:pt>
                <c:pt idx="633">
                  <c:v>0.14102922379999999</c:v>
                </c:pt>
                <c:pt idx="634">
                  <c:v>0.1412363052</c:v>
                </c:pt>
                <c:pt idx="635">
                  <c:v>0.1415138245</c:v>
                </c:pt>
                <c:pt idx="636">
                  <c:v>0.14182625709999999</c:v>
                </c:pt>
                <c:pt idx="637">
                  <c:v>0.14211463930000001</c:v>
                </c:pt>
                <c:pt idx="638">
                  <c:v>0.14230720699999999</c:v>
                </c:pt>
                <c:pt idx="639">
                  <c:v>0.14285703</c:v>
                </c:pt>
                <c:pt idx="640">
                  <c:v>0.14329841730000001</c:v>
                </c:pt>
                <c:pt idx="641">
                  <c:v>0.14369864760000001</c:v>
                </c:pt>
                <c:pt idx="642">
                  <c:v>0.1440323442</c:v>
                </c:pt>
                <c:pt idx="643">
                  <c:v>0.1444292516</c:v>
                </c:pt>
                <c:pt idx="644">
                  <c:v>0.1448525041</c:v>
                </c:pt>
                <c:pt idx="645">
                  <c:v>0.14515681559999999</c:v>
                </c:pt>
                <c:pt idx="646">
                  <c:v>0.14569267629999999</c:v>
                </c:pt>
                <c:pt idx="647">
                  <c:v>0.14605182410000001</c:v>
                </c:pt>
                <c:pt idx="648">
                  <c:v>0.14653392139999999</c:v>
                </c:pt>
                <c:pt idx="649">
                  <c:v>0.1471649408</c:v>
                </c:pt>
                <c:pt idx="650">
                  <c:v>0.1475087702</c:v>
                </c:pt>
                <c:pt idx="651">
                  <c:v>0.14811268450000001</c:v>
                </c:pt>
                <c:pt idx="652">
                  <c:v>0.148508057</c:v>
                </c:pt>
                <c:pt idx="653">
                  <c:v>0.14903073010000001</c:v>
                </c:pt>
                <c:pt idx="654">
                  <c:v>0.149707377</c:v>
                </c:pt>
                <c:pt idx="655">
                  <c:v>0.1501057297</c:v>
                </c:pt>
                <c:pt idx="656">
                  <c:v>0.15062355999999999</c:v>
                </c:pt>
                <c:pt idx="657">
                  <c:v>0.15108089150000001</c:v>
                </c:pt>
                <c:pt idx="658">
                  <c:v>0.15171943600000001</c:v>
                </c:pt>
                <c:pt idx="659">
                  <c:v>0.15206123890000001</c:v>
                </c:pt>
                <c:pt idx="660">
                  <c:v>0.15265706179999999</c:v>
                </c:pt>
                <c:pt idx="661">
                  <c:v>0.15320119260000001</c:v>
                </c:pt>
                <c:pt idx="662">
                  <c:v>0.1538823694</c:v>
                </c:pt>
                <c:pt idx="663">
                  <c:v>0.15436391529999999</c:v>
                </c:pt>
                <c:pt idx="664">
                  <c:v>0.15487016740000001</c:v>
                </c:pt>
                <c:pt idx="665">
                  <c:v>0.1554757953</c:v>
                </c:pt>
                <c:pt idx="666">
                  <c:v>0.1561616659</c:v>
                </c:pt>
                <c:pt idx="667">
                  <c:v>0.1568102837</c:v>
                </c:pt>
                <c:pt idx="668">
                  <c:v>0.15727344160000001</c:v>
                </c:pt>
                <c:pt idx="669">
                  <c:v>0.1578277498</c:v>
                </c:pt>
                <c:pt idx="670">
                  <c:v>0.1584679782</c:v>
                </c:pt>
                <c:pt idx="671">
                  <c:v>0.15898202359999999</c:v>
                </c:pt>
                <c:pt idx="672">
                  <c:v>0.15986044699999999</c:v>
                </c:pt>
                <c:pt idx="673">
                  <c:v>0.1604186893</c:v>
                </c:pt>
                <c:pt idx="674">
                  <c:v>0.16107048090000001</c:v>
                </c:pt>
                <c:pt idx="675">
                  <c:v>0.16167499129999999</c:v>
                </c:pt>
                <c:pt idx="676">
                  <c:v>0.16235969959999999</c:v>
                </c:pt>
                <c:pt idx="677">
                  <c:v>0.1630222201</c:v>
                </c:pt>
                <c:pt idx="678">
                  <c:v>0.16365668180000001</c:v>
                </c:pt>
                <c:pt idx="679">
                  <c:v>0.16430799660000001</c:v>
                </c:pt>
                <c:pt idx="680">
                  <c:v>0.16498522460000001</c:v>
                </c:pt>
                <c:pt idx="681">
                  <c:v>0.1659328789</c:v>
                </c:pt>
                <c:pt idx="682">
                  <c:v>0.1667409986</c:v>
                </c:pt>
                <c:pt idx="683">
                  <c:v>0.16738599539999999</c:v>
                </c:pt>
                <c:pt idx="684">
                  <c:v>0.16820940379999999</c:v>
                </c:pt>
                <c:pt idx="685">
                  <c:v>0.16917024550000001</c:v>
                </c:pt>
                <c:pt idx="686">
                  <c:v>0.1699966788</c:v>
                </c:pt>
                <c:pt idx="687">
                  <c:v>0.17116917670000001</c:v>
                </c:pt>
                <c:pt idx="688">
                  <c:v>0.17203107479999999</c:v>
                </c:pt>
                <c:pt idx="689">
                  <c:v>0.1731973141</c:v>
                </c:pt>
                <c:pt idx="690">
                  <c:v>0.1743584722</c:v>
                </c:pt>
                <c:pt idx="691">
                  <c:v>0.17554973069999999</c:v>
                </c:pt>
                <c:pt idx="692">
                  <c:v>0.176927954</c:v>
                </c:pt>
                <c:pt idx="693">
                  <c:v>0.1782669127</c:v>
                </c:pt>
                <c:pt idx="694">
                  <c:v>0.1797743738</c:v>
                </c:pt>
                <c:pt idx="695">
                  <c:v>0.1812771708</c:v>
                </c:pt>
                <c:pt idx="696">
                  <c:v>0.18277396260000001</c:v>
                </c:pt>
                <c:pt idx="697">
                  <c:v>0.18464255330000001</c:v>
                </c:pt>
                <c:pt idx="698">
                  <c:v>0.18668429550000001</c:v>
                </c:pt>
                <c:pt idx="699">
                  <c:v>0.18848359579999999</c:v>
                </c:pt>
                <c:pt idx="700">
                  <c:v>0.19069691</c:v>
                </c:pt>
                <c:pt idx="701">
                  <c:v>0.1929117441</c:v>
                </c:pt>
                <c:pt idx="702">
                  <c:v>0.19522455329999999</c:v>
                </c:pt>
                <c:pt idx="703">
                  <c:v>0.19773565230000001</c:v>
                </c:pt>
                <c:pt idx="704">
                  <c:v>0.2002517134</c:v>
                </c:pt>
                <c:pt idx="705">
                  <c:v>0.2028888911</c:v>
                </c:pt>
                <c:pt idx="706">
                  <c:v>0.20569932460000001</c:v>
                </c:pt>
                <c:pt idx="707">
                  <c:v>0.20860359070000001</c:v>
                </c:pt>
                <c:pt idx="708">
                  <c:v>0.21163013580000001</c:v>
                </c:pt>
                <c:pt idx="709">
                  <c:v>0.2145870775</c:v>
                </c:pt>
                <c:pt idx="710">
                  <c:v>0.21755833920000001</c:v>
                </c:pt>
                <c:pt idx="711">
                  <c:v>0.22074028849999999</c:v>
                </c:pt>
                <c:pt idx="712">
                  <c:v>0.22389924529999999</c:v>
                </c:pt>
                <c:pt idx="713">
                  <c:v>0.22702634329999999</c:v>
                </c:pt>
                <c:pt idx="714">
                  <c:v>0.2301470786</c:v>
                </c:pt>
                <c:pt idx="715">
                  <c:v>0.23326511680000001</c:v>
                </c:pt>
                <c:pt idx="716">
                  <c:v>0.23625302309999999</c:v>
                </c:pt>
                <c:pt idx="717">
                  <c:v>0.23933918770000001</c:v>
                </c:pt>
                <c:pt idx="718">
                  <c:v>0.24224196370000001</c:v>
                </c:pt>
                <c:pt idx="719">
                  <c:v>0.2449441403</c:v>
                </c:pt>
                <c:pt idx="720">
                  <c:v>0.24754169579999999</c:v>
                </c:pt>
                <c:pt idx="721">
                  <c:v>0.25019046659999999</c:v>
                </c:pt>
                <c:pt idx="722">
                  <c:v>0.25259062650000003</c:v>
                </c:pt>
                <c:pt idx="723">
                  <c:v>0.2546133995</c:v>
                </c:pt>
                <c:pt idx="724">
                  <c:v>0.25647601489999999</c:v>
                </c:pt>
                <c:pt idx="725">
                  <c:v>0.25815314049999999</c:v>
                </c:pt>
                <c:pt idx="726">
                  <c:v>0.2595862746</c:v>
                </c:pt>
                <c:pt idx="727">
                  <c:v>0.26081147789999998</c:v>
                </c:pt>
                <c:pt idx="728">
                  <c:v>0.2617417574</c:v>
                </c:pt>
                <c:pt idx="729">
                  <c:v>0.26234877109999999</c:v>
                </c:pt>
                <c:pt idx="730">
                  <c:v>0.26278004049999998</c:v>
                </c:pt>
                <c:pt idx="731">
                  <c:v>0.26280707120000002</c:v>
                </c:pt>
                <c:pt idx="732">
                  <c:v>0.26276829839999999</c:v>
                </c:pt>
                <c:pt idx="733">
                  <c:v>0.2623445988</c:v>
                </c:pt>
                <c:pt idx="734">
                  <c:v>0.26169756049999998</c:v>
                </c:pt>
                <c:pt idx="735">
                  <c:v>0.26077389719999999</c:v>
                </c:pt>
                <c:pt idx="736">
                  <c:v>0.25970676539999998</c:v>
                </c:pt>
                <c:pt idx="737">
                  <c:v>0.25837242599999999</c:v>
                </c:pt>
                <c:pt idx="738">
                  <c:v>0.25679519769999998</c:v>
                </c:pt>
                <c:pt idx="739">
                  <c:v>0.25519126650000001</c:v>
                </c:pt>
                <c:pt idx="740">
                  <c:v>0.25342297549999998</c:v>
                </c:pt>
                <c:pt idx="741">
                  <c:v>0.25153794880000002</c:v>
                </c:pt>
                <c:pt idx="742">
                  <c:v>0.24956962469999999</c:v>
                </c:pt>
                <c:pt idx="743">
                  <c:v>0.24749404189999999</c:v>
                </c:pt>
                <c:pt idx="744">
                  <c:v>0.24538858229999999</c:v>
                </c:pt>
                <c:pt idx="745">
                  <c:v>0.2431876808</c:v>
                </c:pt>
                <c:pt idx="746">
                  <c:v>0.2410384119</c:v>
                </c:pt>
                <c:pt idx="747">
                  <c:v>0.2389353961</c:v>
                </c:pt>
                <c:pt idx="748">
                  <c:v>0.23684149979999999</c:v>
                </c:pt>
                <c:pt idx="749">
                  <c:v>0.23471084240000001</c:v>
                </c:pt>
                <c:pt idx="750">
                  <c:v>0.23275269570000001</c:v>
                </c:pt>
                <c:pt idx="751">
                  <c:v>0.23074318469999999</c:v>
                </c:pt>
                <c:pt idx="752">
                  <c:v>0.22885739799999999</c:v>
                </c:pt>
                <c:pt idx="753">
                  <c:v>0.22704747319999999</c:v>
                </c:pt>
                <c:pt idx="754">
                  <c:v>0.22518618400000001</c:v>
                </c:pt>
                <c:pt idx="755">
                  <c:v>0.22361870110000001</c:v>
                </c:pt>
                <c:pt idx="756">
                  <c:v>0.22194448110000001</c:v>
                </c:pt>
                <c:pt idx="757">
                  <c:v>0.22050839659999999</c:v>
                </c:pt>
                <c:pt idx="758">
                  <c:v>0.21905201669999999</c:v>
                </c:pt>
                <c:pt idx="759">
                  <c:v>0.21760153769999999</c:v>
                </c:pt>
                <c:pt idx="760">
                  <c:v>0.21635733539999999</c:v>
                </c:pt>
                <c:pt idx="761">
                  <c:v>0.21495606010000001</c:v>
                </c:pt>
                <c:pt idx="762">
                  <c:v>0.21390108760000001</c:v>
                </c:pt>
                <c:pt idx="763">
                  <c:v>0.21270155909999999</c:v>
                </c:pt>
                <c:pt idx="764">
                  <c:v>0.21167181430000001</c:v>
                </c:pt>
                <c:pt idx="765">
                  <c:v>0.21072448790000001</c:v>
                </c:pt>
                <c:pt idx="766">
                  <c:v>0.20965623859999999</c:v>
                </c:pt>
                <c:pt idx="767">
                  <c:v>0.20870186390000001</c:v>
                </c:pt>
                <c:pt idx="768">
                  <c:v>0.20782776180000001</c:v>
                </c:pt>
                <c:pt idx="769">
                  <c:v>0.2069936544</c:v>
                </c:pt>
                <c:pt idx="770">
                  <c:v>0.2060804218</c:v>
                </c:pt>
                <c:pt idx="771">
                  <c:v>0.2052188516</c:v>
                </c:pt>
                <c:pt idx="772">
                  <c:v>0.20442608000000001</c:v>
                </c:pt>
                <c:pt idx="773">
                  <c:v>0.20354345439999999</c:v>
                </c:pt>
                <c:pt idx="774">
                  <c:v>0.2027276009</c:v>
                </c:pt>
                <c:pt idx="775">
                  <c:v>0.20201219619999999</c:v>
                </c:pt>
                <c:pt idx="776">
                  <c:v>0.2010334879</c:v>
                </c:pt>
                <c:pt idx="777">
                  <c:v>0.20022729040000001</c:v>
                </c:pt>
                <c:pt idx="778">
                  <c:v>0.19952036440000001</c:v>
                </c:pt>
                <c:pt idx="779">
                  <c:v>0.1986222118</c:v>
                </c:pt>
                <c:pt idx="780">
                  <c:v>0.19785064459999999</c:v>
                </c:pt>
                <c:pt idx="781">
                  <c:v>0.1970330924</c:v>
                </c:pt>
                <c:pt idx="782">
                  <c:v>0.19619451460000001</c:v>
                </c:pt>
                <c:pt idx="783">
                  <c:v>0.19531184430000001</c:v>
                </c:pt>
                <c:pt idx="784">
                  <c:v>0.19451911750000001</c:v>
                </c:pt>
                <c:pt idx="785">
                  <c:v>0.19369575380000001</c:v>
                </c:pt>
                <c:pt idx="786">
                  <c:v>0.19274096190000001</c:v>
                </c:pt>
                <c:pt idx="787">
                  <c:v>0.1918798089</c:v>
                </c:pt>
                <c:pt idx="788">
                  <c:v>0.1910092384</c:v>
                </c:pt>
                <c:pt idx="789">
                  <c:v>0.190196842</c:v>
                </c:pt>
                <c:pt idx="790">
                  <c:v>0.18932190539999999</c:v>
                </c:pt>
                <c:pt idx="791">
                  <c:v>0.18836279210000001</c:v>
                </c:pt>
                <c:pt idx="792">
                  <c:v>0.1874483824</c:v>
                </c:pt>
                <c:pt idx="793">
                  <c:v>0.18661436440000001</c:v>
                </c:pt>
                <c:pt idx="794">
                  <c:v>0.1857421547</c:v>
                </c:pt>
                <c:pt idx="795">
                  <c:v>0.18487371499999999</c:v>
                </c:pt>
                <c:pt idx="796">
                  <c:v>0.18412941690000001</c:v>
                </c:pt>
                <c:pt idx="797">
                  <c:v>0.18318012359999999</c:v>
                </c:pt>
                <c:pt idx="798">
                  <c:v>0.1824146062</c:v>
                </c:pt>
                <c:pt idx="799">
                  <c:v>0.18158732350000001</c:v>
                </c:pt>
                <c:pt idx="800">
                  <c:v>0.18081365529999999</c:v>
                </c:pt>
                <c:pt idx="801">
                  <c:v>0.1801105291</c:v>
                </c:pt>
                <c:pt idx="802">
                  <c:v>0.17946656050000001</c:v>
                </c:pt>
                <c:pt idx="803">
                  <c:v>0.17881171409999999</c:v>
                </c:pt>
                <c:pt idx="804">
                  <c:v>0.1782669127</c:v>
                </c:pt>
                <c:pt idx="805">
                  <c:v>0.1775172055</c:v>
                </c:pt>
                <c:pt idx="806">
                  <c:v>0.1770054251</c:v>
                </c:pt>
                <c:pt idx="807">
                  <c:v>0.17655496300000001</c:v>
                </c:pt>
                <c:pt idx="808">
                  <c:v>0.1762173474</c:v>
                </c:pt>
                <c:pt idx="809">
                  <c:v>0.17579974230000001</c:v>
                </c:pt>
                <c:pt idx="810">
                  <c:v>0.17561495299999999</c:v>
                </c:pt>
                <c:pt idx="811">
                  <c:v>0.175449878</c:v>
                </c:pt>
                <c:pt idx="812">
                  <c:v>0.1753752083</c:v>
                </c:pt>
                <c:pt idx="813">
                  <c:v>0.17530582850000001</c:v>
                </c:pt>
                <c:pt idx="814">
                  <c:v>0.1754808575</c:v>
                </c:pt>
                <c:pt idx="815">
                  <c:v>0.17560157179999999</c:v>
                </c:pt>
                <c:pt idx="816">
                  <c:v>0.176058203</c:v>
                </c:pt>
                <c:pt idx="817">
                  <c:v>0.17649179700000001</c:v>
                </c:pt>
                <c:pt idx="818">
                  <c:v>0.1769892424</c:v>
                </c:pt>
                <c:pt idx="819">
                  <c:v>0.17783313989999999</c:v>
                </c:pt>
                <c:pt idx="820">
                  <c:v>0.1787363589</c:v>
                </c:pt>
                <c:pt idx="821">
                  <c:v>0.1798588485</c:v>
                </c:pt>
                <c:pt idx="822">
                  <c:v>0.18100129070000001</c:v>
                </c:pt>
                <c:pt idx="823">
                  <c:v>0.18235634270000001</c:v>
                </c:pt>
                <c:pt idx="824">
                  <c:v>0.18389689919999999</c:v>
                </c:pt>
                <c:pt idx="825">
                  <c:v>0.18561767039999999</c:v>
                </c:pt>
                <c:pt idx="826">
                  <c:v>0.18752463159999999</c:v>
                </c:pt>
                <c:pt idx="827">
                  <c:v>0.18937709929999999</c:v>
                </c:pt>
                <c:pt idx="828">
                  <c:v>0.1915354282</c:v>
                </c:pt>
                <c:pt idx="829">
                  <c:v>0.19393543899999999</c:v>
                </c:pt>
                <c:pt idx="830">
                  <c:v>0.19630160930000001</c:v>
                </c:pt>
                <c:pt idx="831">
                  <c:v>0.1992241293</c:v>
                </c:pt>
                <c:pt idx="832">
                  <c:v>0.20194418729999999</c:v>
                </c:pt>
                <c:pt idx="833">
                  <c:v>0.20454932749999999</c:v>
                </c:pt>
                <c:pt idx="834">
                  <c:v>0.20732277630000001</c:v>
                </c:pt>
                <c:pt idx="835">
                  <c:v>0.2100746781</c:v>
                </c:pt>
                <c:pt idx="836">
                  <c:v>0.21260617670000001</c:v>
                </c:pt>
                <c:pt idx="837">
                  <c:v>0.21520997580000001</c:v>
                </c:pt>
                <c:pt idx="838">
                  <c:v>0.21766784789999999</c:v>
                </c:pt>
                <c:pt idx="839">
                  <c:v>0.21995000540000001</c:v>
                </c:pt>
                <c:pt idx="840">
                  <c:v>0.2220999897</c:v>
                </c:pt>
                <c:pt idx="841">
                  <c:v>0.2238279879</c:v>
                </c:pt>
                <c:pt idx="842">
                  <c:v>0.2256103307</c:v>
                </c:pt>
                <c:pt idx="843">
                  <c:v>0.22700329120000001</c:v>
                </c:pt>
                <c:pt idx="844">
                  <c:v>0.22792755070000001</c:v>
                </c:pt>
                <c:pt idx="845">
                  <c:v>0.2286702991</c:v>
                </c:pt>
                <c:pt idx="846">
                  <c:v>0.22912861409999999</c:v>
                </c:pt>
                <c:pt idx="847">
                  <c:v>0.22912748159999999</c:v>
                </c:pt>
                <c:pt idx="848">
                  <c:v>0.22888493539999999</c:v>
                </c:pt>
                <c:pt idx="849">
                  <c:v>0.2282729745</c:v>
                </c:pt>
                <c:pt idx="850">
                  <c:v>0.2275086194</c:v>
                </c:pt>
                <c:pt idx="851">
                  <c:v>0.226280123</c:v>
                </c:pt>
                <c:pt idx="852">
                  <c:v>0.22499814630000001</c:v>
                </c:pt>
                <c:pt idx="853">
                  <c:v>0.22347854079999999</c:v>
                </c:pt>
                <c:pt idx="854">
                  <c:v>0.22177799049999999</c:v>
                </c:pt>
                <c:pt idx="855">
                  <c:v>0.2198543251</c:v>
                </c:pt>
                <c:pt idx="856">
                  <c:v>0.2178692371</c:v>
                </c:pt>
                <c:pt idx="857">
                  <c:v>0.2158856988</c:v>
                </c:pt>
                <c:pt idx="858">
                  <c:v>0.21368654070000001</c:v>
                </c:pt>
                <c:pt idx="859">
                  <c:v>0.21147748829999999</c:v>
                </c:pt>
                <c:pt idx="860">
                  <c:v>0.20933507379999999</c:v>
                </c:pt>
                <c:pt idx="861">
                  <c:v>0.2071582079</c:v>
                </c:pt>
                <c:pt idx="862">
                  <c:v>0.20499262209999999</c:v>
                </c:pt>
                <c:pt idx="863">
                  <c:v>0.20302814250000001</c:v>
                </c:pt>
                <c:pt idx="864">
                  <c:v>0.20108929280000001</c:v>
                </c:pt>
                <c:pt idx="865">
                  <c:v>0.19924759859999999</c:v>
                </c:pt>
                <c:pt idx="866">
                  <c:v>0.197467804</c:v>
                </c:pt>
                <c:pt idx="867">
                  <c:v>0.19568933550000001</c:v>
                </c:pt>
                <c:pt idx="868">
                  <c:v>0.1942103654</c:v>
                </c:pt>
                <c:pt idx="869">
                  <c:v>0.19285556670000001</c:v>
                </c:pt>
                <c:pt idx="870">
                  <c:v>0.1915973574</c:v>
                </c:pt>
                <c:pt idx="871">
                  <c:v>0.19038492439999999</c:v>
                </c:pt>
                <c:pt idx="872">
                  <c:v>0.189412415</c:v>
                </c:pt>
                <c:pt idx="873">
                  <c:v>0.18853889409999999</c:v>
                </c:pt>
                <c:pt idx="874">
                  <c:v>0.1876716316</c:v>
                </c:pt>
                <c:pt idx="875">
                  <c:v>0.18704953790000001</c:v>
                </c:pt>
                <c:pt idx="876">
                  <c:v>0.18647101520000001</c:v>
                </c:pt>
                <c:pt idx="877">
                  <c:v>0.18597827850000001</c:v>
                </c:pt>
                <c:pt idx="878">
                  <c:v>0.1856927276</c:v>
                </c:pt>
                <c:pt idx="879">
                  <c:v>0.18557722870000001</c:v>
                </c:pt>
                <c:pt idx="880">
                  <c:v>0.18541866539999999</c:v>
                </c:pt>
                <c:pt idx="881">
                  <c:v>0.18540284039999999</c:v>
                </c:pt>
                <c:pt idx="882">
                  <c:v>0.18558104340000001</c:v>
                </c:pt>
                <c:pt idx="883">
                  <c:v>0.18569165469999999</c:v>
                </c:pt>
                <c:pt idx="884">
                  <c:v>0.18600100280000001</c:v>
                </c:pt>
                <c:pt idx="885">
                  <c:v>0.18641427159999999</c:v>
                </c:pt>
                <c:pt idx="886">
                  <c:v>0.1867787987</c:v>
                </c:pt>
                <c:pt idx="887">
                  <c:v>0.1873755604</c:v>
                </c:pt>
                <c:pt idx="888">
                  <c:v>0.1879520267</c:v>
                </c:pt>
                <c:pt idx="889">
                  <c:v>0.18854601679999999</c:v>
                </c:pt>
                <c:pt idx="890">
                  <c:v>0.1892733425</c:v>
                </c:pt>
                <c:pt idx="891">
                  <c:v>0.1901323795</c:v>
                </c:pt>
                <c:pt idx="892">
                  <c:v>0.19089604909999999</c:v>
                </c:pt>
                <c:pt idx="893">
                  <c:v>0.19165933130000001</c:v>
                </c:pt>
                <c:pt idx="894">
                  <c:v>0.19250656660000001</c:v>
                </c:pt>
                <c:pt idx="895">
                  <c:v>0.1933669895</c:v>
                </c:pt>
                <c:pt idx="896">
                  <c:v>0.19409447909999999</c:v>
                </c:pt>
                <c:pt idx="897">
                  <c:v>0.19486704469999999</c:v>
                </c:pt>
                <c:pt idx="898">
                  <c:v>0.195744589</c:v>
                </c:pt>
                <c:pt idx="899">
                  <c:v>0.19644393030000001</c:v>
                </c:pt>
                <c:pt idx="900">
                  <c:v>0.19711850580000001</c:v>
                </c:pt>
                <c:pt idx="901">
                  <c:v>0.19788044690000001</c:v>
                </c:pt>
                <c:pt idx="902">
                  <c:v>0.19853685800000001</c:v>
                </c:pt>
                <c:pt idx="903">
                  <c:v>0.1990341544</c:v>
                </c:pt>
                <c:pt idx="904">
                  <c:v>0.1995430738</c:v>
                </c:pt>
                <c:pt idx="905">
                  <c:v>0.2001347393</c:v>
                </c:pt>
                <c:pt idx="906">
                  <c:v>0.2005618364</c:v>
                </c:pt>
                <c:pt idx="907">
                  <c:v>0.20092016460000001</c:v>
                </c:pt>
                <c:pt idx="908">
                  <c:v>0.20121614630000001</c:v>
                </c:pt>
                <c:pt idx="909">
                  <c:v>0.2015214115</c:v>
                </c:pt>
                <c:pt idx="910">
                  <c:v>0.20176964999999999</c:v>
                </c:pt>
                <c:pt idx="911">
                  <c:v>0.20198687909999999</c:v>
                </c:pt>
                <c:pt idx="912">
                  <c:v>0.20214554670000001</c:v>
                </c:pt>
                <c:pt idx="913">
                  <c:v>0.2024109811</c:v>
                </c:pt>
                <c:pt idx="914">
                  <c:v>0.20251685380000001</c:v>
                </c:pt>
                <c:pt idx="915">
                  <c:v>0.2026041448</c:v>
                </c:pt>
                <c:pt idx="916">
                  <c:v>0.20280741159999999</c:v>
                </c:pt>
                <c:pt idx="917">
                  <c:v>0.2029458582</c:v>
                </c:pt>
                <c:pt idx="918">
                  <c:v>0.20315784219999999</c:v>
                </c:pt>
                <c:pt idx="919">
                  <c:v>0.2031991333</c:v>
                </c:pt>
                <c:pt idx="920">
                  <c:v>0.20341041679999999</c:v>
                </c:pt>
                <c:pt idx="921">
                  <c:v>0.2036427408</c:v>
                </c:pt>
                <c:pt idx="922">
                  <c:v>0.20384798940000001</c:v>
                </c:pt>
                <c:pt idx="923">
                  <c:v>0.20395268499999999</c:v>
                </c:pt>
                <c:pt idx="924">
                  <c:v>0.20421098169999999</c:v>
                </c:pt>
                <c:pt idx="925">
                  <c:v>0.20440474149999999</c:v>
                </c:pt>
                <c:pt idx="926">
                  <c:v>0.20479179920000001</c:v>
                </c:pt>
                <c:pt idx="927">
                  <c:v>0.2050495148</c:v>
                </c:pt>
                <c:pt idx="928">
                  <c:v>0.20539934930000001</c:v>
                </c:pt>
                <c:pt idx="929">
                  <c:v>0.20570506159999999</c:v>
                </c:pt>
                <c:pt idx="930">
                  <c:v>0.20604719220000001</c:v>
                </c:pt>
                <c:pt idx="931">
                  <c:v>0.2064729035</c:v>
                </c:pt>
                <c:pt idx="932">
                  <c:v>0.20688264070000001</c:v>
                </c:pt>
                <c:pt idx="933">
                  <c:v>0.20753529670000001</c:v>
                </c:pt>
                <c:pt idx="934">
                  <c:v>0.2078423053</c:v>
                </c:pt>
                <c:pt idx="935">
                  <c:v>0.2084958553</c:v>
                </c:pt>
                <c:pt idx="936">
                  <c:v>0.20897129179999999</c:v>
                </c:pt>
                <c:pt idx="937">
                  <c:v>0.2095221132</c:v>
                </c:pt>
                <c:pt idx="938">
                  <c:v>0.21027387680000001</c:v>
                </c:pt>
                <c:pt idx="939">
                  <c:v>0.21086803079999999</c:v>
                </c:pt>
                <c:pt idx="940">
                  <c:v>0.21156322960000001</c:v>
                </c:pt>
                <c:pt idx="941">
                  <c:v>0.21231456100000001</c:v>
                </c:pt>
                <c:pt idx="942">
                  <c:v>0.21307913959999999</c:v>
                </c:pt>
                <c:pt idx="943">
                  <c:v>0.2138779163</c:v>
                </c:pt>
                <c:pt idx="944">
                  <c:v>0.21473720669999999</c:v>
                </c:pt>
                <c:pt idx="945">
                  <c:v>0.21572005750000001</c:v>
                </c:pt>
                <c:pt idx="946">
                  <c:v>0.2166221291</c:v>
                </c:pt>
                <c:pt idx="947">
                  <c:v>0.2175536454</c:v>
                </c:pt>
                <c:pt idx="948">
                  <c:v>0.2186184675</c:v>
                </c:pt>
                <c:pt idx="949">
                  <c:v>0.21969634290000001</c:v>
                </c:pt>
                <c:pt idx="950">
                  <c:v>0.2206951529</c:v>
                </c:pt>
                <c:pt idx="951">
                  <c:v>0.22205051780000001</c:v>
                </c:pt>
                <c:pt idx="952">
                  <c:v>0.22305206950000001</c:v>
                </c:pt>
                <c:pt idx="953">
                  <c:v>0.22431458530000001</c:v>
                </c:pt>
                <c:pt idx="954">
                  <c:v>0.22572550180000001</c:v>
                </c:pt>
                <c:pt idx="955">
                  <c:v>0.22706602510000001</c:v>
                </c:pt>
                <c:pt idx="956">
                  <c:v>0.22845499220000001</c:v>
                </c:pt>
                <c:pt idx="957">
                  <c:v>0.2299164534</c:v>
                </c:pt>
                <c:pt idx="958">
                  <c:v>0.23142781849999999</c:v>
                </c:pt>
                <c:pt idx="959">
                  <c:v>0.23285335300000001</c:v>
                </c:pt>
                <c:pt idx="960">
                  <c:v>0.23455403750000001</c:v>
                </c:pt>
                <c:pt idx="961">
                  <c:v>0.23629672830000001</c:v>
                </c:pt>
                <c:pt idx="962">
                  <c:v>0.23797704280000001</c:v>
                </c:pt>
                <c:pt idx="963">
                  <c:v>0.23972995580000001</c:v>
                </c:pt>
                <c:pt idx="964">
                  <c:v>0.241707325</c:v>
                </c:pt>
                <c:pt idx="965">
                  <c:v>0.24368394909999999</c:v>
                </c:pt>
                <c:pt idx="966">
                  <c:v>0.24587054550000001</c:v>
                </c:pt>
                <c:pt idx="967">
                  <c:v>0.2479293793</c:v>
                </c:pt>
                <c:pt idx="968">
                  <c:v>0.25018325450000001</c:v>
                </c:pt>
                <c:pt idx="969">
                  <c:v>0.25266852969999998</c:v>
                </c:pt>
                <c:pt idx="970">
                  <c:v>0.25505298380000002</c:v>
                </c:pt>
                <c:pt idx="971">
                  <c:v>0.25783115629999998</c:v>
                </c:pt>
                <c:pt idx="972">
                  <c:v>0.26058921219999998</c:v>
                </c:pt>
                <c:pt idx="973">
                  <c:v>0.26341757180000003</c:v>
                </c:pt>
                <c:pt idx="974">
                  <c:v>0.26642698050000002</c:v>
                </c:pt>
                <c:pt idx="975">
                  <c:v>0.26983222369999998</c:v>
                </c:pt>
                <c:pt idx="976">
                  <c:v>0.27314582469999998</c:v>
                </c:pt>
                <c:pt idx="977">
                  <c:v>0.2766958773</c:v>
                </c:pt>
                <c:pt idx="978">
                  <c:v>0.28044959899999999</c:v>
                </c:pt>
                <c:pt idx="979">
                  <c:v>0.284745425</c:v>
                </c:pt>
                <c:pt idx="980">
                  <c:v>0.28888285159999999</c:v>
                </c:pt>
                <c:pt idx="981">
                  <c:v>0.2936816216</c:v>
                </c:pt>
                <c:pt idx="982">
                  <c:v>0.29848933220000001</c:v>
                </c:pt>
                <c:pt idx="983">
                  <c:v>0.30386212470000001</c:v>
                </c:pt>
                <c:pt idx="984">
                  <c:v>0.30952474470000002</c:v>
                </c:pt>
                <c:pt idx="985">
                  <c:v>0.31560873989999999</c:v>
                </c:pt>
                <c:pt idx="986">
                  <c:v>0.32233610750000002</c:v>
                </c:pt>
                <c:pt idx="987">
                  <c:v>0.32969784740000002</c:v>
                </c:pt>
                <c:pt idx="988">
                  <c:v>0.33741545680000001</c:v>
                </c:pt>
                <c:pt idx="989">
                  <c:v>0.34619796279999998</c:v>
                </c:pt>
                <c:pt idx="990">
                  <c:v>0.35555097460000001</c:v>
                </c:pt>
                <c:pt idx="991">
                  <c:v>0.36586293580000001</c:v>
                </c:pt>
                <c:pt idx="992">
                  <c:v>0.37716999649999999</c:v>
                </c:pt>
                <c:pt idx="993">
                  <c:v>0.38964620230000002</c:v>
                </c:pt>
                <c:pt idx="994">
                  <c:v>0.40316656229999998</c:v>
                </c:pt>
                <c:pt idx="995">
                  <c:v>0.41786292200000003</c:v>
                </c:pt>
                <c:pt idx="996">
                  <c:v>0.434096396</c:v>
                </c:pt>
                <c:pt idx="997">
                  <c:v>0.45147511359999998</c:v>
                </c:pt>
                <c:pt idx="998">
                  <c:v>0.4695242047</c:v>
                </c:pt>
                <c:pt idx="999">
                  <c:v>0.48871511220000002</c:v>
                </c:pt>
                <c:pt idx="1000">
                  <c:v>0.50767701860000003</c:v>
                </c:pt>
                <c:pt idx="1001">
                  <c:v>0.52633851769999995</c:v>
                </c:pt>
                <c:pt idx="1002">
                  <c:v>0.54365736249999996</c:v>
                </c:pt>
                <c:pt idx="1003">
                  <c:v>0.55944538119999998</c:v>
                </c:pt>
                <c:pt idx="1004">
                  <c:v>0.57272183899999995</c:v>
                </c:pt>
                <c:pt idx="1005">
                  <c:v>0.58320248129999996</c:v>
                </c:pt>
                <c:pt idx="1006">
                  <c:v>0.59143495560000003</c:v>
                </c:pt>
                <c:pt idx="1007">
                  <c:v>0.59753745790000001</c:v>
                </c:pt>
                <c:pt idx="1008">
                  <c:v>0.60228478910000005</c:v>
                </c:pt>
                <c:pt idx="1009">
                  <c:v>0.60651367899999997</c:v>
                </c:pt>
                <c:pt idx="1010">
                  <c:v>0.61120897529999996</c:v>
                </c:pt>
                <c:pt idx="1011">
                  <c:v>0.61616730689999999</c:v>
                </c:pt>
                <c:pt idx="1012">
                  <c:v>0.6221667528</c:v>
                </c:pt>
                <c:pt idx="1013">
                  <c:v>0.62783592939999999</c:v>
                </c:pt>
                <c:pt idx="1014">
                  <c:v>0.63351660970000001</c:v>
                </c:pt>
                <c:pt idx="1015">
                  <c:v>0.63809090850000005</c:v>
                </c:pt>
                <c:pt idx="1016">
                  <c:v>0.64034342769999997</c:v>
                </c:pt>
                <c:pt idx="1017">
                  <c:v>0.64004886149999995</c:v>
                </c:pt>
                <c:pt idx="1018">
                  <c:v>0.636615932</c:v>
                </c:pt>
                <c:pt idx="1019">
                  <c:v>0.62940448520000003</c:v>
                </c:pt>
                <c:pt idx="1020">
                  <c:v>0.61935865879999996</c:v>
                </c:pt>
                <c:pt idx="1021">
                  <c:v>0.60616838930000005</c:v>
                </c:pt>
                <c:pt idx="1022">
                  <c:v>0.59082269669999998</c:v>
                </c:pt>
                <c:pt idx="1023">
                  <c:v>0.57424438</c:v>
                </c:pt>
                <c:pt idx="1024">
                  <c:v>0.55632960799999998</c:v>
                </c:pt>
                <c:pt idx="1025">
                  <c:v>0.53852343560000004</c:v>
                </c:pt>
                <c:pt idx="1026">
                  <c:v>0.52036678790000002</c:v>
                </c:pt>
                <c:pt idx="1027">
                  <c:v>0.5033938885</c:v>
                </c:pt>
                <c:pt idx="1028">
                  <c:v>0.48666644100000001</c:v>
                </c:pt>
                <c:pt idx="1029">
                  <c:v>0.47127288579999999</c:v>
                </c:pt>
                <c:pt idx="1030">
                  <c:v>0.45731776950000003</c:v>
                </c:pt>
                <c:pt idx="1031">
                  <c:v>0.44464379549999999</c:v>
                </c:pt>
                <c:pt idx="1032">
                  <c:v>0.43357309700000002</c:v>
                </c:pt>
                <c:pt idx="1033">
                  <c:v>0.4237714112</c:v>
                </c:pt>
                <c:pt idx="1034">
                  <c:v>0.41549971699999999</c:v>
                </c:pt>
                <c:pt idx="1035">
                  <c:v>0.40867888930000001</c:v>
                </c:pt>
                <c:pt idx="1036">
                  <c:v>0.40302088860000002</c:v>
                </c:pt>
                <c:pt idx="1037">
                  <c:v>0.39846286180000001</c:v>
                </c:pt>
                <c:pt idx="1038">
                  <c:v>0.39496442679999999</c:v>
                </c:pt>
                <c:pt idx="1039">
                  <c:v>0.39273181559999998</c:v>
                </c:pt>
                <c:pt idx="1040">
                  <c:v>0.39127126340000001</c:v>
                </c:pt>
                <c:pt idx="1041">
                  <c:v>0.39031264189999998</c:v>
                </c:pt>
                <c:pt idx="1042">
                  <c:v>0.39034304019999999</c:v>
                </c:pt>
                <c:pt idx="1043">
                  <c:v>0.38978585599999999</c:v>
                </c:pt>
                <c:pt idx="1044">
                  <c:v>0.3889267743</c:v>
                </c:pt>
                <c:pt idx="1045">
                  <c:v>0.38714182380000001</c:v>
                </c:pt>
                <c:pt idx="1046">
                  <c:v>0.38402876260000002</c:v>
                </c:pt>
                <c:pt idx="1047">
                  <c:v>0.37864732740000001</c:v>
                </c:pt>
                <c:pt idx="1048">
                  <c:v>0.37142497299999999</c:v>
                </c:pt>
                <c:pt idx="1049">
                  <c:v>0.362177521</c:v>
                </c:pt>
                <c:pt idx="1050">
                  <c:v>0.35160389539999998</c:v>
                </c:pt>
                <c:pt idx="1051">
                  <c:v>0.33533197640000001</c:v>
                </c:pt>
                <c:pt idx="1052">
                  <c:v>0.3227054775</c:v>
                </c:pt>
                <c:pt idx="1053">
                  <c:v>0.3090712726</c:v>
                </c:pt>
                <c:pt idx="1054">
                  <c:v>0.29601487520000003</c:v>
                </c:pt>
                <c:pt idx="1055">
                  <c:v>0.28380042309999998</c:v>
                </c:pt>
                <c:pt idx="1056">
                  <c:v>0.27158218620000002</c:v>
                </c:pt>
                <c:pt idx="1057">
                  <c:v>0.26060473919999999</c:v>
                </c:pt>
                <c:pt idx="1058">
                  <c:v>0.24956993760000001</c:v>
                </c:pt>
                <c:pt idx="1059">
                  <c:v>0.23888836799999999</c:v>
                </c:pt>
                <c:pt idx="1060">
                  <c:v>0.2290278077</c:v>
                </c:pt>
                <c:pt idx="1061">
                  <c:v>0.21838553250000001</c:v>
                </c:pt>
                <c:pt idx="1062">
                  <c:v>0.2083317935</c:v>
                </c:pt>
                <c:pt idx="1063">
                  <c:v>0.19865807890000001</c:v>
                </c:pt>
                <c:pt idx="1064">
                  <c:v>0.18955177070000001</c:v>
                </c:pt>
                <c:pt idx="1065">
                  <c:v>0.18020471930000001</c:v>
                </c:pt>
                <c:pt idx="1066">
                  <c:v>0.1714219451</c:v>
                </c:pt>
                <c:pt idx="1067">
                  <c:v>0.1631287038</c:v>
                </c:pt>
                <c:pt idx="1068">
                  <c:v>0.15535534919999999</c:v>
                </c:pt>
                <c:pt idx="1069">
                  <c:v>0.14822921159999999</c:v>
                </c:pt>
                <c:pt idx="1070">
                  <c:v>0.14229944350000001</c:v>
                </c:pt>
                <c:pt idx="1071">
                  <c:v>0.13743002709999999</c:v>
                </c:pt>
                <c:pt idx="1072">
                  <c:v>0.13336218890000001</c:v>
                </c:pt>
                <c:pt idx="1073">
                  <c:v>0.13098306949999999</c:v>
                </c:pt>
                <c:pt idx="1074">
                  <c:v>0.1297771633</c:v>
                </c:pt>
                <c:pt idx="1075">
                  <c:v>0.12910190220000001</c:v>
                </c:pt>
                <c:pt idx="1076">
                  <c:v>0.13053403790000001</c:v>
                </c:pt>
                <c:pt idx="1077">
                  <c:v>0.13269001250000001</c:v>
                </c:pt>
                <c:pt idx="1078">
                  <c:v>0.1355094016</c:v>
                </c:pt>
                <c:pt idx="1079">
                  <c:v>0.13863974809999999</c:v>
                </c:pt>
                <c:pt idx="1080">
                  <c:v>0.14272558690000001</c:v>
                </c:pt>
                <c:pt idx="1081">
                  <c:v>0.14720141889999999</c:v>
                </c:pt>
                <c:pt idx="1082">
                  <c:v>0.15215213599999999</c:v>
                </c:pt>
                <c:pt idx="1083">
                  <c:v>0.15787222980000001</c:v>
                </c:pt>
                <c:pt idx="1084">
                  <c:v>0.163899824</c:v>
                </c:pt>
                <c:pt idx="1085">
                  <c:v>0.17053096000000001</c:v>
                </c:pt>
                <c:pt idx="1086">
                  <c:v>0.1776714325</c:v>
                </c:pt>
                <c:pt idx="1087">
                  <c:v>0.1855842918</c:v>
                </c:pt>
                <c:pt idx="1088">
                  <c:v>0.19387088720000001</c:v>
                </c:pt>
                <c:pt idx="1089">
                  <c:v>0.2022957802</c:v>
                </c:pt>
                <c:pt idx="1090">
                  <c:v>0.2115595639</c:v>
                </c:pt>
                <c:pt idx="1091">
                  <c:v>0.22114132340000001</c:v>
                </c:pt>
                <c:pt idx="1092">
                  <c:v>0.2303923219</c:v>
                </c:pt>
                <c:pt idx="1093">
                  <c:v>0.24000720680000001</c:v>
                </c:pt>
                <c:pt idx="1094">
                  <c:v>0.25009331109999999</c:v>
                </c:pt>
                <c:pt idx="1095">
                  <c:v>0.26000753049999997</c:v>
                </c:pt>
                <c:pt idx="1096">
                  <c:v>0.27131280299999999</c:v>
                </c:pt>
                <c:pt idx="1097">
                  <c:v>0.28193902970000001</c:v>
                </c:pt>
                <c:pt idx="1098">
                  <c:v>0.29370296000000001</c:v>
                </c:pt>
                <c:pt idx="1099">
                  <c:v>0.30604055520000001</c:v>
                </c:pt>
                <c:pt idx="1100">
                  <c:v>0.31884580849999999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3A48-4BF6-8DE8-72583A291808}"/>
            </c:ext>
          </c:extLst>
        </c:ser>
        <c:ser>
          <c:idx val="7"/>
          <c:order val="7"/>
          <c:tx>
            <c:strRef>
              <c:f>'CG 20260720'!$K$1</c:f>
              <c:strCache>
                <c:ptCount val="1"/>
                <c:pt idx="0">
                  <c:v>CGCH-158C8</c:v>
                </c:pt>
              </c:strCache>
            </c:strRef>
          </c:tx>
          <c:spPr>
            <a:ln w="19050" cap="rnd">
              <a:solidFill>
                <a:schemeClr val="accent2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'CG 20260720'!$A$2:$A$1103</c:f>
              <c:numCache>
                <c:formatCode>General</c:formatCode>
                <c:ptCount val="1102"/>
                <c:pt idx="0">
                  <c:v>1400</c:v>
                </c:pt>
                <c:pt idx="1">
                  <c:v>1399</c:v>
                </c:pt>
                <c:pt idx="2">
                  <c:v>1398</c:v>
                </c:pt>
                <c:pt idx="3">
                  <c:v>1397</c:v>
                </c:pt>
                <c:pt idx="4">
                  <c:v>1396</c:v>
                </c:pt>
                <c:pt idx="5">
                  <c:v>1395</c:v>
                </c:pt>
                <c:pt idx="6">
                  <c:v>1394</c:v>
                </c:pt>
                <c:pt idx="7">
                  <c:v>1393</c:v>
                </c:pt>
                <c:pt idx="8">
                  <c:v>1392</c:v>
                </c:pt>
                <c:pt idx="9">
                  <c:v>1391</c:v>
                </c:pt>
                <c:pt idx="10">
                  <c:v>1390</c:v>
                </c:pt>
                <c:pt idx="11">
                  <c:v>1389</c:v>
                </c:pt>
                <c:pt idx="12">
                  <c:v>1388</c:v>
                </c:pt>
                <c:pt idx="13">
                  <c:v>1387</c:v>
                </c:pt>
                <c:pt idx="14">
                  <c:v>1386</c:v>
                </c:pt>
                <c:pt idx="15">
                  <c:v>1385</c:v>
                </c:pt>
                <c:pt idx="16">
                  <c:v>1384</c:v>
                </c:pt>
                <c:pt idx="17">
                  <c:v>1383</c:v>
                </c:pt>
                <c:pt idx="18">
                  <c:v>1382</c:v>
                </c:pt>
                <c:pt idx="19">
                  <c:v>1381</c:v>
                </c:pt>
                <c:pt idx="20">
                  <c:v>1380</c:v>
                </c:pt>
                <c:pt idx="21">
                  <c:v>1379</c:v>
                </c:pt>
                <c:pt idx="22">
                  <c:v>1378</c:v>
                </c:pt>
                <c:pt idx="23">
                  <c:v>1377</c:v>
                </c:pt>
                <c:pt idx="24">
                  <c:v>1376</c:v>
                </c:pt>
                <c:pt idx="25">
                  <c:v>1375</c:v>
                </c:pt>
                <c:pt idx="26">
                  <c:v>1374</c:v>
                </c:pt>
                <c:pt idx="27">
                  <c:v>1373</c:v>
                </c:pt>
                <c:pt idx="28">
                  <c:v>1372</c:v>
                </c:pt>
                <c:pt idx="29">
                  <c:v>1371</c:v>
                </c:pt>
                <c:pt idx="30">
                  <c:v>1370</c:v>
                </c:pt>
                <c:pt idx="31">
                  <c:v>1369</c:v>
                </c:pt>
                <c:pt idx="32">
                  <c:v>1368</c:v>
                </c:pt>
                <c:pt idx="33">
                  <c:v>1367</c:v>
                </c:pt>
                <c:pt idx="34">
                  <c:v>1366</c:v>
                </c:pt>
                <c:pt idx="35">
                  <c:v>1365</c:v>
                </c:pt>
                <c:pt idx="36">
                  <c:v>1364</c:v>
                </c:pt>
                <c:pt idx="37">
                  <c:v>1363</c:v>
                </c:pt>
                <c:pt idx="38">
                  <c:v>1362</c:v>
                </c:pt>
                <c:pt idx="39">
                  <c:v>1361</c:v>
                </c:pt>
                <c:pt idx="40">
                  <c:v>1360</c:v>
                </c:pt>
                <c:pt idx="41">
                  <c:v>1359</c:v>
                </c:pt>
                <c:pt idx="42">
                  <c:v>1358</c:v>
                </c:pt>
                <c:pt idx="43">
                  <c:v>1357</c:v>
                </c:pt>
                <c:pt idx="44">
                  <c:v>1356</c:v>
                </c:pt>
                <c:pt idx="45">
                  <c:v>1355</c:v>
                </c:pt>
                <c:pt idx="46">
                  <c:v>1354</c:v>
                </c:pt>
                <c:pt idx="47">
                  <c:v>1353</c:v>
                </c:pt>
                <c:pt idx="48">
                  <c:v>1352</c:v>
                </c:pt>
                <c:pt idx="49">
                  <c:v>1351</c:v>
                </c:pt>
                <c:pt idx="50">
                  <c:v>1350</c:v>
                </c:pt>
                <c:pt idx="51">
                  <c:v>1349</c:v>
                </c:pt>
                <c:pt idx="52">
                  <c:v>1348</c:v>
                </c:pt>
                <c:pt idx="53">
                  <c:v>1347</c:v>
                </c:pt>
                <c:pt idx="54">
                  <c:v>1346</c:v>
                </c:pt>
                <c:pt idx="55">
                  <c:v>1345</c:v>
                </c:pt>
                <c:pt idx="56">
                  <c:v>1344</c:v>
                </c:pt>
                <c:pt idx="57">
                  <c:v>1343</c:v>
                </c:pt>
                <c:pt idx="58">
                  <c:v>1342</c:v>
                </c:pt>
                <c:pt idx="59">
                  <c:v>1341</c:v>
                </c:pt>
                <c:pt idx="60">
                  <c:v>1340</c:v>
                </c:pt>
                <c:pt idx="61">
                  <c:v>1339</c:v>
                </c:pt>
                <c:pt idx="62">
                  <c:v>1338</c:v>
                </c:pt>
                <c:pt idx="63">
                  <c:v>1337</c:v>
                </c:pt>
                <c:pt idx="64">
                  <c:v>1336</c:v>
                </c:pt>
                <c:pt idx="65">
                  <c:v>1335</c:v>
                </c:pt>
                <c:pt idx="66">
                  <c:v>1334</c:v>
                </c:pt>
                <c:pt idx="67">
                  <c:v>1333</c:v>
                </c:pt>
                <c:pt idx="68">
                  <c:v>1332</c:v>
                </c:pt>
                <c:pt idx="69">
                  <c:v>1331</c:v>
                </c:pt>
                <c:pt idx="70">
                  <c:v>1330</c:v>
                </c:pt>
                <c:pt idx="71">
                  <c:v>1329</c:v>
                </c:pt>
                <c:pt idx="72">
                  <c:v>1328</c:v>
                </c:pt>
                <c:pt idx="73">
                  <c:v>1327</c:v>
                </c:pt>
                <c:pt idx="74">
                  <c:v>1326</c:v>
                </c:pt>
                <c:pt idx="75">
                  <c:v>1325</c:v>
                </c:pt>
                <c:pt idx="76">
                  <c:v>1324</c:v>
                </c:pt>
                <c:pt idx="77">
                  <c:v>1323</c:v>
                </c:pt>
                <c:pt idx="78">
                  <c:v>1322</c:v>
                </c:pt>
                <c:pt idx="79">
                  <c:v>1321</c:v>
                </c:pt>
                <c:pt idx="80">
                  <c:v>1320</c:v>
                </c:pt>
                <c:pt idx="81">
                  <c:v>1319</c:v>
                </c:pt>
                <c:pt idx="82">
                  <c:v>1318</c:v>
                </c:pt>
                <c:pt idx="83">
                  <c:v>1317</c:v>
                </c:pt>
                <c:pt idx="84">
                  <c:v>1316</c:v>
                </c:pt>
                <c:pt idx="85">
                  <c:v>1315</c:v>
                </c:pt>
                <c:pt idx="86">
                  <c:v>1314</c:v>
                </c:pt>
                <c:pt idx="87">
                  <c:v>1313</c:v>
                </c:pt>
                <c:pt idx="88">
                  <c:v>1312</c:v>
                </c:pt>
                <c:pt idx="89">
                  <c:v>1311</c:v>
                </c:pt>
                <c:pt idx="90">
                  <c:v>1310</c:v>
                </c:pt>
                <c:pt idx="91">
                  <c:v>1309</c:v>
                </c:pt>
                <c:pt idx="92">
                  <c:v>1308</c:v>
                </c:pt>
                <c:pt idx="93">
                  <c:v>1307</c:v>
                </c:pt>
                <c:pt idx="94">
                  <c:v>1306</c:v>
                </c:pt>
                <c:pt idx="95">
                  <c:v>1305</c:v>
                </c:pt>
                <c:pt idx="96">
                  <c:v>1304</c:v>
                </c:pt>
                <c:pt idx="97">
                  <c:v>1303</c:v>
                </c:pt>
                <c:pt idx="98">
                  <c:v>1302</c:v>
                </c:pt>
                <c:pt idx="99">
                  <c:v>1301</c:v>
                </c:pt>
                <c:pt idx="100">
                  <c:v>1300</c:v>
                </c:pt>
                <c:pt idx="101">
                  <c:v>1299</c:v>
                </c:pt>
                <c:pt idx="102">
                  <c:v>1298</c:v>
                </c:pt>
                <c:pt idx="103">
                  <c:v>1297</c:v>
                </c:pt>
                <c:pt idx="104">
                  <c:v>1296</c:v>
                </c:pt>
                <c:pt idx="105">
                  <c:v>1295</c:v>
                </c:pt>
                <c:pt idx="106">
                  <c:v>1294</c:v>
                </c:pt>
                <c:pt idx="107">
                  <c:v>1293</c:v>
                </c:pt>
                <c:pt idx="108">
                  <c:v>1292</c:v>
                </c:pt>
                <c:pt idx="109">
                  <c:v>1291</c:v>
                </c:pt>
                <c:pt idx="110">
                  <c:v>1290</c:v>
                </c:pt>
                <c:pt idx="111">
                  <c:v>1289</c:v>
                </c:pt>
                <c:pt idx="112">
                  <c:v>1288</c:v>
                </c:pt>
                <c:pt idx="113">
                  <c:v>1287</c:v>
                </c:pt>
                <c:pt idx="114">
                  <c:v>1286</c:v>
                </c:pt>
                <c:pt idx="115">
                  <c:v>1285</c:v>
                </c:pt>
                <c:pt idx="116">
                  <c:v>1284</c:v>
                </c:pt>
                <c:pt idx="117">
                  <c:v>1283</c:v>
                </c:pt>
                <c:pt idx="118">
                  <c:v>1282</c:v>
                </c:pt>
                <c:pt idx="119">
                  <c:v>1281</c:v>
                </c:pt>
                <c:pt idx="120">
                  <c:v>1280</c:v>
                </c:pt>
                <c:pt idx="121">
                  <c:v>1279</c:v>
                </c:pt>
                <c:pt idx="122">
                  <c:v>1278</c:v>
                </c:pt>
                <c:pt idx="123">
                  <c:v>1277</c:v>
                </c:pt>
                <c:pt idx="124">
                  <c:v>1276</c:v>
                </c:pt>
                <c:pt idx="125">
                  <c:v>1275</c:v>
                </c:pt>
                <c:pt idx="126">
                  <c:v>1274</c:v>
                </c:pt>
                <c:pt idx="127">
                  <c:v>1273</c:v>
                </c:pt>
                <c:pt idx="128">
                  <c:v>1272</c:v>
                </c:pt>
                <c:pt idx="129">
                  <c:v>1271</c:v>
                </c:pt>
                <c:pt idx="130">
                  <c:v>1270</c:v>
                </c:pt>
                <c:pt idx="131">
                  <c:v>1269</c:v>
                </c:pt>
                <c:pt idx="132">
                  <c:v>1268</c:v>
                </c:pt>
                <c:pt idx="133">
                  <c:v>1267</c:v>
                </c:pt>
                <c:pt idx="134">
                  <c:v>1266</c:v>
                </c:pt>
                <c:pt idx="135">
                  <c:v>1265</c:v>
                </c:pt>
                <c:pt idx="136">
                  <c:v>1264</c:v>
                </c:pt>
                <c:pt idx="137">
                  <c:v>1263</c:v>
                </c:pt>
                <c:pt idx="138">
                  <c:v>1262</c:v>
                </c:pt>
                <c:pt idx="139">
                  <c:v>1261</c:v>
                </c:pt>
                <c:pt idx="140">
                  <c:v>1260</c:v>
                </c:pt>
                <c:pt idx="141">
                  <c:v>1259</c:v>
                </c:pt>
                <c:pt idx="142">
                  <c:v>1258</c:v>
                </c:pt>
                <c:pt idx="143">
                  <c:v>1257</c:v>
                </c:pt>
                <c:pt idx="144">
                  <c:v>1256</c:v>
                </c:pt>
                <c:pt idx="145">
                  <c:v>1255</c:v>
                </c:pt>
                <c:pt idx="146">
                  <c:v>1254</c:v>
                </c:pt>
                <c:pt idx="147">
                  <c:v>1253</c:v>
                </c:pt>
                <c:pt idx="148">
                  <c:v>1252</c:v>
                </c:pt>
                <c:pt idx="149">
                  <c:v>1251</c:v>
                </c:pt>
                <c:pt idx="150">
                  <c:v>1250</c:v>
                </c:pt>
                <c:pt idx="151">
                  <c:v>1249</c:v>
                </c:pt>
                <c:pt idx="152">
                  <c:v>1248</c:v>
                </c:pt>
                <c:pt idx="153">
                  <c:v>1247</c:v>
                </c:pt>
                <c:pt idx="154">
                  <c:v>1246</c:v>
                </c:pt>
                <c:pt idx="155">
                  <c:v>1245</c:v>
                </c:pt>
                <c:pt idx="156">
                  <c:v>1244</c:v>
                </c:pt>
                <c:pt idx="157">
                  <c:v>1243</c:v>
                </c:pt>
                <c:pt idx="158">
                  <c:v>1242</c:v>
                </c:pt>
                <c:pt idx="159">
                  <c:v>1241</c:v>
                </c:pt>
                <c:pt idx="160">
                  <c:v>1240</c:v>
                </c:pt>
                <c:pt idx="161">
                  <c:v>1239</c:v>
                </c:pt>
                <c:pt idx="162">
                  <c:v>1238</c:v>
                </c:pt>
                <c:pt idx="163">
                  <c:v>1237</c:v>
                </c:pt>
                <c:pt idx="164">
                  <c:v>1236</c:v>
                </c:pt>
                <c:pt idx="165">
                  <c:v>1235</c:v>
                </c:pt>
                <c:pt idx="166">
                  <c:v>1234</c:v>
                </c:pt>
                <c:pt idx="167">
                  <c:v>1233</c:v>
                </c:pt>
                <c:pt idx="168">
                  <c:v>1232</c:v>
                </c:pt>
                <c:pt idx="169">
                  <c:v>1231</c:v>
                </c:pt>
                <c:pt idx="170">
                  <c:v>1230</c:v>
                </c:pt>
                <c:pt idx="171">
                  <c:v>1229</c:v>
                </c:pt>
                <c:pt idx="172">
                  <c:v>1228</c:v>
                </c:pt>
                <c:pt idx="173">
                  <c:v>1227</c:v>
                </c:pt>
                <c:pt idx="174">
                  <c:v>1226</c:v>
                </c:pt>
                <c:pt idx="175">
                  <c:v>1225</c:v>
                </c:pt>
                <c:pt idx="176">
                  <c:v>1224</c:v>
                </c:pt>
                <c:pt idx="177">
                  <c:v>1223</c:v>
                </c:pt>
                <c:pt idx="178">
                  <c:v>1222</c:v>
                </c:pt>
                <c:pt idx="179">
                  <c:v>1221</c:v>
                </c:pt>
                <c:pt idx="180">
                  <c:v>1220</c:v>
                </c:pt>
                <c:pt idx="181">
                  <c:v>1219</c:v>
                </c:pt>
                <c:pt idx="182">
                  <c:v>1218</c:v>
                </c:pt>
                <c:pt idx="183">
                  <c:v>1217</c:v>
                </c:pt>
                <c:pt idx="184">
                  <c:v>1216</c:v>
                </c:pt>
                <c:pt idx="185">
                  <c:v>1215</c:v>
                </c:pt>
                <c:pt idx="186">
                  <c:v>1214</c:v>
                </c:pt>
                <c:pt idx="187">
                  <c:v>1213</c:v>
                </c:pt>
                <c:pt idx="188">
                  <c:v>1212</c:v>
                </c:pt>
                <c:pt idx="189">
                  <c:v>1211</c:v>
                </c:pt>
                <c:pt idx="190">
                  <c:v>1210</c:v>
                </c:pt>
                <c:pt idx="191">
                  <c:v>1209</c:v>
                </c:pt>
                <c:pt idx="192">
                  <c:v>1208</c:v>
                </c:pt>
                <c:pt idx="193">
                  <c:v>1207</c:v>
                </c:pt>
                <c:pt idx="194">
                  <c:v>1206</c:v>
                </c:pt>
                <c:pt idx="195">
                  <c:v>1205</c:v>
                </c:pt>
                <c:pt idx="196">
                  <c:v>1204</c:v>
                </c:pt>
                <c:pt idx="197">
                  <c:v>1203</c:v>
                </c:pt>
                <c:pt idx="198">
                  <c:v>1202</c:v>
                </c:pt>
                <c:pt idx="199">
                  <c:v>1201</c:v>
                </c:pt>
                <c:pt idx="200">
                  <c:v>1200</c:v>
                </c:pt>
                <c:pt idx="201">
                  <c:v>1199</c:v>
                </c:pt>
                <c:pt idx="202">
                  <c:v>1198</c:v>
                </c:pt>
                <c:pt idx="203">
                  <c:v>1197</c:v>
                </c:pt>
                <c:pt idx="204">
                  <c:v>1196</c:v>
                </c:pt>
                <c:pt idx="205">
                  <c:v>1195</c:v>
                </c:pt>
                <c:pt idx="206">
                  <c:v>1194</c:v>
                </c:pt>
                <c:pt idx="207">
                  <c:v>1193</c:v>
                </c:pt>
                <c:pt idx="208">
                  <c:v>1192</c:v>
                </c:pt>
                <c:pt idx="209">
                  <c:v>1191</c:v>
                </c:pt>
                <c:pt idx="210">
                  <c:v>1190</c:v>
                </c:pt>
                <c:pt idx="211">
                  <c:v>1189</c:v>
                </c:pt>
                <c:pt idx="212">
                  <c:v>1188</c:v>
                </c:pt>
                <c:pt idx="213">
                  <c:v>1187</c:v>
                </c:pt>
                <c:pt idx="214">
                  <c:v>1186</c:v>
                </c:pt>
                <c:pt idx="215">
                  <c:v>1185</c:v>
                </c:pt>
                <c:pt idx="216">
                  <c:v>1184</c:v>
                </c:pt>
                <c:pt idx="217">
                  <c:v>1183</c:v>
                </c:pt>
                <c:pt idx="218">
                  <c:v>1182</c:v>
                </c:pt>
                <c:pt idx="219">
                  <c:v>1181</c:v>
                </c:pt>
                <c:pt idx="220">
                  <c:v>1180</c:v>
                </c:pt>
                <c:pt idx="221">
                  <c:v>1179</c:v>
                </c:pt>
                <c:pt idx="222">
                  <c:v>1178</c:v>
                </c:pt>
                <c:pt idx="223">
                  <c:v>1177</c:v>
                </c:pt>
                <c:pt idx="224">
                  <c:v>1176</c:v>
                </c:pt>
                <c:pt idx="225">
                  <c:v>1175</c:v>
                </c:pt>
                <c:pt idx="226">
                  <c:v>1174</c:v>
                </c:pt>
                <c:pt idx="227">
                  <c:v>1173</c:v>
                </c:pt>
                <c:pt idx="228">
                  <c:v>1172</c:v>
                </c:pt>
                <c:pt idx="229">
                  <c:v>1171</c:v>
                </c:pt>
                <c:pt idx="230">
                  <c:v>1170</c:v>
                </c:pt>
                <c:pt idx="231">
                  <c:v>1169</c:v>
                </c:pt>
                <c:pt idx="232">
                  <c:v>1168</c:v>
                </c:pt>
                <c:pt idx="233">
                  <c:v>1167</c:v>
                </c:pt>
                <c:pt idx="234">
                  <c:v>1166</c:v>
                </c:pt>
                <c:pt idx="235">
                  <c:v>1165</c:v>
                </c:pt>
                <c:pt idx="236">
                  <c:v>1164</c:v>
                </c:pt>
                <c:pt idx="237">
                  <c:v>1163</c:v>
                </c:pt>
                <c:pt idx="238">
                  <c:v>1162</c:v>
                </c:pt>
                <c:pt idx="239">
                  <c:v>1161</c:v>
                </c:pt>
                <c:pt idx="240">
                  <c:v>1160</c:v>
                </c:pt>
                <c:pt idx="241">
                  <c:v>1159</c:v>
                </c:pt>
                <c:pt idx="242">
                  <c:v>1158</c:v>
                </c:pt>
                <c:pt idx="243">
                  <c:v>1157</c:v>
                </c:pt>
                <c:pt idx="244">
                  <c:v>1156</c:v>
                </c:pt>
                <c:pt idx="245">
                  <c:v>1155</c:v>
                </c:pt>
                <c:pt idx="246">
                  <c:v>1154</c:v>
                </c:pt>
                <c:pt idx="247">
                  <c:v>1153</c:v>
                </c:pt>
                <c:pt idx="248">
                  <c:v>1152</c:v>
                </c:pt>
                <c:pt idx="249">
                  <c:v>1151</c:v>
                </c:pt>
                <c:pt idx="250">
                  <c:v>1150</c:v>
                </c:pt>
                <c:pt idx="251">
                  <c:v>1149</c:v>
                </c:pt>
                <c:pt idx="252">
                  <c:v>1148</c:v>
                </c:pt>
                <c:pt idx="253">
                  <c:v>1147</c:v>
                </c:pt>
                <c:pt idx="254">
                  <c:v>1146</c:v>
                </c:pt>
                <c:pt idx="255">
                  <c:v>1145</c:v>
                </c:pt>
                <c:pt idx="256">
                  <c:v>1144</c:v>
                </c:pt>
                <c:pt idx="257">
                  <c:v>1143</c:v>
                </c:pt>
                <c:pt idx="258">
                  <c:v>1142</c:v>
                </c:pt>
                <c:pt idx="259">
                  <c:v>1141</c:v>
                </c:pt>
                <c:pt idx="260">
                  <c:v>1140</c:v>
                </c:pt>
                <c:pt idx="261">
                  <c:v>1139</c:v>
                </c:pt>
                <c:pt idx="262">
                  <c:v>1138</c:v>
                </c:pt>
                <c:pt idx="263">
                  <c:v>1137</c:v>
                </c:pt>
                <c:pt idx="264">
                  <c:v>1136</c:v>
                </c:pt>
                <c:pt idx="265">
                  <c:v>1135</c:v>
                </c:pt>
                <c:pt idx="266">
                  <c:v>1134</c:v>
                </c:pt>
                <c:pt idx="267">
                  <c:v>1133</c:v>
                </c:pt>
                <c:pt idx="268">
                  <c:v>1132</c:v>
                </c:pt>
                <c:pt idx="269">
                  <c:v>1131</c:v>
                </c:pt>
                <c:pt idx="270">
                  <c:v>1130</c:v>
                </c:pt>
                <c:pt idx="271">
                  <c:v>1129</c:v>
                </c:pt>
                <c:pt idx="272">
                  <c:v>1128</c:v>
                </c:pt>
                <c:pt idx="273">
                  <c:v>1127</c:v>
                </c:pt>
                <c:pt idx="274">
                  <c:v>1126</c:v>
                </c:pt>
                <c:pt idx="275">
                  <c:v>1125</c:v>
                </c:pt>
                <c:pt idx="276">
                  <c:v>1124</c:v>
                </c:pt>
                <c:pt idx="277">
                  <c:v>1123</c:v>
                </c:pt>
                <c:pt idx="278">
                  <c:v>1122</c:v>
                </c:pt>
                <c:pt idx="279">
                  <c:v>1121</c:v>
                </c:pt>
                <c:pt idx="280">
                  <c:v>1120</c:v>
                </c:pt>
                <c:pt idx="281">
                  <c:v>1119</c:v>
                </c:pt>
                <c:pt idx="282">
                  <c:v>1118</c:v>
                </c:pt>
                <c:pt idx="283">
                  <c:v>1117</c:v>
                </c:pt>
                <c:pt idx="284">
                  <c:v>1116</c:v>
                </c:pt>
                <c:pt idx="285">
                  <c:v>1115</c:v>
                </c:pt>
                <c:pt idx="286">
                  <c:v>1114</c:v>
                </c:pt>
                <c:pt idx="287">
                  <c:v>1113</c:v>
                </c:pt>
                <c:pt idx="288">
                  <c:v>1112</c:v>
                </c:pt>
                <c:pt idx="289">
                  <c:v>1111</c:v>
                </c:pt>
                <c:pt idx="290">
                  <c:v>1110</c:v>
                </c:pt>
                <c:pt idx="291">
                  <c:v>1109</c:v>
                </c:pt>
                <c:pt idx="292">
                  <c:v>1108</c:v>
                </c:pt>
                <c:pt idx="293">
                  <c:v>1107</c:v>
                </c:pt>
                <c:pt idx="294">
                  <c:v>1106</c:v>
                </c:pt>
                <c:pt idx="295">
                  <c:v>1105</c:v>
                </c:pt>
                <c:pt idx="296">
                  <c:v>1104</c:v>
                </c:pt>
                <c:pt idx="297">
                  <c:v>1103</c:v>
                </c:pt>
                <c:pt idx="298">
                  <c:v>1102</c:v>
                </c:pt>
                <c:pt idx="299">
                  <c:v>1101</c:v>
                </c:pt>
                <c:pt idx="300">
                  <c:v>1100</c:v>
                </c:pt>
                <c:pt idx="301">
                  <c:v>1099</c:v>
                </c:pt>
                <c:pt idx="302">
                  <c:v>1098</c:v>
                </c:pt>
                <c:pt idx="303">
                  <c:v>1097</c:v>
                </c:pt>
                <c:pt idx="304">
                  <c:v>1096</c:v>
                </c:pt>
                <c:pt idx="305">
                  <c:v>1095</c:v>
                </c:pt>
                <c:pt idx="306">
                  <c:v>1094</c:v>
                </c:pt>
                <c:pt idx="307">
                  <c:v>1093</c:v>
                </c:pt>
                <c:pt idx="308">
                  <c:v>1092</c:v>
                </c:pt>
                <c:pt idx="309">
                  <c:v>1091</c:v>
                </c:pt>
                <c:pt idx="310">
                  <c:v>1090</c:v>
                </c:pt>
                <c:pt idx="311">
                  <c:v>1089</c:v>
                </c:pt>
                <c:pt idx="312">
                  <c:v>1088</c:v>
                </c:pt>
                <c:pt idx="313">
                  <c:v>1087</c:v>
                </c:pt>
                <c:pt idx="314">
                  <c:v>1086</c:v>
                </c:pt>
                <c:pt idx="315">
                  <c:v>1085</c:v>
                </c:pt>
                <c:pt idx="316">
                  <c:v>1084</c:v>
                </c:pt>
                <c:pt idx="317">
                  <c:v>1083</c:v>
                </c:pt>
                <c:pt idx="318">
                  <c:v>1082</c:v>
                </c:pt>
                <c:pt idx="319">
                  <c:v>1081</c:v>
                </c:pt>
                <c:pt idx="320">
                  <c:v>1080</c:v>
                </c:pt>
                <c:pt idx="321">
                  <c:v>1079</c:v>
                </c:pt>
                <c:pt idx="322">
                  <c:v>1078</c:v>
                </c:pt>
                <c:pt idx="323">
                  <c:v>1077</c:v>
                </c:pt>
                <c:pt idx="324">
                  <c:v>1076</c:v>
                </c:pt>
                <c:pt idx="325">
                  <c:v>1075</c:v>
                </c:pt>
                <c:pt idx="326">
                  <c:v>1074</c:v>
                </c:pt>
                <c:pt idx="327">
                  <c:v>1073</c:v>
                </c:pt>
                <c:pt idx="328">
                  <c:v>1072</c:v>
                </c:pt>
                <c:pt idx="329">
                  <c:v>1071</c:v>
                </c:pt>
                <c:pt idx="330">
                  <c:v>1070</c:v>
                </c:pt>
                <c:pt idx="331">
                  <c:v>1069</c:v>
                </c:pt>
                <c:pt idx="332">
                  <c:v>1068</c:v>
                </c:pt>
                <c:pt idx="333">
                  <c:v>1067</c:v>
                </c:pt>
                <c:pt idx="334">
                  <c:v>1066</c:v>
                </c:pt>
                <c:pt idx="335">
                  <c:v>1065</c:v>
                </c:pt>
                <c:pt idx="336">
                  <c:v>1064</c:v>
                </c:pt>
                <c:pt idx="337">
                  <c:v>1063</c:v>
                </c:pt>
                <c:pt idx="338">
                  <c:v>1062</c:v>
                </c:pt>
                <c:pt idx="339">
                  <c:v>1061</c:v>
                </c:pt>
                <c:pt idx="340">
                  <c:v>1060</c:v>
                </c:pt>
                <c:pt idx="341">
                  <c:v>1059</c:v>
                </c:pt>
                <c:pt idx="342">
                  <c:v>1058</c:v>
                </c:pt>
                <c:pt idx="343">
                  <c:v>1057</c:v>
                </c:pt>
                <c:pt idx="344">
                  <c:v>1056</c:v>
                </c:pt>
                <c:pt idx="345">
                  <c:v>1055</c:v>
                </c:pt>
                <c:pt idx="346">
                  <c:v>1054</c:v>
                </c:pt>
                <c:pt idx="347">
                  <c:v>1053</c:v>
                </c:pt>
                <c:pt idx="348">
                  <c:v>1052</c:v>
                </c:pt>
                <c:pt idx="349">
                  <c:v>1051</c:v>
                </c:pt>
                <c:pt idx="350">
                  <c:v>1050</c:v>
                </c:pt>
                <c:pt idx="351">
                  <c:v>1049</c:v>
                </c:pt>
                <c:pt idx="352">
                  <c:v>1048</c:v>
                </c:pt>
                <c:pt idx="353">
                  <c:v>1047</c:v>
                </c:pt>
                <c:pt idx="354">
                  <c:v>1046</c:v>
                </c:pt>
                <c:pt idx="355">
                  <c:v>1045</c:v>
                </c:pt>
                <c:pt idx="356">
                  <c:v>1044</c:v>
                </c:pt>
                <c:pt idx="357">
                  <c:v>1043</c:v>
                </c:pt>
                <c:pt idx="358">
                  <c:v>1042</c:v>
                </c:pt>
                <c:pt idx="359">
                  <c:v>1041</c:v>
                </c:pt>
                <c:pt idx="360">
                  <c:v>1040</c:v>
                </c:pt>
                <c:pt idx="361">
                  <c:v>1039</c:v>
                </c:pt>
                <c:pt idx="362">
                  <c:v>1038</c:v>
                </c:pt>
                <c:pt idx="363">
                  <c:v>1037</c:v>
                </c:pt>
                <c:pt idx="364">
                  <c:v>1036</c:v>
                </c:pt>
                <c:pt idx="365">
                  <c:v>1035</c:v>
                </c:pt>
                <c:pt idx="366">
                  <c:v>1034</c:v>
                </c:pt>
                <c:pt idx="367">
                  <c:v>1033</c:v>
                </c:pt>
                <c:pt idx="368">
                  <c:v>1032</c:v>
                </c:pt>
                <c:pt idx="369">
                  <c:v>1031</c:v>
                </c:pt>
                <c:pt idx="370">
                  <c:v>1030</c:v>
                </c:pt>
                <c:pt idx="371">
                  <c:v>1029</c:v>
                </c:pt>
                <c:pt idx="372">
                  <c:v>1028</c:v>
                </c:pt>
                <c:pt idx="373">
                  <c:v>1027</c:v>
                </c:pt>
                <c:pt idx="374">
                  <c:v>1026</c:v>
                </c:pt>
                <c:pt idx="375">
                  <c:v>1025</c:v>
                </c:pt>
                <c:pt idx="376">
                  <c:v>1024</c:v>
                </c:pt>
                <c:pt idx="377">
                  <c:v>1023</c:v>
                </c:pt>
                <c:pt idx="378">
                  <c:v>1022</c:v>
                </c:pt>
                <c:pt idx="379">
                  <c:v>1021</c:v>
                </c:pt>
                <c:pt idx="380">
                  <c:v>1020</c:v>
                </c:pt>
                <c:pt idx="381">
                  <c:v>1019</c:v>
                </c:pt>
                <c:pt idx="382">
                  <c:v>1018</c:v>
                </c:pt>
                <c:pt idx="383">
                  <c:v>1017</c:v>
                </c:pt>
                <c:pt idx="384">
                  <c:v>1016</c:v>
                </c:pt>
                <c:pt idx="385">
                  <c:v>1015</c:v>
                </c:pt>
                <c:pt idx="386">
                  <c:v>1014</c:v>
                </c:pt>
                <c:pt idx="387">
                  <c:v>1013</c:v>
                </c:pt>
                <c:pt idx="388">
                  <c:v>1012</c:v>
                </c:pt>
                <c:pt idx="389">
                  <c:v>1011</c:v>
                </c:pt>
                <c:pt idx="390">
                  <c:v>1010</c:v>
                </c:pt>
                <c:pt idx="391">
                  <c:v>1009</c:v>
                </c:pt>
                <c:pt idx="392">
                  <c:v>1008</c:v>
                </c:pt>
                <c:pt idx="393">
                  <c:v>1007</c:v>
                </c:pt>
                <c:pt idx="394">
                  <c:v>1006</c:v>
                </c:pt>
                <c:pt idx="395">
                  <c:v>1005</c:v>
                </c:pt>
                <c:pt idx="396">
                  <c:v>1004</c:v>
                </c:pt>
                <c:pt idx="397">
                  <c:v>1003</c:v>
                </c:pt>
                <c:pt idx="398">
                  <c:v>1002</c:v>
                </c:pt>
                <c:pt idx="399">
                  <c:v>1001</c:v>
                </c:pt>
                <c:pt idx="400">
                  <c:v>1000</c:v>
                </c:pt>
                <c:pt idx="401">
                  <c:v>999</c:v>
                </c:pt>
                <c:pt idx="402">
                  <c:v>998</c:v>
                </c:pt>
                <c:pt idx="403">
                  <c:v>997</c:v>
                </c:pt>
                <c:pt idx="404">
                  <c:v>996</c:v>
                </c:pt>
                <c:pt idx="405">
                  <c:v>995</c:v>
                </c:pt>
                <c:pt idx="406">
                  <c:v>994</c:v>
                </c:pt>
                <c:pt idx="407">
                  <c:v>993</c:v>
                </c:pt>
                <c:pt idx="408">
                  <c:v>992</c:v>
                </c:pt>
                <c:pt idx="409">
                  <c:v>991</c:v>
                </c:pt>
                <c:pt idx="410">
                  <c:v>990</c:v>
                </c:pt>
                <c:pt idx="411">
                  <c:v>989</c:v>
                </c:pt>
                <c:pt idx="412">
                  <c:v>988</c:v>
                </c:pt>
                <c:pt idx="413">
                  <c:v>987</c:v>
                </c:pt>
                <c:pt idx="414">
                  <c:v>986</c:v>
                </c:pt>
                <c:pt idx="415">
                  <c:v>985</c:v>
                </c:pt>
                <c:pt idx="416">
                  <c:v>984</c:v>
                </c:pt>
                <c:pt idx="417">
                  <c:v>983</c:v>
                </c:pt>
                <c:pt idx="418">
                  <c:v>982</c:v>
                </c:pt>
                <c:pt idx="419">
                  <c:v>981</c:v>
                </c:pt>
                <c:pt idx="420">
                  <c:v>980</c:v>
                </c:pt>
                <c:pt idx="421">
                  <c:v>979</c:v>
                </c:pt>
                <c:pt idx="422">
                  <c:v>978</c:v>
                </c:pt>
                <c:pt idx="423">
                  <c:v>977</c:v>
                </c:pt>
                <c:pt idx="424">
                  <c:v>976</c:v>
                </c:pt>
                <c:pt idx="425">
                  <c:v>975</c:v>
                </c:pt>
                <c:pt idx="426">
                  <c:v>974</c:v>
                </c:pt>
                <c:pt idx="427">
                  <c:v>973</c:v>
                </c:pt>
                <c:pt idx="428">
                  <c:v>972</c:v>
                </c:pt>
                <c:pt idx="429">
                  <c:v>971</c:v>
                </c:pt>
                <c:pt idx="430">
                  <c:v>970</c:v>
                </c:pt>
                <c:pt idx="431">
                  <c:v>969</c:v>
                </c:pt>
                <c:pt idx="432">
                  <c:v>968</c:v>
                </c:pt>
                <c:pt idx="433">
                  <c:v>967</c:v>
                </c:pt>
                <c:pt idx="434">
                  <c:v>966</c:v>
                </c:pt>
                <c:pt idx="435">
                  <c:v>965</c:v>
                </c:pt>
                <c:pt idx="436">
                  <c:v>964</c:v>
                </c:pt>
                <c:pt idx="437">
                  <c:v>963</c:v>
                </c:pt>
                <c:pt idx="438">
                  <c:v>962</c:v>
                </c:pt>
                <c:pt idx="439">
                  <c:v>961</c:v>
                </c:pt>
                <c:pt idx="440">
                  <c:v>960</c:v>
                </c:pt>
                <c:pt idx="441">
                  <c:v>959</c:v>
                </c:pt>
                <c:pt idx="442">
                  <c:v>958</c:v>
                </c:pt>
                <c:pt idx="443">
                  <c:v>957</c:v>
                </c:pt>
                <c:pt idx="444">
                  <c:v>956</c:v>
                </c:pt>
                <c:pt idx="445">
                  <c:v>955</c:v>
                </c:pt>
                <c:pt idx="446">
                  <c:v>954</c:v>
                </c:pt>
                <c:pt idx="447">
                  <c:v>953</c:v>
                </c:pt>
                <c:pt idx="448">
                  <c:v>952</c:v>
                </c:pt>
                <c:pt idx="449">
                  <c:v>951</c:v>
                </c:pt>
                <c:pt idx="450">
                  <c:v>950</c:v>
                </c:pt>
                <c:pt idx="451">
                  <c:v>949</c:v>
                </c:pt>
                <c:pt idx="452">
                  <c:v>948</c:v>
                </c:pt>
                <c:pt idx="453">
                  <c:v>947</c:v>
                </c:pt>
                <c:pt idx="454">
                  <c:v>946</c:v>
                </c:pt>
                <c:pt idx="455">
                  <c:v>945</c:v>
                </c:pt>
                <c:pt idx="456">
                  <c:v>944</c:v>
                </c:pt>
                <c:pt idx="457">
                  <c:v>943</c:v>
                </c:pt>
                <c:pt idx="458">
                  <c:v>942</c:v>
                </c:pt>
                <c:pt idx="459">
                  <c:v>941</c:v>
                </c:pt>
                <c:pt idx="460">
                  <c:v>940</c:v>
                </c:pt>
                <c:pt idx="461">
                  <c:v>939</c:v>
                </c:pt>
                <c:pt idx="462">
                  <c:v>938</c:v>
                </c:pt>
                <c:pt idx="463">
                  <c:v>937</c:v>
                </c:pt>
                <c:pt idx="464">
                  <c:v>936</c:v>
                </c:pt>
                <c:pt idx="465">
                  <c:v>935</c:v>
                </c:pt>
                <c:pt idx="466">
                  <c:v>934</c:v>
                </c:pt>
                <c:pt idx="467">
                  <c:v>933</c:v>
                </c:pt>
                <c:pt idx="468">
                  <c:v>932</c:v>
                </c:pt>
                <c:pt idx="469">
                  <c:v>931</c:v>
                </c:pt>
                <c:pt idx="470">
                  <c:v>930</c:v>
                </c:pt>
                <c:pt idx="471">
                  <c:v>929</c:v>
                </c:pt>
                <c:pt idx="472">
                  <c:v>928</c:v>
                </c:pt>
                <c:pt idx="473">
                  <c:v>927</c:v>
                </c:pt>
                <c:pt idx="474">
                  <c:v>926</c:v>
                </c:pt>
                <c:pt idx="475">
                  <c:v>925</c:v>
                </c:pt>
                <c:pt idx="476">
                  <c:v>924</c:v>
                </c:pt>
                <c:pt idx="477">
                  <c:v>923</c:v>
                </c:pt>
                <c:pt idx="478">
                  <c:v>922</c:v>
                </c:pt>
                <c:pt idx="479">
                  <c:v>921</c:v>
                </c:pt>
                <c:pt idx="480">
                  <c:v>920</c:v>
                </c:pt>
                <c:pt idx="481">
                  <c:v>919</c:v>
                </c:pt>
                <c:pt idx="482">
                  <c:v>918</c:v>
                </c:pt>
                <c:pt idx="483">
                  <c:v>917</c:v>
                </c:pt>
                <c:pt idx="484">
                  <c:v>916</c:v>
                </c:pt>
                <c:pt idx="485">
                  <c:v>915</c:v>
                </c:pt>
                <c:pt idx="486">
                  <c:v>914</c:v>
                </c:pt>
                <c:pt idx="487">
                  <c:v>913</c:v>
                </c:pt>
                <c:pt idx="488">
                  <c:v>912</c:v>
                </c:pt>
                <c:pt idx="489">
                  <c:v>911</c:v>
                </c:pt>
                <c:pt idx="490">
                  <c:v>910</c:v>
                </c:pt>
                <c:pt idx="491">
                  <c:v>909</c:v>
                </c:pt>
                <c:pt idx="492">
                  <c:v>908</c:v>
                </c:pt>
                <c:pt idx="493">
                  <c:v>907</c:v>
                </c:pt>
                <c:pt idx="494">
                  <c:v>906</c:v>
                </c:pt>
                <c:pt idx="495">
                  <c:v>905</c:v>
                </c:pt>
                <c:pt idx="496">
                  <c:v>904</c:v>
                </c:pt>
                <c:pt idx="497">
                  <c:v>903</c:v>
                </c:pt>
                <c:pt idx="498">
                  <c:v>902</c:v>
                </c:pt>
                <c:pt idx="499">
                  <c:v>901</c:v>
                </c:pt>
                <c:pt idx="500">
                  <c:v>900</c:v>
                </c:pt>
                <c:pt idx="501">
                  <c:v>899</c:v>
                </c:pt>
                <c:pt idx="502">
                  <c:v>898</c:v>
                </c:pt>
                <c:pt idx="503">
                  <c:v>897</c:v>
                </c:pt>
                <c:pt idx="504">
                  <c:v>896</c:v>
                </c:pt>
                <c:pt idx="505">
                  <c:v>895</c:v>
                </c:pt>
                <c:pt idx="506">
                  <c:v>894</c:v>
                </c:pt>
                <c:pt idx="507">
                  <c:v>893</c:v>
                </c:pt>
                <c:pt idx="508">
                  <c:v>892</c:v>
                </c:pt>
                <c:pt idx="509">
                  <c:v>891</c:v>
                </c:pt>
                <c:pt idx="510">
                  <c:v>890</c:v>
                </c:pt>
                <c:pt idx="511">
                  <c:v>889</c:v>
                </c:pt>
                <c:pt idx="512">
                  <c:v>888</c:v>
                </c:pt>
                <c:pt idx="513">
                  <c:v>887</c:v>
                </c:pt>
                <c:pt idx="514">
                  <c:v>886</c:v>
                </c:pt>
                <c:pt idx="515">
                  <c:v>885</c:v>
                </c:pt>
                <c:pt idx="516">
                  <c:v>884</c:v>
                </c:pt>
                <c:pt idx="517">
                  <c:v>883</c:v>
                </c:pt>
                <c:pt idx="518">
                  <c:v>882</c:v>
                </c:pt>
                <c:pt idx="519">
                  <c:v>881</c:v>
                </c:pt>
                <c:pt idx="520">
                  <c:v>880</c:v>
                </c:pt>
                <c:pt idx="521">
                  <c:v>879</c:v>
                </c:pt>
                <c:pt idx="522">
                  <c:v>878</c:v>
                </c:pt>
                <c:pt idx="523">
                  <c:v>877</c:v>
                </c:pt>
                <c:pt idx="524">
                  <c:v>876</c:v>
                </c:pt>
                <c:pt idx="525">
                  <c:v>875</c:v>
                </c:pt>
                <c:pt idx="526">
                  <c:v>874</c:v>
                </c:pt>
                <c:pt idx="527">
                  <c:v>873</c:v>
                </c:pt>
                <c:pt idx="528">
                  <c:v>872</c:v>
                </c:pt>
                <c:pt idx="529">
                  <c:v>871</c:v>
                </c:pt>
                <c:pt idx="530">
                  <c:v>870</c:v>
                </c:pt>
                <c:pt idx="531">
                  <c:v>869</c:v>
                </c:pt>
                <c:pt idx="532">
                  <c:v>868</c:v>
                </c:pt>
                <c:pt idx="533">
                  <c:v>867</c:v>
                </c:pt>
                <c:pt idx="534">
                  <c:v>866</c:v>
                </c:pt>
                <c:pt idx="535">
                  <c:v>865</c:v>
                </c:pt>
                <c:pt idx="536">
                  <c:v>864</c:v>
                </c:pt>
                <c:pt idx="537">
                  <c:v>863</c:v>
                </c:pt>
                <c:pt idx="538">
                  <c:v>862</c:v>
                </c:pt>
                <c:pt idx="539">
                  <c:v>861</c:v>
                </c:pt>
                <c:pt idx="540">
                  <c:v>860</c:v>
                </c:pt>
                <c:pt idx="541">
                  <c:v>859</c:v>
                </c:pt>
                <c:pt idx="542">
                  <c:v>858</c:v>
                </c:pt>
                <c:pt idx="543">
                  <c:v>857</c:v>
                </c:pt>
                <c:pt idx="544">
                  <c:v>856</c:v>
                </c:pt>
                <c:pt idx="545">
                  <c:v>855</c:v>
                </c:pt>
                <c:pt idx="546">
                  <c:v>854</c:v>
                </c:pt>
                <c:pt idx="547">
                  <c:v>853</c:v>
                </c:pt>
                <c:pt idx="548">
                  <c:v>852</c:v>
                </c:pt>
                <c:pt idx="549">
                  <c:v>851</c:v>
                </c:pt>
                <c:pt idx="550">
                  <c:v>850</c:v>
                </c:pt>
                <c:pt idx="551">
                  <c:v>849</c:v>
                </c:pt>
                <c:pt idx="552">
                  <c:v>848</c:v>
                </c:pt>
                <c:pt idx="553">
                  <c:v>847</c:v>
                </c:pt>
                <c:pt idx="554">
                  <c:v>846</c:v>
                </c:pt>
                <c:pt idx="555">
                  <c:v>845</c:v>
                </c:pt>
                <c:pt idx="556">
                  <c:v>844</c:v>
                </c:pt>
                <c:pt idx="557">
                  <c:v>843</c:v>
                </c:pt>
                <c:pt idx="558">
                  <c:v>842</c:v>
                </c:pt>
                <c:pt idx="559">
                  <c:v>841</c:v>
                </c:pt>
                <c:pt idx="560">
                  <c:v>840</c:v>
                </c:pt>
                <c:pt idx="561">
                  <c:v>839</c:v>
                </c:pt>
                <c:pt idx="562">
                  <c:v>838</c:v>
                </c:pt>
                <c:pt idx="563">
                  <c:v>837</c:v>
                </c:pt>
                <c:pt idx="564">
                  <c:v>836</c:v>
                </c:pt>
                <c:pt idx="565">
                  <c:v>835</c:v>
                </c:pt>
                <c:pt idx="566">
                  <c:v>834</c:v>
                </c:pt>
                <c:pt idx="567">
                  <c:v>833</c:v>
                </c:pt>
                <c:pt idx="568">
                  <c:v>832</c:v>
                </c:pt>
                <c:pt idx="569">
                  <c:v>831</c:v>
                </c:pt>
                <c:pt idx="570">
                  <c:v>830</c:v>
                </c:pt>
                <c:pt idx="571">
                  <c:v>829</c:v>
                </c:pt>
                <c:pt idx="572">
                  <c:v>828</c:v>
                </c:pt>
                <c:pt idx="573">
                  <c:v>827</c:v>
                </c:pt>
                <c:pt idx="574">
                  <c:v>826</c:v>
                </c:pt>
                <c:pt idx="575">
                  <c:v>825</c:v>
                </c:pt>
                <c:pt idx="576">
                  <c:v>824</c:v>
                </c:pt>
                <c:pt idx="577">
                  <c:v>823</c:v>
                </c:pt>
                <c:pt idx="578">
                  <c:v>822</c:v>
                </c:pt>
                <c:pt idx="579">
                  <c:v>821</c:v>
                </c:pt>
                <c:pt idx="580">
                  <c:v>820</c:v>
                </c:pt>
                <c:pt idx="581">
                  <c:v>819</c:v>
                </c:pt>
                <c:pt idx="582">
                  <c:v>818</c:v>
                </c:pt>
                <c:pt idx="583">
                  <c:v>817</c:v>
                </c:pt>
                <c:pt idx="584">
                  <c:v>816</c:v>
                </c:pt>
                <c:pt idx="585">
                  <c:v>815</c:v>
                </c:pt>
                <c:pt idx="586">
                  <c:v>814</c:v>
                </c:pt>
                <c:pt idx="587">
                  <c:v>813</c:v>
                </c:pt>
                <c:pt idx="588">
                  <c:v>812</c:v>
                </c:pt>
                <c:pt idx="589">
                  <c:v>811</c:v>
                </c:pt>
                <c:pt idx="590">
                  <c:v>810</c:v>
                </c:pt>
                <c:pt idx="591">
                  <c:v>809</c:v>
                </c:pt>
                <c:pt idx="592">
                  <c:v>808</c:v>
                </c:pt>
                <c:pt idx="593">
                  <c:v>807</c:v>
                </c:pt>
                <c:pt idx="594">
                  <c:v>806</c:v>
                </c:pt>
                <c:pt idx="595">
                  <c:v>805</c:v>
                </c:pt>
                <c:pt idx="596">
                  <c:v>804</c:v>
                </c:pt>
                <c:pt idx="597">
                  <c:v>803</c:v>
                </c:pt>
                <c:pt idx="598">
                  <c:v>802</c:v>
                </c:pt>
                <c:pt idx="599">
                  <c:v>801</c:v>
                </c:pt>
                <c:pt idx="600">
                  <c:v>800</c:v>
                </c:pt>
                <c:pt idx="601">
                  <c:v>799</c:v>
                </c:pt>
                <c:pt idx="602">
                  <c:v>798</c:v>
                </c:pt>
                <c:pt idx="603">
                  <c:v>797</c:v>
                </c:pt>
                <c:pt idx="604">
                  <c:v>796</c:v>
                </c:pt>
                <c:pt idx="605">
                  <c:v>795</c:v>
                </c:pt>
                <c:pt idx="606">
                  <c:v>794</c:v>
                </c:pt>
                <c:pt idx="607">
                  <c:v>793</c:v>
                </c:pt>
                <c:pt idx="608">
                  <c:v>792</c:v>
                </c:pt>
                <c:pt idx="609">
                  <c:v>791</c:v>
                </c:pt>
                <c:pt idx="610">
                  <c:v>790</c:v>
                </c:pt>
                <c:pt idx="611">
                  <c:v>789</c:v>
                </c:pt>
                <c:pt idx="612">
                  <c:v>788</c:v>
                </c:pt>
                <c:pt idx="613">
                  <c:v>787</c:v>
                </c:pt>
                <c:pt idx="614">
                  <c:v>786</c:v>
                </c:pt>
                <c:pt idx="615">
                  <c:v>785</c:v>
                </c:pt>
                <c:pt idx="616">
                  <c:v>784</c:v>
                </c:pt>
                <c:pt idx="617">
                  <c:v>783</c:v>
                </c:pt>
                <c:pt idx="618">
                  <c:v>782</c:v>
                </c:pt>
                <c:pt idx="619">
                  <c:v>781</c:v>
                </c:pt>
                <c:pt idx="620">
                  <c:v>780</c:v>
                </c:pt>
                <c:pt idx="621">
                  <c:v>779</c:v>
                </c:pt>
                <c:pt idx="622">
                  <c:v>778</c:v>
                </c:pt>
                <c:pt idx="623">
                  <c:v>777</c:v>
                </c:pt>
                <c:pt idx="624">
                  <c:v>776</c:v>
                </c:pt>
                <c:pt idx="625">
                  <c:v>775</c:v>
                </c:pt>
                <c:pt idx="626">
                  <c:v>774</c:v>
                </c:pt>
                <c:pt idx="627">
                  <c:v>773</c:v>
                </c:pt>
                <c:pt idx="628">
                  <c:v>772</c:v>
                </c:pt>
                <c:pt idx="629">
                  <c:v>771</c:v>
                </c:pt>
                <c:pt idx="630">
                  <c:v>770</c:v>
                </c:pt>
                <c:pt idx="631">
                  <c:v>769</c:v>
                </c:pt>
                <c:pt idx="632">
                  <c:v>768</c:v>
                </c:pt>
                <c:pt idx="633">
                  <c:v>767</c:v>
                </c:pt>
                <c:pt idx="634">
                  <c:v>766</c:v>
                </c:pt>
                <c:pt idx="635">
                  <c:v>765</c:v>
                </c:pt>
                <c:pt idx="636">
                  <c:v>764</c:v>
                </c:pt>
                <c:pt idx="637">
                  <c:v>763</c:v>
                </c:pt>
                <c:pt idx="638">
                  <c:v>762</c:v>
                </c:pt>
                <c:pt idx="639">
                  <c:v>761</c:v>
                </c:pt>
                <c:pt idx="640">
                  <c:v>760</c:v>
                </c:pt>
                <c:pt idx="641">
                  <c:v>759</c:v>
                </c:pt>
                <c:pt idx="642">
                  <c:v>758</c:v>
                </c:pt>
                <c:pt idx="643">
                  <c:v>757</c:v>
                </c:pt>
                <c:pt idx="644">
                  <c:v>756</c:v>
                </c:pt>
                <c:pt idx="645">
                  <c:v>755</c:v>
                </c:pt>
                <c:pt idx="646">
                  <c:v>754</c:v>
                </c:pt>
                <c:pt idx="647">
                  <c:v>753</c:v>
                </c:pt>
                <c:pt idx="648">
                  <c:v>752</c:v>
                </c:pt>
                <c:pt idx="649">
                  <c:v>751</c:v>
                </c:pt>
                <c:pt idx="650">
                  <c:v>750</c:v>
                </c:pt>
                <c:pt idx="651">
                  <c:v>749</c:v>
                </c:pt>
                <c:pt idx="652">
                  <c:v>748</c:v>
                </c:pt>
                <c:pt idx="653">
                  <c:v>747</c:v>
                </c:pt>
                <c:pt idx="654">
                  <c:v>746</c:v>
                </c:pt>
                <c:pt idx="655">
                  <c:v>745</c:v>
                </c:pt>
                <c:pt idx="656">
                  <c:v>744</c:v>
                </c:pt>
                <c:pt idx="657">
                  <c:v>743</c:v>
                </c:pt>
                <c:pt idx="658">
                  <c:v>742</c:v>
                </c:pt>
                <c:pt idx="659">
                  <c:v>741</c:v>
                </c:pt>
                <c:pt idx="660">
                  <c:v>740</c:v>
                </c:pt>
                <c:pt idx="661">
                  <c:v>739</c:v>
                </c:pt>
                <c:pt idx="662">
                  <c:v>738</c:v>
                </c:pt>
                <c:pt idx="663">
                  <c:v>737</c:v>
                </c:pt>
                <c:pt idx="664">
                  <c:v>736</c:v>
                </c:pt>
                <c:pt idx="665">
                  <c:v>735</c:v>
                </c:pt>
                <c:pt idx="666">
                  <c:v>734</c:v>
                </c:pt>
                <c:pt idx="667">
                  <c:v>733</c:v>
                </c:pt>
                <c:pt idx="668">
                  <c:v>732</c:v>
                </c:pt>
                <c:pt idx="669">
                  <c:v>731</c:v>
                </c:pt>
                <c:pt idx="670">
                  <c:v>730</c:v>
                </c:pt>
                <c:pt idx="671">
                  <c:v>729</c:v>
                </c:pt>
                <c:pt idx="672">
                  <c:v>728</c:v>
                </c:pt>
                <c:pt idx="673">
                  <c:v>727</c:v>
                </c:pt>
                <c:pt idx="674">
                  <c:v>726</c:v>
                </c:pt>
                <c:pt idx="675">
                  <c:v>725</c:v>
                </c:pt>
                <c:pt idx="676">
                  <c:v>724</c:v>
                </c:pt>
                <c:pt idx="677">
                  <c:v>723</c:v>
                </c:pt>
                <c:pt idx="678">
                  <c:v>722</c:v>
                </c:pt>
                <c:pt idx="679">
                  <c:v>721</c:v>
                </c:pt>
                <c:pt idx="680">
                  <c:v>720</c:v>
                </c:pt>
                <c:pt idx="681">
                  <c:v>719</c:v>
                </c:pt>
                <c:pt idx="682">
                  <c:v>718</c:v>
                </c:pt>
                <c:pt idx="683">
                  <c:v>717</c:v>
                </c:pt>
                <c:pt idx="684">
                  <c:v>716</c:v>
                </c:pt>
                <c:pt idx="685">
                  <c:v>715</c:v>
                </c:pt>
                <c:pt idx="686">
                  <c:v>714</c:v>
                </c:pt>
                <c:pt idx="687">
                  <c:v>713</c:v>
                </c:pt>
                <c:pt idx="688">
                  <c:v>712</c:v>
                </c:pt>
                <c:pt idx="689">
                  <c:v>711</c:v>
                </c:pt>
                <c:pt idx="690">
                  <c:v>710</c:v>
                </c:pt>
                <c:pt idx="691">
                  <c:v>709</c:v>
                </c:pt>
                <c:pt idx="692">
                  <c:v>708</c:v>
                </c:pt>
                <c:pt idx="693">
                  <c:v>707</c:v>
                </c:pt>
                <c:pt idx="694">
                  <c:v>706</c:v>
                </c:pt>
                <c:pt idx="695">
                  <c:v>705</c:v>
                </c:pt>
                <c:pt idx="696">
                  <c:v>704</c:v>
                </c:pt>
                <c:pt idx="697">
                  <c:v>703</c:v>
                </c:pt>
                <c:pt idx="698">
                  <c:v>702</c:v>
                </c:pt>
                <c:pt idx="699">
                  <c:v>701</c:v>
                </c:pt>
                <c:pt idx="700">
                  <c:v>700</c:v>
                </c:pt>
                <c:pt idx="701">
                  <c:v>699</c:v>
                </c:pt>
                <c:pt idx="702">
                  <c:v>698</c:v>
                </c:pt>
                <c:pt idx="703">
                  <c:v>697</c:v>
                </c:pt>
                <c:pt idx="704">
                  <c:v>696</c:v>
                </c:pt>
                <c:pt idx="705">
                  <c:v>695</c:v>
                </c:pt>
                <c:pt idx="706">
                  <c:v>694</c:v>
                </c:pt>
                <c:pt idx="707">
                  <c:v>693</c:v>
                </c:pt>
                <c:pt idx="708">
                  <c:v>692</c:v>
                </c:pt>
                <c:pt idx="709">
                  <c:v>691</c:v>
                </c:pt>
                <c:pt idx="710">
                  <c:v>690</c:v>
                </c:pt>
                <c:pt idx="711">
                  <c:v>689</c:v>
                </c:pt>
                <c:pt idx="712">
                  <c:v>688</c:v>
                </c:pt>
                <c:pt idx="713">
                  <c:v>687</c:v>
                </c:pt>
                <c:pt idx="714">
                  <c:v>686</c:v>
                </c:pt>
                <c:pt idx="715">
                  <c:v>685</c:v>
                </c:pt>
                <c:pt idx="716">
                  <c:v>684</c:v>
                </c:pt>
                <c:pt idx="717">
                  <c:v>683</c:v>
                </c:pt>
                <c:pt idx="718">
                  <c:v>682</c:v>
                </c:pt>
                <c:pt idx="719">
                  <c:v>681</c:v>
                </c:pt>
                <c:pt idx="720">
                  <c:v>680</c:v>
                </c:pt>
                <c:pt idx="721">
                  <c:v>679</c:v>
                </c:pt>
                <c:pt idx="722">
                  <c:v>678</c:v>
                </c:pt>
                <c:pt idx="723">
                  <c:v>677</c:v>
                </c:pt>
                <c:pt idx="724">
                  <c:v>676</c:v>
                </c:pt>
                <c:pt idx="725">
                  <c:v>675</c:v>
                </c:pt>
                <c:pt idx="726">
                  <c:v>674</c:v>
                </c:pt>
                <c:pt idx="727">
                  <c:v>673</c:v>
                </c:pt>
                <c:pt idx="728">
                  <c:v>672</c:v>
                </c:pt>
                <c:pt idx="729">
                  <c:v>671</c:v>
                </c:pt>
                <c:pt idx="730">
                  <c:v>670</c:v>
                </c:pt>
                <c:pt idx="731">
                  <c:v>669</c:v>
                </c:pt>
                <c:pt idx="732">
                  <c:v>668</c:v>
                </c:pt>
                <c:pt idx="733">
                  <c:v>667</c:v>
                </c:pt>
                <c:pt idx="734">
                  <c:v>666</c:v>
                </c:pt>
                <c:pt idx="735">
                  <c:v>665</c:v>
                </c:pt>
                <c:pt idx="736">
                  <c:v>664</c:v>
                </c:pt>
                <c:pt idx="737">
                  <c:v>663</c:v>
                </c:pt>
                <c:pt idx="738">
                  <c:v>662</c:v>
                </c:pt>
                <c:pt idx="739">
                  <c:v>661</c:v>
                </c:pt>
                <c:pt idx="740">
                  <c:v>660</c:v>
                </c:pt>
                <c:pt idx="741">
                  <c:v>659</c:v>
                </c:pt>
                <c:pt idx="742">
                  <c:v>658</c:v>
                </c:pt>
                <c:pt idx="743">
                  <c:v>657</c:v>
                </c:pt>
                <c:pt idx="744">
                  <c:v>656</c:v>
                </c:pt>
                <c:pt idx="745">
                  <c:v>655</c:v>
                </c:pt>
                <c:pt idx="746">
                  <c:v>654</c:v>
                </c:pt>
                <c:pt idx="747">
                  <c:v>653</c:v>
                </c:pt>
                <c:pt idx="748">
                  <c:v>652</c:v>
                </c:pt>
                <c:pt idx="749">
                  <c:v>651</c:v>
                </c:pt>
                <c:pt idx="750">
                  <c:v>650</c:v>
                </c:pt>
                <c:pt idx="751">
                  <c:v>649</c:v>
                </c:pt>
                <c:pt idx="752">
                  <c:v>648</c:v>
                </c:pt>
                <c:pt idx="753">
                  <c:v>647</c:v>
                </c:pt>
                <c:pt idx="754">
                  <c:v>646</c:v>
                </c:pt>
                <c:pt idx="755">
                  <c:v>645</c:v>
                </c:pt>
                <c:pt idx="756">
                  <c:v>644</c:v>
                </c:pt>
                <c:pt idx="757">
                  <c:v>643</c:v>
                </c:pt>
                <c:pt idx="758">
                  <c:v>642</c:v>
                </c:pt>
                <c:pt idx="759">
                  <c:v>641</c:v>
                </c:pt>
                <c:pt idx="760">
                  <c:v>640</c:v>
                </c:pt>
                <c:pt idx="761">
                  <c:v>639</c:v>
                </c:pt>
                <c:pt idx="762">
                  <c:v>638</c:v>
                </c:pt>
                <c:pt idx="763">
                  <c:v>637</c:v>
                </c:pt>
                <c:pt idx="764">
                  <c:v>636</c:v>
                </c:pt>
                <c:pt idx="765">
                  <c:v>635</c:v>
                </c:pt>
                <c:pt idx="766">
                  <c:v>634</c:v>
                </c:pt>
                <c:pt idx="767">
                  <c:v>633</c:v>
                </c:pt>
                <c:pt idx="768">
                  <c:v>632</c:v>
                </c:pt>
                <c:pt idx="769">
                  <c:v>631</c:v>
                </c:pt>
                <c:pt idx="770">
                  <c:v>630</c:v>
                </c:pt>
                <c:pt idx="771">
                  <c:v>629</c:v>
                </c:pt>
                <c:pt idx="772">
                  <c:v>628</c:v>
                </c:pt>
                <c:pt idx="773">
                  <c:v>627</c:v>
                </c:pt>
                <c:pt idx="774">
                  <c:v>626</c:v>
                </c:pt>
                <c:pt idx="775">
                  <c:v>625</c:v>
                </c:pt>
                <c:pt idx="776">
                  <c:v>624</c:v>
                </c:pt>
                <c:pt idx="777">
                  <c:v>623</c:v>
                </c:pt>
                <c:pt idx="778">
                  <c:v>622</c:v>
                </c:pt>
                <c:pt idx="779">
                  <c:v>621</c:v>
                </c:pt>
                <c:pt idx="780">
                  <c:v>620</c:v>
                </c:pt>
                <c:pt idx="781">
                  <c:v>619</c:v>
                </c:pt>
                <c:pt idx="782">
                  <c:v>618</c:v>
                </c:pt>
                <c:pt idx="783">
                  <c:v>617</c:v>
                </c:pt>
                <c:pt idx="784">
                  <c:v>616</c:v>
                </c:pt>
                <c:pt idx="785">
                  <c:v>615</c:v>
                </c:pt>
                <c:pt idx="786">
                  <c:v>614</c:v>
                </c:pt>
                <c:pt idx="787">
                  <c:v>613</c:v>
                </c:pt>
                <c:pt idx="788">
                  <c:v>612</c:v>
                </c:pt>
                <c:pt idx="789">
                  <c:v>611</c:v>
                </c:pt>
                <c:pt idx="790">
                  <c:v>610</c:v>
                </c:pt>
                <c:pt idx="791">
                  <c:v>609</c:v>
                </c:pt>
                <c:pt idx="792">
                  <c:v>608</c:v>
                </c:pt>
                <c:pt idx="793">
                  <c:v>607</c:v>
                </c:pt>
                <c:pt idx="794">
                  <c:v>606</c:v>
                </c:pt>
                <c:pt idx="795">
                  <c:v>605</c:v>
                </c:pt>
                <c:pt idx="796">
                  <c:v>604</c:v>
                </c:pt>
                <c:pt idx="797">
                  <c:v>603</c:v>
                </c:pt>
                <c:pt idx="798">
                  <c:v>602</c:v>
                </c:pt>
                <c:pt idx="799">
                  <c:v>601</c:v>
                </c:pt>
                <c:pt idx="800">
                  <c:v>600</c:v>
                </c:pt>
                <c:pt idx="801">
                  <c:v>599</c:v>
                </c:pt>
                <c:pt idx="802">
                  <c:v>598</c:v>
                </c:pt>
                <c:pt idx="803">
                  <c:v>597</c:v>
                </c:pt>
                <c:pt idx="804">
                  <c:v>596</c:v>
                </c:pt>
                <c:pt idx="805">
                  <c:v>595</c:v>
                </c:pt>
                <c:pt idx="806">
                  <c:v>594</c:v>
                </c:pt>
                <c:pt idx="807">
                  <c:v>593</c:v>
                </c:pt>
                <c:pt idx="808">
                  <c:v>592</c:v>
                </c:pt>
                <c:pt idx="809">
                  <c:v>591</c:v>
                </c:pt>
                <c:pt idx="810">
                  <c:v>590</c:v>
                </c:pt>
                <c:pt idx="811">
                  <c:v>589</c:v>
                </c:pt>
                <c:pt idx="812">
                  <c:v>588</c:v>
                </c:pt>
                <c:pt idx="813">
                  <c:v>587</c:v>
                </c:pt>
                <c:pt idx="814">
                  <c:v>586</c:v>
                </c:pt>
                <c:pt idx="815">
                  <c:v>585</c:v>
                </c:pt>
                <c:pt idx="816">
                  <c:v>584</c:v>
                </c:pt>
                <c:pt idx="817">
                  <c:v>583</c:v>
                </c:pt>
                <c:pt idx="818">
                  <c:v>582</c:v>
                </c:pt>
                <c:pt idx="819">
                  <c:v>581</c:v>
                </c:pt>
                <c:pt idx="820">
                  <c:v>580</c:v>
                </c:pt>
                <c:pt idx="821">
                  <c:v>579</c:v>
                </c:pt>
                <c:pt idx="822">
                  <c:v>578</c:v>
                </c:pt>
                <c:pt idx="823">
                  <c:v>577</c:v>
                </c:pt>
                <c:pt idx="824">
                  <c:v>576</c:v>
                </c:pt>
                <c:pt idx="825">
                  <c:v>575</c:v>
                </c:pt>
                <c:pt idx="826">
                  <c:v>574</c:v>
                </c:pt>
                <c:pt idx="827">
                  <c:v>573</c:v>
                </c:pt>
                <c:pt idx="828">
                  <c:v>572</c:v>
                </c:pt>
                <c:pt idx="829">
                  <c:v>571</c:v>
                </c:pt>
                <c:pt idx="830">
                  <c:v>570</c:v>
                </c:pt>
                <c:pt idx="831">
                  <c:v>569</c:v>
                </c:pt>
                <c:pt idx="832">
                  <c:v>568</c:v>
                </c:pt>
                <c:pt idx="833">
                  <c:v>567</c:v>
                </c:pt>
                <c:pt idx="834">
                  <c:v>566</c:v>
                </c:pt>
                <c:pt idx="835">
                  <c:v>565</c:v>
                </c:pt>
                <c:pt idx="836">
                  <c:v>564</c:v>
                </c:pt>
                <c:pt idx="837">
                  <c:v>563</c:v>
                </c:pt>
                <c:pt idx="838">
                  <c:v>562</c:v>
                </c:pt>
                <c:pt idx="839">
                  <c:v>561</c:v>
                </c:pt>
                <c:pt idx="840">
                  <c:v>560</c:v>
                </c:pt>
                <c:pt idx="841">
                  <c:v>559</c:v>
                </c:pt>
                <c:pt idx="842">
                  <c:v>558</c:v>
                </c:pt>
                <c:pt idx="843">
                  <c:v>557</c:v>
                </c:pt>
                <c:pt idx="844">
                  <c:v>556</c:v>
                </c:pt>
                <c:pt idx="845">
                  <c:v>555</c:v>
                </c:pt>
                <c:pt idx="846">
                  <c:v>554</c:v>
                </c:pt>
                <c:pt idx="847">
                  <c:v>553</c:v>
                </c:pt>
                <c:pt idx="848">
                  <c:v>552</c:v>
                </c:pt>
                <c:pt idx="849">
                  <c:v>551</c:v>
                </c:pt>
                <c:pt idx="850">
                  <c:v>550</c:v>
                </c:pt>
                <c:pt idx="851">
                  <c:v>549</c:v>
                </c:pt>
                <c:pt idx="852">
                  <c:v>548</c:v>
                </c:pt>
                <c:pt idx="853">
                  <c:v>547</c:v>
                </c:pt>
                <c:pt idx="854">
                  <c:v>546</c:v>
                </c:pt>
                <c:pt idx="855">
                  <c:v>545</c:v>
                </c:pt>
                <c:pt idx="856">
                  <c:v>544</c:v>
                </c:pt>
                <c:pt idx="857">
                  <c:v>543</c:v>
                </c:pt>
                <c:pt idx="858">
                  <c:v>542</c:v>
                </c:pt>
                <c:pt idx="859">
                  <c:v>541</c:v>
                </c:pt>
                <c:pt idx="860">
                  <c:v>540</c:v>
                </c:pt>
                <c:pt idx="861">
                  <c:v>539</c:v>
                </c:pt>
                <c:pt idx="862">
                  <c:v>538</c:v>
                </c:pt>
                <c:pt idx="863">
                  <c:v>537</c:v>
                </c:pt>
                <c:pt idx="864">
                  <c:v>536</c:v>
                </c:pt>
                <c:pt idx="865">
                  <c:v>535</c:v>
                </c:pt>
                <c:pt idx="866">
                  <c:v>534</c:v>
                </c:pt>
                <c:pt idx="867">
                  <c:v>533</c:v>
                </c:pt>
                <c:pt idx="868">
                  <c:v>532</c:v>
                </c:pt>
                <c:pt idx="869">
                  <c:v>531</c:v>
                </c:pt>
                <c:pt idx="870">
                  <c:v>530</c:v>
                </c:pt>
                <c:pt idx="871">
                  <c:v>529</c:v>
                </c:pt>
                <c:pt idx="872">
                  <c:v>528</c:v>
                </c:pt>
                <c:pt idx="873">
                  <c:v>527</c:v>
                </c:pt>
                <c:pt idx="874">
                  <c:v>526</c:v>
                </c:pt>
                <c:pt idx="875">
                  <c:v>525</c:v>
                </c:pt>
                <c:pt idx="876">
                  <c:v>524</c:v>
                </c:pt>
                <c:pt idx="877">
                  <c:v>523</c:v>
                </c:pt>
                <c:pt idx="878">
                  <c:v>522</c:v>
                </c:pt>
                <c:pt idx="879">
                  <c:v>521</c:v>
                </c:pt>
                <c:pt idx="880">
                  <c:v>520</c:v>
                </c:pt>
                <c:pt idx="881">
                  <c:v>519</c:v>
                </c:pt>
                <c:pt idx="882">
                  <c:v>518</c:v>
                </c:pt>
                <c:pt idx="883">
                  <c:v>517</c:v>
                </c:pt>
                <c:pt idx="884">
                  <c:v>516</c:v>
                </c:pt>
                <c:pt idx="885">
                  <c:v>515</c:v>
                </c:pt>
                <c:pt idx="886">
                  <c:v>514</c:v>
                </c:pt>
                <c:pt idx="887">
                  <c:v>513</c:v>
                </c:pt>
                <c:pt idx="888">
                  <c:v>512</c:v>
                </c:pt>
                <c:pt idx="889">
                  <c:v>511</c:v>
                </c:pt>
                <c:pt idx="890">
                  <c:v>510</c:v>
                </c:pt>
                <c:pt idx="891">
                  <c:v>509</c:v>
                </c:pt>
                <c:pt idx="892">
                  <c:v>508</c:v>
                </c:pt>
                <c:pt idx="893">
                  <c:v>507</c:v>
                </c:pt>
                <c:pt idx="894">
                  <c:v>506</c:v>
                </c:pt>
                <c:pt idx="895">
                  <c:v>505</c:v>
                </c:pt>
                <c:pt idx="896">
                  <c:v>504</c:v>
                </c:pt>
                <c:pt idx="897">
                  <c:v>503</c:v>
                </c:pt>
                <c:pt idx="898">
                  <c:v>502</c:v>
                </c:pt>
                <c:pt idx="899">
                  <c:v>501</c:v>
                </c:pt>
                <c:pt idx="900">
                  <c:v>500</c:v>
                </c:pt>
                <c:pt idx="901">
                  <c:v>499</c:v>
                </c:pt>
                <c:pt idx="902">
                  <c:v>498</c:v>
                </c:pt>
                <c:pt idx="903">
                  <c:v>497</c:v>
                </c:pt>
                <c:pt idx="904">
                  <c:v>496</c:v>
                </c:pt>
                <c:pt idx="905">
                  <c:v>495</c:v>
                </c:pt>
                <c:pt idx="906">
                  <c:v>494</c:v>
                </c:pt>
                <c:pt idx="907">
                  <c:v>493</c:v>
                </c:pt>
                <c:pt idx="908">
                  <c:v>492</c:v>
                </c:pt>
                <c:pt idx="909">
                  <c:v>491</c:v>
                </c:pt>
                <c:pt idx="910">
                  <c:v>490</c:v>
                </c:pt>
                <c:pt idx="911">
                  <c:v>489</c:v>
                </c:pt>
                <c:pt idx="912">
                  <c:v>488</c:v>
                </c:pt>
                <c:pt idx="913">
                  <c:v>487</c:v>
                </c:pt>
                <c:pt idx="914">
                  <c:v>486</c:v>
                </c:pt>
                <c:pt idx="915">
                  <c:v>485</c:v>
                </c:pt>
                <c:pt idx="916">
                  <c:v>484</c:v>
                </c:pt>
                <c:pt idx="917">
                  <c:v>483</c:v>
                </c:pt>
                <c:pt idx="918">
                  <c:v>482</c:v>
                </c:pt>
                <c:pt idx="919">
                  <c:v>481</c:v>
                </c:pt>
                <c:pt idx="920">
                  <c:v>480</c:v>
                </c:pt>
                <c:pt idx="921">
                  <c:v>479</c:v>
                </c:pt>
                <c:pt idx="922">
                  <c:v>478</c:v>
                </c:pt>
                <c:pt idx="923">
                  <c:v>477</c:v>
                </c:pt>
                <c:pt idx="924">
                  <c:v>476</c:v>
                </c:pt>
                <c:pt idx="925">
                  <c:v>475</c:v>
                </c:pt>
                <c:pt idx="926">
                  <c:v>474</c:v>
                </c:pt>
                <c:pt idx="927">
                  <c:v>473</c:v>
                </c:pt>
                <c:pt idx="928">
                  <c:v>472</c:v>
                </c:pt>
                <c:pt idx="929">
                  <c:v>471</c:v>
                </c:pt>
                <c:pt idx="930">
                  <c:v>470</c:v>
                </c:pt>
                <c:pt idx="931">
                  <c:v>469</c:v>
                </c:pt>
                <c:pt idx="932">
                  <c:v>468</c:v>
                </c:pt>
                <c:pt idx="933">
                  <c:v>467</c:v>
                </c:pt>
                <c:pt idx="934">
                  <c:v>466</c:v>
                </c:pt>
                <c:pt idx="935">
                  <c:v>465</c:v>
                </c:pt>
                <c:pt idx="936">
                  <c:v>464</c:v>
                </c:pt>
                <c:pt idx="937">
                  <c:v>463</c:v>
                </c:pt>
                <c:pt idx="938">
                  <c:v>462</c:v>
                </c:pt>
                <c:pt idx="939">
                  <c:v>461</c:v>
                </c:pt>
                <c:pt idx="940">
                  <c:v>460</c:v>
                </c:pt>
                <c:pt idx="941">
                  <c:v>459</c:v>
                </c:pt>
                <c:pt idx="942">
                  <c:v>458</c:v>
                </c:pt>
                <c:pt idx="943">
                  <c:v>457</c:v>
                </c:pt>
                <c:pt idx="944">
                  <c:v>456</c:v>
                </c:pt>
                <c:pt idx="945">
                  <c:v>455</c:v>
                </c:pt>
                <c:pt idx="946">
                  <c:v>454</c:v>
                </c:pt>
                <c:pt idx="947">
                  <c:v>453</c:v>
                </c:pt>
                <c:pt idx="948">
                  <c:v>452</c:v>
                </c:pt>
                <c:pt idx="949">
                  <c:v>451</c:v>
                </c:pt>
                <c:pt idx="950">
                  <c:v>450</c:v>
                </c:pt>
                <c:pt idx="951">
                  <c:v>449</c:v>
                </c:pt>
                <c:pt idx="952">
                  <c:v>448</c:v>
                </c:pt>
                <c:pt idx="953">
                  <c:v>447</c:v>
                </c:pt>
                <c:pt idx="954">
                  <c:v>446</c:v>
                </c:pt>
                <c:pt idx="955">
                  <c:v>445</c:v>
                </c:pt>
                <c:pt idx="956">
                  <c:v>444</c:v>
                </c:pt>
                <c:pt idx="957">
                  <c:v>443</c:v>
                </c:pt>
                <c:pt idx="958">
                  <c:v>442</c:v>
                </c:pt>
                <c:pt idx="959">
                  <c:v>441</c:v>
                </c:pt>
                <c:pt idx="960">
                  <c:v>440</c:v>
                </c:pt>
                <c:pt idx="961">
                  <c:v>439</c:v>
                </c:pt>
                <c:pt idx="962">
                  <c:v>438</c:v>
                </c:pt>
                <c:pt idx="963">
                  <c:v>437</c:v>
                </c:pt>
                <c:pt idx="964">
                  <c:v>436</c:v>
                </c:pt>
                <c:pt idx="965">
                  <c:v>435</c:v>
                </c:pt>
                <c:pt idx="966">
                  <c:v>434</c:v>
                </c:pt>
                <c:pt idx="967">
                  <c:v>433</c:v>
                </c:pt>
                <c:pt idx="968">
                  <c:v>432</c:v>
                </c:pt>
                <c:pt idx="969">
                  <c:v>431</c:v>
                </c:pt>
                <c:pt idx="970">
                  <c:v>430</c:v>
                </c:pt>
                <c:pt idx="971">
                  <c:v>429</c:v>
                </c:pt>
                <c:pt idx="972">
                  <c:v>428</c:v>
                </c:pt>
                <c:pt idx="973">
                  <c:v>427</c:v>
                </c:pt>
                <c:pt idx="974">
                  <c:v>426</c:v>
                </c:pt>
                <c:pt idx="975">
                  <c:v>425</c:v>
                </c:pt>
                <c:pt idx="976">
                  <c:v>424</c:v>
                </c:pt>
                <c:pt idx="977">
                  <c:v>423</c:v>
                </c:pt>
                <c:pt idx="978">
                  <c:v>422</c:v>
                </c:pt>
                <c:pt idx="979">
                  <c:v>421</c:v>
                </c:pt>
                <c:pt idx="980">
                  <c:v>420</c:v>
                </c:pt>
                <c:pt idx="981">
                  <c:v>419</c:v>
                </c:pt>
                <c:pt idx="982">
                  <c:v>418</c:v>
                </c:pt>
                <c:pt idx="983">
                  <c:v>417</c:v>
                </c:pt>
                <c:pt idx="984">
                  <c:v>416</c:v>
                </c:pt>
                <c:pt idx="985">
                  <c:v>415</c:v>
                </c:pt>
                <c:pt idx="986">
                  <c:v>414</c:v>
                </c:pt>
                <c:pt idx="987">
                  <c:v>413</c:v>
                </c:pt>
                <c:pt idx="988">
                  <c:v>412</c:v>
                </c:pt>
                <c:pt idx="989">
                  <c:v>411</c:v>
                </c:pt>
                <c:pt idx="990">
                  <c:v>410</c:v>
                </c:pt>
                <c:pt idx="991">
                  <c:v>409</c:v>
                </c:pt>
                <c:pt idx="992">
                  <c:v>408</c:v>
                </c:pt>
                <c:pt idx="993">
                  <c:v>407</c:v>
                </c:pt>
                <c:pt idx="994">
                  <c:v>406</c:v>
                </c:pt>
                <c:pt idx="995">
                  <c:v>405</c:v>
                </c:pt>
                <c:pt idx="996">
                  <c:v>404</c:v>
                </c:pt>
                <c:pt idx="997">
                  <c:v>403</c:v>
                </c:pt>
                <c:pt idx="998">
                  <c:v>402</c:v>
                </c:pt>
                <c:pt idx="999">
                  <c:v>401</c:v>
                </c:pt>
                <c:pt idx="1000">
                  <c:v>400</c:v>
                </c:pt>
                <c:pt idx="1001">
                  <c:v>399</c:v>
                </c:pt>
                <c:pt idx="1002">
                  <c:v>398</c:v>
                </c:pt>
                <c:pt idx="1003">
                  <c:v>397</c:v>
                </c:pt>
                <c:pt idx="1004">
                  <c:v>396</c:v>
                </c:pt>
                <c:pt idx="1005">
                  <c:v>395</c:v>
                </c:pt>
                <c:pt idx="1006">
                  <c:v>394</c:v>
                </c:pt>
                <c:pt idx="1007">
                  <c:v>393</c:v>
                </c:pt>
                <c:pt idx="1008">
                  <c:v>392</c:v>
                </c:pt>
                <c:pt idx="1009">
                  <c:v>391</c:v>
                </c:pt>
                <c:pt idx="1010">
                  <c:v>390</c:v>
                </c:pt>
                <c:pt idx="1011">
                  <c:v>389</c:v>
                </c:pt>
                <c:pt idx="1012">
                  <c:v>388</c:v>
                </c:pt>
                <c:pt idx="1013">
                  <c:v>387</c:v>
                </c:pt>
                <c:pt idx="1014">
                  <c:v>386</c:v>
                </c:pt>
                <c:pt idx="1015">
                  <c:v>385</c:v>
                </c:pt>
                <c:pt idx="1016">
                  <c:v>384</c:v>
                </c:pt>
                <c:pt idx="1017">
                  <c:v>383</c:v>
                </c:pt>
                <c:pt idx="1018">
                  <c:v>382</c:v>
                </c:pt>
                <c:pt idx="1019">
                  <c:v>381</c:v>
                </c:pt>
                <c:pt idx="1020">
                  <c:v>380</c:v>
                </c:pt>
                <c:pt idx="1021">
                  <c:v>379</c:v>
                </c:pt>
                <c:pt idx="1022">
                  <c:v>378</c:v>
                </c:pt>
                <c:pt idx="1023">
                  <c:v>377</c:v>
                </c:pt>
                <c:pt idx="1024">
                  <c:v>376</c:v>
                </c:pt>
                <c:pt idx="1025">
                  <c:v>375</c:v>
                </c:pt>
                <c:pt idx="1026">
                  <c:v>374</c:v>
                </c:pt>
                <c:pt idx="1027">
                  <c:v>373</c:v>
                </c:pt>
                <c:pt idx="1028">
                  <c:v>372</c:v>
                </c:pt>
                <c:pt idx="1029">
                  <c:v>371</c:v>
                </c:pt>
                <c:pt idx="1030">
                  <c:v>370</c:v>
                </c:pt>
                <c:pt idx="1031">
                  <c:v>369</c:v>
                </c:pt>
                <c:pt idx="1032">
                  <c:v>368</c:v>
                </c:pt>
                <c:pt idx="1033">
                  <c:v>367</c:v>
                </c:pt>
                <c:pt idx="1034">
                  <c:v>366</c:v>
                </c:pt>
                <c:pt idx="1035">
                  <c:v>365</c:v>
                </c:pt>
                <c:pt idx="1036">
                  <c:v>364</c:v>
                </c:pt>
                <c:pt idx="1037">
                  <c:v>363</c:v>
                </c:pt>
                <c:pt idx="1038">
                  <c:v>362</c:v>
                </c:pt>
                <c:pt idx="1039">
                  <c:v>361</c:v>
                </c:pt>
                <c:pt idx="1040">
                  <c:v>360</c:v>
                </c:pt>
                <c:pt idx="1041">
                  <c:v>359</c:v>
                </c:pt>
                <c:pt idx="1042">
                  <c:v>358</c:v>
                </c:pt>
                <c:pt idx="1043">
                  <c:v>357</c:v>
                </c:pt>
                <c:pt idx="1044">
                  <c:v>356</c:v>
                </c:pt>
                <c:pt idx="1045">
                  <c:v>355</c:v>
                </c:pt>
                <c:pt idx="1046">
                  <c:v>354</c:v>
                </c:pt>
                <c:pt idx="1047">
                  <c:v>353</c:v>
                </c:pt>
                <c:pt idx="1048">
                  <c:v>352</c:v>
                </c:pt>
                <c:pt idx="1049">
                  <c:v>351</c:v>
                </c:pt>
                <c:pt idx="1050">
                  <c:v>350</c:v>
                </c:pt>
                <c:pt idx="1051">
                  <c:v>349</c:v>
                </c:pt>
                <c:pt idx="1052">
                  <c:v>348</c:v>
                </c:pt>
                <c:pt idx="1053">
                  <c:v>347</c:v>
                </c:pt>
                <c:pt idx="1054">
                  <c:v>346</c:v>
                </c:pt>
                <c:pt idx="1055">
                  <c:v>345</c:v>
                </c:pt>
                <c:pt idx="1056">
                  <c:v>344</c:v>
                </c:pt>
                <c:pt idx="1057">
                  <c:v>343</c:v>
                </c:pt>
                <c:pt idx="1058">
                  <c:v>342</c:v>
                </c:pt>
                <c:pt idx="1059">
                  <c:v>341</c:v>
                </c:pt>
                <c:pt idx="1060">
                  <c:v>340</c:v>
                </c:pt>
                <c:pt idx="1061">
                  <c:v>339</c:v>
                </c:pt>
                <c:pt idx="1062">
                  <c:v>338</c:v>
                </c:pt>
                <c:pt idx="1063">
                  <c:v>337</c:v>
                </c:pt>
                <c:pt idx="1064">
                  <c:v>336</c:v>
                </c:pt>
                <c:pt idx="1065">
                  <c:v>335</c:v>
                </c:pt>
                <c:pt idx="1066">
                  <c:v>334</c:v>
                </c:pt>
                <c:pt idx="1067">
                  <c:v>333</c:v>
                </c:pt>
                <c:pt idx="1068">
                  <c:v>332</c:v>
                </c:pt>
                <c:pt idx="1069">
                  <c:v>331</c:v>
                </c:pt>
                <c:pt idx="1070">
                  <c:v>330</c:v>
                </c:pt>
                <c:pt idx="1071">
                  <c:v>329</c:v>
                </c:pt>
                <c:pt idx="1072">
                  <c:v>328</c:v>
                </c:pt>
                <c:pt idx="1073">
                  <c:v>327</c:v>
                </c:pt>
                <c:pt idx="1074">
                  <c:v>326</c:v>
                </c:pt>
                <c:pt idx="1075">
                  <c:v>325</c:v>
                </c:pt>
                <c:pt idx="1076">
                  <c:v>324</c:v>
                </c:pt>
                <c:pt idx="1077">
                  <c:v>323</c:v>
                </c:pt>
                <c:pt idx="1078">
                  <c:v>322</c:v>
                </c:pt>
                <c:pt idx="1079">
                  <c:v>321</c:v>
                </c:pt>
                <c:pt idx="1080">
                  <c:v>320</c:v>
                </c:pt>
                <c:pt idx="1081">
                  <c:v>319</c:v>
                </c:pt>
                <c:pt idx="1082">
                  <c:v>318</c:v>
                </c:pt>
                <c:pt idx="1083">
                  <c:v>317</c:v>
                </c:pt>
                <c:pt idx="1084">
                  <c:v>316</c:v>
                </c:pt>
                <c:pt idx="1085">
                  <c:v>315</c:v>
                </c:pt>
                <c:pt idx="1086">
                  <c:v>314</c:v>
                </c:pt>
                <c:pt idx="1087">
                  <c:v>313</c:v>
                </c:pt>
                <c:pt idx="1088">
                  <c:v>312</c:v>
                </c:pt>
                <c:pt idx="1089">
                  <c:v>311</c:v>
                </c:pt>
                <c:pt idx="1090">
                  <c:v>310</c:v>
                </c:pt>
                <c:pt idx="1091">
                  <c:v>309</c:v>
                </c:pt>
                <c:pt idx="1092">
                  <c:v>308</c:v>
                </c:pt>
                <c:pt idx="1093">
                  <c:v>307</c:v>
                </c:pt>
                <c:pt idx="1094">
                  <c:v>306</c:v>
                </c:pt>
                <c:pt idx="1095">
                  <c:v>305</c:v>
                </c:pt>
                <c:pt idx="1096">
                  <c:v>304</c:v>
                </c:pt>
                <c:pt idx="1097">
                  <c:v>303</c:v>
                </c:pt>
                <c:pt idx="1098">
                  <c:v>302</c:v>
                </c:pt>
                <c:pt idx="1099">
                  <c:v>301</c:v>
                </c:pt>
                <c:pt idx="1100">
                  <c:v>300</c:v>
                </c:pt>
                <c:pt idx="1101">
                  <c:v>299</c:v>
                </c:pt>
              </c:numCache>
            </c:numRef>
          </c:xVal>
          <c:yVal>
            <c:numRef>
              <c:f>'CG 20260720'!$K$2:$K$1103</c:f>
              <c:numCache>
                <c:formatCode>General</c:formatCode>
                <c:ptCount val="1102"/>
                <c:pt idx="0">
                  <c:v>0.25188162920000001</c:v>
                </c:pt>
                <c:pt idx="1">
                  <c:v>0.24846321339999999</c:v>
                </c:pt>
                <c:pt idx="2">
                  <c:v>0.24993513519999999</c:v>
                </c:pt>
                <c:pt idx="3">
                  <c:v>0.2497715056</c:v>
                </c:pt>
                <c:pt idx="4">
                  <c:v>0.24747537080000001</c:v>
                </c:pt>
                <c:pt idx="5">
                  <c:v>0.24659837779999999</c:v>
                </c:pt>
                <c:pt idx="6">
                  <c:v>0.24629932639999999</c:v>
                </c:pt>
                <c:pt idx="7">
                  <c:v>0.2462164909</c:v>
                </c:pt>
                <c:pt idx="8">
                  <c:v>0.2453772873</c:v>
                </c:pt>
                <c:pt idx="9">
                  <c:v>0.2456397116</c:v>
                </c:pt>
                <c:pt idx="10">
                  <c:v>0.24461908639999999</c:v>
                </c:pt>
                <c:pt idx="11">
                  <c:v>0.24489519000000001</c:v>
                </c:pt>
                <c:pt idx="12">
                  <c:v>0.24431574340000001</c:v>
                </c:pt>
                <c:pt idx="13">
                  <c:v>0.24394634370000001</c:v>
                </c:pt>
                <c:pt idx="14">
                  <c:v>0.2437741011</c:v>
                </c:pt>
                <c:pt idx="15">
                  <c:v>0.24323241409999999</c:v>
                </c:pt>
                <c:pt idx="16">
                  <c:v>0.24287688730000001</c:v>
                </c:pt>
                <c:pt idx="17">
                  <c:v>0.24237796659999999</c:v>
                </c:pt>
                <c:pt idx="18">
                  <c:v>0.2426064014</c:v>
                </c:pt>
                <c:pt idx="19">
                  <c:v>0.2419552952</c:v>
                </c:pt>
                <c:pt idx="20">
                  <c:v>0.2417418808</c:v>
                </c:pt>
                <c:pt idx="21">
                  <c:v>0.24128657580000001</c:v>
                </c:pt>
                <c:pt idx="22">
                  <c:v>0.23813202980000001</c:v>
                </c:pt>
                <c:pt idx="23">
                  <c:v>0.21542567009999999</c:v>
                </c:pt>
                <c:pt idx="24">
                  <c:v>0.19887350500000001</c:v>
                </c:pt>
                <c:pt idx="25">
                  <c:v>0.20698994400000001</c:v>
                </c:pt>
                <c:pt idx="26">
                  <c:v>0.2225931585</c:v>
                </c:pt>
                <c:pt idx="27">
                  <c:v>0.23008991779999999</c:v>
                </c:pt>
                <c:pt idx="28">
                  <c:v>0.2346063256</c:v>
                </c:pt>
                <c:pt idx="29">
                  <c:v>0.23634289210000001</c:v>
                </c:pt>
                <c:pt idx="30">
                  <c:v>0.2369374782</c:v>
                </c:pt>
                <c:pt idx="31">
                  <c:v>0.23788221179999999</c:v>
                </c:pt>
                <c:pt idx="32">
                  <c:v>0.23700802030000001</c:v>
                </c:pt>
                <c:pt idx="33">
                  <c:v>0.23962081969999999</c:v>
                </c:pt>
                <c:pt idx="34">
                  <c:v>0.23760910330000001</c:v>
                </c:pt>
                <c:pt idx="35">
                  <c:v>0.2353566289</c:v>
                </c:pt>
                <c:pt idx="36">
                  <c:v>0.23460713029999999</c:v>
                </c:pt>
                <c:pt idx="37">
                  <c:v>0.23408845070000001</c:v>
                </c:pt>
                <c:pt idx="38">
                  <c:v>0.23323571679999999</c:v>
                </c:pt>
                <c:pt idx="39">
                  <c:v>0.2325105965</c:v>
                </c:pt>
                <c:pt idx="40">
                  <c:v>0.23197737339999999</c:v>
                </c:pt>
                <c:pt idx="41">
                  <c:v>0.23110839720000001</c:v>
                </c:pt>
                <c:pt idx="42">
                  <c:v>0.2303700447</c:v>
                </c:pt>
                <c:pt idx="43">
                  <c:v>0.22968615589999999</c:v>
                </c:pt>
                <c:pt idx="44">
                  <c:v>0.2290509194</c:v>
                </c:pt>
                <c:pt idx="45">
                  <c:v>0.2282361537</c:v>
                </c:pt>
                <c:pt idx="46">
                  <c:v>0.2273568362</c:v>
                </c:pt>
                <c:pt idx="47">
                  <c:v>0.2268277705</c:v>
                </c:pt>
                <c:pt idx="48">
                  <c:v>0.22614344950000001</c:v>
                </c:pt>
                <c:pt idx="49">
                  <c:v>0.225434944</c:v>
                </c:pt>
                <c:pt idx="50">
                  <c:v>0.22474221890000001</c:v>
                </c:pt>
                <c:pt idx="51">
                  <c:v>0.22428369519999999</c:v>
                </c:pt>
                <c:pt idx="52">
                  <c:v>0.22361437980000001</c:v>
                </c:pt>
                <c:pt idx="53">
                  <c:v>0.22280998530000001</c:v>
                </c:pt>
                <c:pt idx="54">
                  <c:v>0.2222945392</c:v>
                </c:pt>
                <c:pt idx="55">
                  <c:v>0.2216171622</c:v>
                </c:pt>
                <c:pt idx="56">
                  <c:v>0.22090370949999999</c:v>
                </c:pt>
                <c:pt idx="57">
                  <c:v>0.22035402060000001</c:v>
                </c:pt>
                <c:pt idx="58">
                  <c:v>0.21972803769999999</c:v>
                </c:pt>
                <c:pt idx="59">
                  <c:v>0.21905004980000001</c:v>
                </c:pt>
                <c:pt idx="60">
                  <c:v>0.21856974069999999</c:v>
                </c:pt>
                <c:pt idx="61">
                  <c:v>0.21786054969999999</c:v>
                </c:pt>
                <c:pt idx="62">
                  <c:v>0.217275247</c:v>
                </c:pt>
                <c:pt idx="63">
                  <c:v>0.2166671157</c:v>
                </c:pt>
                <c:pt idx="64">
                  <c:v>0.21614246070000001</c:v>
                </c:pt>
                <c:pt idx="65">
                  <c:v>0.21541528400000001</c:v>
                </c:pt>
                <c:pt idx="66">
                  <c:v>0.21499975029999999</c:v>
                </c:pt>
                <c:pt idx="67">
                  <c:v>0.21445387599999999</c:v>
                </c:pt>
                <c:pt idx="68">
                  <c:v>0.21383124589999999</c:v>
                </c:pt>
                <c:pt idx="69">
                  <c:v>0.2132109851</c:v>
                </c:pt>
                <c:pt idx="70">
                  <c:v>0.21269628409999999</c:v>
                </c:pt>
                <c:pt idx="71">
                  <c:v>0.21195822950000001</c:v>
                </c:pt>
                <c:pt idx="72">
                  <c:v>0.21149249370000001</c:v>
                </c:pt>
                <c:pt idx="73">
                  <c:v>0.21090647579999999</c:v>
                </c:pt>
                <c:pt idx="74">
                  <c:v>0.2103930265</c:v>
                </c:pt>
                <c:pt idx="75">
                  <c:v>0.2098222226</c:v>
                </c:pt>
                <c:pt idx="76">
                  <c:v>0.2093945146</c:v>
                </c:pt>
                <c:pt idx="77">
                  <c:v>0.20877490940000001</c:v>
                </c:pt>
                <c:pt idx="78">
                  <c:v>0.20832698050000001</c:v>
                </c:pt>
                <c:pt idx="79">
                  <c:v>0.2078705877</c:v>
                </c:pt>
                <c:pt idx="80">
                  <c:v>0.20744271580000001</c:v>
                </c:pt>
                <c:pt idx="81">
                  <c:v>0.20692686739999999</c:v>
                </c:pt>
                <c:pt idx="82">
                  <c:v>0.20642250779999999</c:v>
                </c:pt>
                <c:pt idx="83">
                  <c:v>0.20590522889999999</c:v>
                </c:pt>
                <c:pt idx="84">
                  <c:v>0.20545971390000001</c:v>
                </c:pt>
                <c:pt idx="85">
                  <c:v>0.20511680839999999</c:v>
                </c:pt>
                <c:pt idx="86">
                  <c:v>0.2045606375</c:v>
                </c:pt>
                <c:pt idx="87">
                  <c:v>0.20422191919999999</c:v>
                </c:pt>
                <c:pt idx="88">
                  <c:v>0.2037062496</c:v>
                </c:pt>
                <c:pt idx="89">
                  <c:v>0.20325158539999999</c:v>
                </c:pt>
                <c:pt idx="90">
                  <c:v>0.20293609800000001</c:v>
                </c:pt>
                <c:pt idx="91">
                  <c:v>0.20247976479999999</c:v>
                </c:pt>
                <c:pt idx="92">
                  <c:v>0.20201395450000001</c:v>
                </c:pt>
                <c:pt idx="93">
                  <c:v>0.2015800029</c:v>
                </c:pt>
                <c:pt idx="94">
                  <c:v>0.20114803310000001</c:v>
                </c:pt>
                <c:pt idx="95">
                  <c:v>0.2007783055</c:v>
                </c:pt>
                <c:pt idx="96">
                  <c:v>0.20037575069999999</c:v>
                </c:pt>
                <c:pt idx="97">
                  <c:v>0.19990792869999999</c:v>
                </c:pt>
                <c:pt idx="98">
                  <c:v>0.1995903701</c:v>
                </c:pt>
                <c:pt idx="99">
                  <c:v>0.19919370110000001</c:v>
                </c:pt>
                <c:pt idx="100">
                  <c:v>0.198752597</c:v>
                </c:pt>
                <c:pt idx="101">
                  <c:v>0.1983999461</c:v>
                </c:pt>
                <c:pt idx="102">
                  <c:v>0.1980597526</c:v>
                </c:pt>
                <c:pt idx="103">
                  <c:v>0.19774475690000001</c:v>
                </c:pt>
                <c:pt idx="104">
                  <c:v>0.1974015683</c:v>
                </c:pt>
                <c:pt idx="105">
                  <c:v>0.19698970020000001</c:v>
                </c:pt>
                <c:pt idx="106">
                  <c:v>0.1966374964</c:v>
                </c:pt>
                <c:pt idx="107">
                  <c:v>0.196356684</c:v>
                </c:pt>
                <c:pt idx="108">
                  <c:v>0.19597658509999999</c:v>
                </c:pt>
                <c:pt idx="109">
                  <c:v>0.1956327111</c:v>
                </c:pt>
                <c:pt idx="110">
                  <c:v>0.19522196050000001</c:v>
                </c:pt>
                <c:pt idx="111">
                  <c:v>0.19496160749999999</c:v>
                </c:pt>
                <c:pt idx="112">
                  <c:v>0.19461846350000001</c:v>
                </c:pt>
                <c:pt idx="113">
                  <c:v>0.19428178669999999</c:v>
                </c:pt>
                <c:pt idx="114">
                  <c:v>0.1939563155</c:v>
                </c:pt>
                <c:pt idx="115">
                  <c:v>0.19357725980000001</c:v>
                </c:pt>
                <c:pt idx="116">
                  <c:v>0.19326639179999999</c:v>
                </c:pt>
                <c:pt idx="117">
                  <c:v>0.1930404305</c:v>
                </c:pt>
                <c:pt idx="118">
                  <c:v>0.1926748455</c:v>
                </c:pt>
                <c:pt idx="119">
                  <c:v>0.1924175471</c:v>
                </c:pt>
                <c:pt idx="120">
                  <c:v>0.19209811090000001</c:v>
                </c:pt>
                <c:pt idx="121">
                  <c:v>0.1918917745</c:v>
                </c:pt>
                <c:pt idx="122">
                  <c:v>0.19152030349999999</c:v>
                </c:pt>
                <c:pt idx="123">
                  <c:v>0.19132348900000001</c:v>
                </c:pt>
                <c:pt idx="124">
                  <c:v>0.19098837669999999</c:v>
                </c:pt>
                <c:pt idx="125">
                  <c:v>0.1908271611</c:v>
                </c:pt>
                <c:pt idx="126">
                  <c:v>0.19044812019999999</c:v>
                </c:pt>
                <c:pt idx="127">
                  <c:v>0.19030021129999999</c:v>
                </c:pt>
                <c:pt idx="128">
                  <c:v>0.19002652170000001</c:v>
                </c:pt>
                <c:pt idx="129">
                  <c:v>0.18981049950000001</c:v>
                </c:pt>
                <c:pt idx="130">
                  <c:v>0.18952557440000001</c:v>
                </c:pt>
                <c:pt idx="131">
                  <c:v>0.18933759629999999</c:v>
                </c:pt>
                <c:pt idx="132">
                  <c:v>0.18905913830000001</c:v>
                </c:pt>
                <c:pt idx="133">
                  <c:v>0.18888959289999999</c:v>
                </c:pt>
                <c:pt idx="134">
                  <c:v>0.1886354089</c:v>
                </c:pt>
                <c:pt idx="135">
                  <c:v>0.1884376556</c:v>
                </c:pt>
                <c:pt idx="136">
                  <c:v>0.18827557559999999</c:v>
                </c:pt>
                <c:pt idx="137">
                  <c:v>0.1881390661</c:v>
                </c:pt>
                <c:pt idx="138">
                  <c:v>0.18787762520000001</c:v>
                </c:pt>
                <c:pt idx="139">
                  <c:v>0.18766744430000001</c:v>
                </c:pt>
                <c:pt idx="140">
                  <c:v>0.18749214710000001</c:v>
                </c:pt>
                <c:pt idx="141">
                  <c:v>0.18733690680000001</c:v>
                </c:pt>
                <c:pt idx="142">
                  <c:v>0.18714874980000001</c:v>
                </c:pt>
                <c:pt idx="143">
                  <c:v>0.18702107670000001</c:v>
                </c:pt>
                <c:pt idx="144">
                  <c:v>0.1868259609</c:v>
                </c:pt>
                <c:pt idx="145">
                  <c:v>0.1867165267</c:v>
                </c:pt>
                <c:pt idx="146">
                  <c:v>0.18659578260000001</c:v>
                </c:pt>
                <c:pt idx="147">
                  <c:v>0.1864829808</c:v>
                </c:pt>
                <c:pt idx="148">
                  <c:v>0.18638105690000001</c:v>
                </c:pt>
                <c:pt idx="149">
                  <c:v>0.1862900555</c:v>
                </c:pt>
                <c:pt idx="150">
                  <c:v>0.18621140720000001</c:v>
                </c:pt>
                <c:pt idx="151">
                  <c:v>0.18607299029999999</c:v>
                </c:pt>
                <c:pt idx="152">
                  <c:v>0.18591231110000001</c:v>
                </c:pt>
                <c:pt idx="153">
                  <c:v>0.18577843899999999</c:v>
                </c:pt>
                <c:pt idx="154">
                  <c:v>0.18576188390000001</c:v>
                </c:pt>
                <c:pt idx="155">
                  <c:v>0.185597077</c:v>
                </c:pt>
                <c:pt idx="156">
                  <c:v>0.1856558472</c:v>
                </c:pt>
                <c:pt idx="157">
                  <c:v>0.1855676174</c:v>
                </c:pt>
                <c:pt idx="158">
                  <c:v>0.1855130196</c:v>
                </c:pt>
                <c:pt idx="159">
                  <c:v>0.1854497343</c:v>
                </c:pt>
                <c:pt idx="160">
                  <c:v>0.1855029762</c:v>
                </c:pt>
                <c:pt idx="161">
                  <c:v>0.18540687859999999</c:v>
                </c:pt>
                <c:pt idx="162">
                  <c:v>0.18540018799999999</c:v>
                </c:pt>
                <c:pt idx="163">
                  <c:v>0.18542549010000001</c:v>
                </c:pt>
                <c:pt idx="164">
                  <c:v>0.1854030341</c:v>
                </c:pt>
                <c:pt idx="165">
                  <c:v>0.18544723090000001</c:v>
                </c:pt>
                <c:pt idx="166">
                  <c:v>0.1854471862</c:v>
                </c:pt>
                <c:pt idx="167">
                  <c:v>0.18550142650000001</c:v>
                </c:pt>
                <c:pt idx="168">
                  <c:v>0.18549039959999999</c:v>
                </c:pt>
                <c:pt idx="169">
                  <c:v>0.1855466664</c:v>
                </c:pt>
                <c:pt idx="170">
                  <c:v>0.1856429875</c:v>
                </c:pt>
                <c:pt idx="171">
                  <c:v>0.1857134104</c:v>
                </c:pt>
                <c:pt idx="172">
                  <c:v>0.18577824530000001</c:v>
                </c:pt>
                <c:pt idx="173">
                  <c:v>0.18590317670000001</c:v>
                </c:pt>
                <c:pt idx="174">
                  <c:v>0.18600405749999999</c:v>
                </c:pt>
                <c:pt idx="175">
                  <c:v>0.18610644339999999</c:v>
                </c:pt>
                <c:pt idx="176">
                  <c:v>0.1862333417</c:v>
                </c:pt>
                <c:pt idx="177">
                  <c:v>0.1863698959</c:v>
                </c:pt>
                <c:pt idx="178">
                  <c:v>0.18654505909999999</c:v>
                </c:pt>
                <c:pt idx="179">
                  <c:v>0.18671919410000001</c:v>
                </c:pt>
                <c:pt idx="180">
                  <c:v>0.1868232936</c:v>
                </c:pt>
                <c:pt idx="181">
                  <c:v>0.18698085840000001</c:v>
                </c:pt>
                <c:pt idx="182">
                  <c:v>0.18714503939999999</c:v>
                </c:pt>
                <c:pt idx="183">
                  <c:v>0.1873412579</c:v>
                </c:pt>
                <c:pt idx="184">
                  <c:v>0.18761245909999999</c:v>
                </c:pt>
                <c:pt idx="185">
                  <c:v>0.18769492209999999</c:v>
                </c:pt>
                <c:pt idx="186">
                  <c:v>0.1879802495</c:v>
                </c:pt>
                <c:pt idx="187">
                  <c:v>0.18821276719999999</c:v>
                </c:pt>
                <c:pt idx="188">
                  <c:v>0.18847237529999999</c:v>
                </c:pt>
                <c:pt idx="189">
                  <c:v>0.18877519670000001</c:v>
                </c:pt>
                <c:pt idx="190">
                  <c:v>0.1889888197</c:v>
                </c:pt>
                <c:pt idx="191">
                  <c:v>0.18925978239999999</c:v>
                </c:pt>
                <c:pt idx="192">
                  <c:v>0.1896208227</c:v>
                </c:pt>
                <c:pt idx="193">
                  <c:v>0.18988493079999999</c:v>
                </c:pt>
                <c:pt idx="194">
                  <c:v>0.1902818829</c:v>
                </c:pt>
                <c:pt idx="195">
                  <c:v>0.19059528410000001</c:v>
                </c:pt>
                <c:pt idx="196">
                  <c:v>0.1909276694</c:v>
                </c:pt>
                <c:pt idx="197">
                  <c:v>0.19124032560000001</c:v>
                </c:pt>
                <c:pt idx="198">
                  <c:v>0.1917065382</c:v>
                </c:pt>
                <c:pt idx="199">
                  <c:v>0.19210480150000001</c:v>
                </c:pt>
                <c:pt idx="200">
                  <c:v>0.19247427580000001</c:v>
                </c:pt>
                <c:pt idx="201">
                  <c:v>0.19299860299999999</c:v>
                </c:pt>
                <c:pt idx="202">
                  <c:v>0.19344618920000001</c:v>
                </c:pt>
                <c:pt idx="203">
                  <c:v>0.1938958764</c:v>
                </c:pt>
                <c:pt idx="204">
                  <c:v>0.19442979990000001</c:v>
                </c:pt>
                <c:pt idx="205">
                  <c:v>0.1949360222</c:v>
                </c:pt>
                <c:pt idx="206">
                  <c:v>0.19531518219999999</c:v>
                </c:pt>
                <c:pt idx="207">
                  <c:v>0.19592618940000001</c:v>
                </c:pt>
                <c:pt idx="208">
                  <c:v>0.19652210179999999</c:v>
                </c:pt>
                <c:pt idx="209">
                  <c:v>0.1970401108</c:v>
                </c:pt>
                <c:pt idx="210">
                  <c:v>0.19760870929999999</c:v>
                </c:pt>
                <c:pt idx="211">
                  <c:v>0.1982150674</c:v>
                </c:pt>
                <c:pt idx="212">
                  <c:v>0.19883429999999999</c:v>
                </c:pt>
                <c:pt idx="213">
                  <c:v>0.1994299293</c:v>
                </c:pt>
                <c:pt idx="214">
                  <c:v>0.20012517269999999</c:v>
                </c:pt>
                <c:pt idx="215">
                  <c:v>0.2008071542</c:v>
                </c:pt>
                <c:pt idx="216">
                  <c:v>0.20149271190000001</c:v>
                </c:pt>
                <c:pt idx="217">
                  <c:v>0.20218129460000001</c:v>
                </c:pt>
                <c:pt idx="218">
                  <c:v>0.2029446959</c:v>
                </c:pt>
                <c:pt idx="219">
                  <c:v>0.20366197820000001</c:v>
                </c:pt>
                <c:pt idx="220">
                  <c:v>0.20443019270000001</c:v>
                </c:pt>
                <c:pt idx="221">
                  <c:v>0.2052981257</c:v>
                </c:pt>
                <c:pt idx="222">
                  <c:v>0.2061147988</c:v>
                </c:pt>
                <c:pt idx="223">
                  <c:v>0.20692211390000001</c:v>
                </c:pt>
                <c:pt idx="224">
                  <c:v>0.20785258710000001</c:v>
                </c:pt>
                <c:pt idx="225">
                  <c:v>0.2087181062</c:v>
                </c:pt>
                <c:pt idx="226">
                  <c:v>0.20961718260000001</c:v>
                </c:pt>
                <c:pt idx="227">
                  <c:v>0.21063235399999999</c:v>
                </c:pt>
                <c:pt idx="228">
                  <c:v>0.2116004229</c:v>
                </c:pt>
                <c:pt idx="229">
                  <c:v>0.21261821689999999</c:v>
                </c:pt>
                <c:pt idx="230">
                  <c:v>0.2135992944</c:v>
                </c:pt>
                <c:pt idx="231">
                  <c:v>0.2146324664</c:v>
                </c:pt>
                <c:pt idx="232">
                  <c:v>0.21574459970000001</c:v>
                </c:pt>
                <c:pt idx="233">
                  <c:v>0.2169169188</c:v>
                </c:pt>
                <c:pt idx="234">
                  <c:v>0.21799883249999999</c:v>
                </c:pt>
                <c:pt idx="235">
                  <c:v>0.21921730040000001</c:v>
                </c:pt>
                <c:pt idx="236">
                  <c:v>0.22034674879999999</c:v>
                </c:pt>
                <c:pt idx="237">
                  <c:v>0.22164022920000001</c:v>
                </c:pt>
                <c:pt idx="238">
                  <c:v>0.22300608459999999</c:v>
                </c:pt>
                <c:pt idx="239">
                  <c:v>0.22415381670000001</c:v>
                </c:pt>
                <c:pt idx="240">
                  <c:v>0.2253803909</c:v>
                </c:pt>
                <c:pt idx="241">
                  <c:v>0.22683449089999999</c:v>
                </c:pt>
                <c:pt idx="242">
                  <c:v>0.2282448262</c:v>
                </c:pt>
                <c:pt idx="243">
                  <c:v>0.2295889109</c:v>
                </c:pt>
                <c:pt idx="244">
                  <c:v>0.2309408188</c:v>
                </c:pt>
                <c:pt idx="245">
                  <c:v>0.2323531657</c:v>
                </c:pt>
                <c:pt idx="246">
                  <c:v>0.23380729559999999</c:v>
                </c:pt>
                <c:pt idx="247">
                  <c:v>0.2354111522</c:v>
                </c:pt>
                <c:pt idx="248">
                  <c:v>0.23691187799999999</c:v>
                </c:pt>
                <c:pt idx="249">
                  <c:v>0.23845608530000001</c:v>
                </c:pt>
                <c:pt idx="250">
                  <c:v>0.23995767530000001</c:v>
                </c:pt>
                <c:pt idx="251">
                  <c:v>0.24158793689999999</c:v>
                </c:pt>
                <c:pt idx="252">
                  <c:v>0.2431675643</c:v>
                </c:pt>
                <c:pt idx="253">
                  <c:v>0.2448341399</c:v>
                </c:pt>
                <c:pt idx="254">
                  <c:v>0.24639217560000001</c:v>
                </c:pt>
                <c:pt idx="255">
                  <c:v>0.2480431944</c:v>
                </c:pt>
                <c:pt idx="256">
                  <c:v>0.2496673465</c:v>
                </c:pt>
                <c:pt idx="257">
                  <c:v>0.25132706760000001</c:v>
                </c:pt>
                <c:pt idx="258">
                  <c:v>0.2528949976</c:v>
                </c:pt>
                <c:pt idx="259">
                  <c:v>0.25474870199999999</c:v>
                </c:pt>
                <c:pt idx="260">
                  <c:v>0.25635755059999998</c:v>
                </c:pt>
                <c:pt idx="261">
                  <c:v>0.25816318389999998</c:v>
                </c:pt>
                <c:pt idx="262">
                  <c:v>0.26028984789999998</c:v>
                </c:pt>
                <c:pt idx="263">
                  <c:v>0.2621397674</c:v>
                </c:pt>
                <c:pt idx="264">
                  <c:v>0.26433297989999999</c:v>
                </c:pt>
                <c:pt idx="265">
                  <c:v>0.26630932089999998</c:v>
                </c:pt>
                <c:pt idx="266">
                  <c:v>0.26807174090000002</c:v>
                </c:pt>
                <c:pt idx="267">
                  <c:v>0.270093888</c:v>
                </c:pt>
                <c:pt idx="268">
                  <c:v>0.27273166180000002</c:v>
                </c:pt>
                <c:pt idx="269">
                  <c:v>0.27496308089999999</c:v>
                </c:pt>
                <c:pt idx="270">
                  <c:v>0.27712416649999999</c:v>
                </c:pt>
                <c:pt idx="271">
                  <c:v>0.27941185239999999</c:v>
                </c:pt>
                <c:pt idx="272">
                  <c:v>0.28158190849999998</c:v>
                </c:pt>
                <c:pt idx="273">
                  <c:v>0.28393170239999999</c:v>
                </c:pt>
                <c:pt idx="274">
                  <c:v>0.28622373940000001</c:v>
                </c:pt>
                <c:pt idx="275">
                  <c:v>0.28857791420000001</c:v>
                </c:pt>
                <c:pt idx="276">
                  <c:v>0.29109418390000003</c:v>
                </c:pt>
                <c:pt idx="277">
                  <c:v>0.29345774650000001</c:v>
                </c:pt>
                <c:pt idx="278">
                  <c:v>0.29601374270000003</c:v>
                </c:pt>
                <c:pt idx="279">
                  <c:v>0.29856017229999998</c:v>
                </c:pt>
                <c:pt idx="280">
                  <c:v>0.3011570871</c:v>
                </c:pt>
                <c:pt idx="281">
                  <c:v>0.3037032187</c:v>
                </c:pt>
                <c:pt idx="282">
                  <c:v>0.3063755333</c:v>
                </c:pt>
                <c:pt idx="283">
                  <c:v>0.30901753900000001</c:v>
                </c:pt>
                <c:pt idx="284">
                  <c:v>0.31168404220000001</c:v>
                </c:pt>
                <c:pt idx="285">
                  <c:v>0.31444409490000003</c:v>
                </c:pt>
                <c:pt idx="286">
                  <c:v>0.31727156039999999</c:v>
                </c:pt>
                <c:pt idx="287">
                  <c:v>0.31994909049999998</c:v>
                </c:pt>
                <c:pt idx="288">
                  <c:v>0.3228352666</c:v>
                </c:pt>
                <c:pt idx="289">
                  <c:v>0.32553994660000002</c:v>
                </c:pt>
                <c:pt idx="290">
                  <c:v>0.32839602229999998</c:v>
                </c:pt>
                <c:pt idx="291">
                  <c:v>0.33134844899999999</c:v>
                </c:pt>
                <c:pt idx="292">
                  <c:v>0.33433708550000002</c:v>
                </c:pt>
                <c:pt idx="293">
                  <c:v>0.33715596799999997</c:v>
                </c:pt>
                <c:pt idx="294">
                  <c:v>0.340125978</c:v>
                </c:pt>
                <c:pt idx="295">
                  <c:v>0.34304392340000001</c:v>
                </c:pt>
                <c:pt idx="296">
                  <c:v>0.3458904028</c:v>
                </c:pt>
                <c:pt idx="297">
                  <c:v>0.3488887846</c:v>
                </c:pt>
                <c:pt idx="298">
                  <c:v>0.35205018519999998</c:v>
                </c:pt>
                <c:pt idx="299">
                  <c:v>0.35497546200000002</c:v>
                </c:pt>
                <c:pt idx="300">
                  <c:v>0.35790127519999998</c:v>
                </c:pt>
                <c:pt idx="301">
                  <c:v>0.3608568311</c:v>
                </c:pt>
                <c:pt idx="302">
                  <c:v>0.36379581690000001</c:v>
                </c:pt>
                <c:pt idx="303">
                  <c:v>0.36671817299999998</c:v>
                </c:pt>
                <c:pt idx="304">
                  <c:v>0.36975195999999999</c:v>
                </c:pt>
                <c:pt idx="305">
                  <c:v>0.37272000309999997</c:v>
                </c:pt>
                <c:pt idx="306">
                  <c:v>0.37560209630000002</c:v>
                </c:pt>
                <c:pt idx="307">
                  <c:v>0.37857860329999998</c:v>
                </c:pt>
                <c:pt idx="308">
                  <c:v>0.38154420259999999</c:v>
                </c:pt>
                <c:pt idx="309">
                  <c:v>0.38434013719999999</c:v>
                </c:pt>
                <c:pt idx="310">
                  <c:v>0.38722243909999998</c:v>
                </c:pt>
                <c:pt idx="311">
                  <c:v>0.39015516639999998</c:v>
                </c:pt>
                <c:pt idx="312">
                  <c:v>0.39300334450000002</c:v>
                </c:pt>
                <c:pt idx="313">
                  <c:v>0.39585110550000002</c:v>
                </c:pt>
                <c:pt idx="314">
                  <c:v>0.39855271580000001</c:v>
                </c:pt>
                <c:pt idx="315">
                  <c:v>0.40140607950000001</c:v>
                </c:pt>
                <c:pt idx="316">
                  <c:v>0.40420013669999999</c:v>
                </c:pt>
                <c:pt idx="317">
                  <c:v>0.40698748829999998</c:v>
                </c:pt>
                <c:pt idx="318">
                  <c:v>0.40975138550000001</c:v>
                </c:pt>
                <c:pt idx="319">
                  <c:v>0.41239485139999998</c:v>
                </c:pt>
                <c:pt idx="320">
                  <c:v>0.4150895476</c:v>
                </c:pt>
                <c:pt idx="321">
                  <c:v>0.41785162689999999</c:v>
                </c:pt>
                <c:pt idx="322">
                  <c:v>0.42045763130000002</c:v>
                </c:pt>
                <c:pt idx="323">
                  <c:v>0.42300412059999998</c:v>
                </c:pt>
                <c:pt idx="324">
                  <c:v>0.42567715049999999</c:v>
                </c:pt>
                <c:pt idx="325">
                  <c:v>0.4281482399</c:v>
                </c:pt>
                <c:pt idx="326">
                  <c:v>0.4305221736</c:v>
                </c:pt>
                <c:pt idx="327">
                  <c:v>0.43298816680000002</c:v>
                </c:pt>
                <c:pt idx="328">
                  <c:v>0.43514871599999999</c:v>
                </c:pt>
                <c:pt idx="329">
                  <c:v>0.43751108649999998</c:v>
                </c:pt>
                <c:pt idx="330">
                  <c:v>0.43966004250000001</c:v>
                </c:pt>
                <c:pt idx="331">
                  <c:v>0.4417496622</c:v>
                </c:pt>
                <c:pt idx="332">
                  <c:v>0.44373533129999998</c:v>
                </c:pt>
                <c:pt idx="333">
                  <c:v>0.44554769989999998</c:v>
                </c:pt>
                <c:pt idx="334">
                  <c:v>0.44730490449999999</c:v>
                </c:pt>
                <c:pt idx="335">
                  <c:v>0.44886830449999998</c:v>
                </c:pt>
                <c:pt idx="336">
                  <c:v>0.45040979980000001</c:v>
                </c:pt>
                <c:pt idx="337">
                  <c:v>0.45185261960000001</c:v>
                </c:pt>
                <c:pt idx="338">
                  <c:v>0.45300963519999998</c:v>
                </c:pt>
                <c:pt idx="339">
                  <c:v>0.45411729810000001</c:v>
                </c:pt>
                <c:pt idx="340">
                  <c:v>0.4551619589</c:v>
                </c:pt>
                <c:pt idx="341">
                  <c:v>0.45585879680000002</c:v>
                </c:pt>
                <c:pt idx="342">
                  <c:v>0.45666685699999998</c:v>
                </c:pt>
                <c:pt idx="343">
                  <c:v>0.4572188854</c:v>
                </c:pt>
                <c:pt idx="344">
                  <c:v>0.45745158200000002</c:v>
                </c:pt>
                <c:pt idx="345">
                  <c:v>0.45784592629999998</c:v>
                </c:pt>
                <c:pt idx="346">
                  <c:v>0.45791345830000002</c:v>
                </c:pt>
                <c:pt idx="347">
                  <c:v>0.45789054039999999</c:v>
                </c:pt>
                <c:pt idx="348">
                  <c:v>0.4577970207</c:v>
                </c:pt>
                <c:pt idx="349">
                  <c:v>0.45756450300000001</c:v>
                </c:pt>
                <c:pt idx="350">
                  <c:v>0.45710536839999999</c:v>
                </c:pt>
                <c:pt idx="351">
                  <c:v>0.45671170950000001</c:v>
                </c:pt>
                <c:pt idx="352">
                  <c:v>0.45605507490000002</c:v>
                </c:pt>
                <c:pt idx="353">
                  <c:v>0.4553616345</c:v>
                </c:pt>
                <c:pt idx="354">
                  <c:v>0.4545885623</c:v>
                </c:pt>
                <c:pt idx="355">
                  <c:v>0.4536971152</c:v>
                </c:pt>
                <c:pt idx="356">
                  <c:v>0.45260870460000002</c:v>
                </c:pt>
                <c:pt idx="357">
                  <c:v>0.45172023770000003</c:v>
                </c:pt>
                <c:pt idx="358">
                  <c:v>0.45049950480000001</c:v>
                </c:pt>
                <c:pt idx="359">
                  <c:v>0.44920018319999999</c:v>
                </c:pt>
                <c:pt idx="360">
                  <c:v>0.44799420239999999</c:v>
                </c:pt>
                <c:pt idx="361">
                  <c:v>0.44656085969999998</c:v>
                </c:pt>
                <c:pt idx="362">
                  <c:v>0.44505926969999998</c:v>
                </c:pt>
                <c:pt idx="363">
                  <c:v>0.44350689650000003</c:v>
                </c:pt>
                <c:pt idx="364">
                  <c:v>0.44191980359999999</c:v>
                </c:pt>
                <c:pt idx="365">
                  <c:v>0.4402041733</c:v>
                </c:pt>
                <c:pt idx="366">
                  <c:v>0.43837282059999999</c:v>
                </c:pt>
                <c:pt idx="367">
                  <c:v>0.43664199110000002</c:v>
                </c:pt>
                <c:pt idx="368">
                  <c:v>0.4346700013</c:v>
                </c:pt>
                <c:pt idx="369">
                  <c:v>0.4325868189</c:v>
                </c:pt>
                <c:pt idx="370">
                  <c:v>0.43052142859999998</c:v>
                </c:pt>
                <c:pt idx="371">
                  <c:v>0.42840492730000002</c:v>
                </c:pt>
                <c:pt idx="372">
                  <c:v>0.4261204898</c:v>
                </c:pt>
                <c:pt idx="373">
                  <c:v>0.42386406659999998</c:v>
                </c:pt>
                <c:pt idx="374">
                  <c:v>0.4214556813</c:v>
                </c:pt>
                <c:pt idx="375">
                  <c:v>0.41889828439999999</c:v>
                </c:pt>
                <c:pt idx="376">
                  <c:v>0.4165035486</c:v>
                </c:pt>
                <c:pt idx="377">
                  <c:v>0.41396909949999999</c:v>
                </c:pt>
                <c:pt idx="378">
                  <c:v>0.41121372579999999</c:v>
                </c:pt>
                <c:pt idx="379">
                  <c:v>0.408549726</c:v>
                </c:pt>
                <c:pt idx="380">
                  <c:v>0.40579932930000001</c:v>
                </c:pt>
                <c:pt idx="381">
                  <c:v>0.40291309359999999</c:v>
                </c:pt>
                <c:pt idx="382">
                  <c:v>0.39997550850000002</c:v>
                </c:pt>
                <c:pt idx="383">
                  <c:v>0.39711508150000002</c:v>
                </c:pt>
                <c:pt idx="384">
                  <c:v>0.39414593580000001</c:v>
                </c:pt>
                <c:pt idx="385">
                  <c:v>0.39120396969999999</c:v>
                </c:pt>
                <c:pt idx="386">
                  <c:v>0.38821938630000002</c:v>
                </c:pt>
                <c:pt idx="387">
                  <c:v>0.38495641949999998</c:v>
                </c:pt>
                <c:pt idx="388">
                  <c:v>0.38181352619999998</c:v>
                </c:pt>
                <c:pt idx="389">
                  <c:v>0.37869384880000001</c:v>
                </c:pt>
                <c:pt idx="390">
                  <c:v>0.37549525500000003</c:v>
                </c:pt>
                <c:pt idx="391">
                  <c:v>0.3723269105</c:v>
                </c:pt>
                <c:pt idx="392">
                  <c:v>0.36907023189999999</c:v>
                </c:pt>
                <c:pt idx="393">
                  <c:v>0.36575421689999998</c:v>
                </c:pt>
                <c:pt idx="394">
                  <c:v>0.36241567130000002</c:v>
                </c:pt>
                <c:pt idx="395">
                  <c:v>0.3592713475</c:v>
                </c:pt>
                <c:pt idx="396">
                  <c:v>0.3558465838</c:v>
                </c:pt>
                <c:pt idx="397">
                  <c:v>0.35260757799999998</c:v>
                </c:pt>
                <c:pt idx="398">
                  <c:v>0.34923461080000001</c:v>
                </c:pt>
                <c:pt idx="399">
                  <c:v>0.3459450603</c:v>
                </c:pt>
                <c:pt idx="400">
                  <c:v>0.34251511099999998</c:v>
                </c:pt>
                <c:pt idx="401">
                  <c:v>0.33923590180000002</c:v>
                </c:pt>
                <c:pt idx="402">
                  <c:v>0.33597263690000001</c:v>
                </c:pt>
                <c:pt idx="403">
                  <c:v>0.33265355229999999</c:v>
                </c:pt>
                <c:pt idx="404">
                  <c:v>0.3293282092</c:v>
                </c:pt>
                <c:pt idx="405">
                  <c:v>0.3260347247</c:v>
                </c:pt>
                <c:pt idx="406">
                  <c:v>0.32274883989999997</c:v>
                </c:pt>
                <c:pt idx="407">
                  <c:v>0.31942996379999999</c:v>
                </c:pt>
                <c:pt idx="408">
                  <c:v>0.31624168159999999</c:v>
                </c:pt>
                <c:pt idx="409">
                  <c:v>0.31302627919999998</c:v>
                </c:pt>
                <c:pt idx="410">
                  <c:v>0.30985400079999997</c:v>
                </c:pt>
                <c:pt idx="411">
                  <c:v>0.30684655900000002</c:v>
                </c:pt>
                <c:pt idx="412">
                  <c:v>0.30371668930000001</c:v>
                </c:pt>
                <c:pt idx="413">
                  <c:v>0.30057924990000001</c:v>
                </c:pt>
                <c:pt idx="414">
                  <c:v>0.29759040469999998</c:v>
                </c:pt>
                <c:pt idx="415">
                  <c:v>0.29456236959999998</c:v>
                </c:pt>
                <c:pt idx="416">
                  <c:v>0.29174530510000002</c:v>
                </c:pt>
                <c:pt idx="417">
                  <c:v>0.28891357779999999</c:v>
                </c:pt>
                <c:pt idx="418">
                  <c:v>0.28600773219999998</c:v>
                </c:pt>
                <c:pt idx="419">
                  <c:v>0.28319707509999997</c:v>
                </c:pt>
                <c:pt idx="420">
                  <c:v>0.28041338919999997</c:v>
                </c:pt>
                <c:pt idx="421">
                  <c:v>0.2778323889</c:v>
                </c:pt>
                <c:pt idx="422">
                  <c:v>0.27518874409999999</c:v>
                </c:pt>
                <c:pt idx="423">
                  <c:v>0.2726167142</c:v>
                </c:pt>
                <c:pt idx="424">
                  <c:v>0.27018678190000001</c:v>
                </c:pt>
                <c:pt idx="425">
                  <c:v>0.26772204040000003</c:v>
                </c:pt>
                <c:pt idx="426">
                  <c:v>0.26523113250000002</c:v>
                </c:pt>
                <c:pt idx="427">
                  <c:v>0.26289904120000002</c:v>
                </c:pt>
                <c:pt idx="428">
                  <c:v>0.26058411599999998</c:v>
                </c:pt>
                <c:pt idx="429">
                  <c:v>0.25834235550000001</c:v>
                </c:pt>
                <c:pt idx="430">
                  <c:v>0.2562069595</c:v>
                </c:pt>
                <c:pt idx="431">
                  <c:v>0.25400885940000001</c:v>
                </c:pt>
                <c:pt idx="432">
                  <c:v>0.25182917710000002</c:v>
                </c:pt>
                <c:pt idx="433">
                  <c:v>0.24983946979999999</c:v>
                </c:pt>
                <c:pt idx="434">
                  <c:v>0.2478009313</c:v>
                </c:pt>
                <c:pt idx="435">
                  <c:v>0.24589362740000001</c:v>
                </c:pt>
                <c:pt idx="436">
                  <c:v>0.24397961800000001</c:v>
                </c:pt>
                <c:pt idx="437">
                  <c:v>0.24213491379999999</c:v>
                </c:pt>
                <c:pt idx="438">
                  <c:v>0.24029800300000001</c:v>
                </c:pt>
                <c:pt idx="439">
                  <c:v>0.2385231555</c:v>
                </c:pt>
                <c:pt idx="440">
                  <c:v>0.23686507339999999</c:v>
                </c:pt>
                <c:pt idx="441">
                  <c:v>0.23514194790000001</c:v>
                </c:pt>
                <c:pt idx="442">
                  <c:v>0.2335265279</c:v>
                </c:pt>
                <c:pt idx="443">
                  <c:v>0.2319327742</c:v>
                </c:pt>
                <c:pt idx="444">
                  <c:v>0.23030322789999999</c:v>
                </c:pt>
                <c:pt idx="445">
                  <c:v>0.2288219631</c:v>
                </c:pt>
                <c:pt idx="446">
                  <c:v>0.22739753130000001</c:v>
                </c:pt>
                <c:pt idx="447">
                  <c:v>0.22588227690000001</c:v>
                </c:pt>
                <c:pt idx="448">
                  <c:v>0.2245377898</c:v>
                </c:pt>
                <c:pt idx="449">
                  <c:v>0.22314698990000001</c:v>
                </c:pt>
                <c:pt idx="450">
                  <c:v>0.22186085580000001</c:v>
                </c:pt>
                <c:pt idx="451">
                  <c:v>0.2205252647</c:v>
                </c:pt>
                <c:pt idx="452">
                  <c:v>0.21931980549999999</c:v>
                </c:pt>
                <c:pt idx="453">
                  <c:v>0.2180738002</c:v>
                </c:pt>
                <c:pt idx="454">
                  <c:v>0.21682047839999999</c:v>
                </c:pt>
                <c:pt idx="455">
                  <c:v>0.21569287779999999</c:v>
                </c:pt>
                <c:pt idx="456">
                  <c:v>0.21458694340000001</c:v>
                </c:pt>
                <c:pt idx="457">
                  <c:v>0.21343025569999999</c:v>
                </c:pt>
                <c:pt idx="458">
                  <c:v>0.21227855979999999</c:v>
                </c:pt>
                <c:pt idx="459">
                  <c:v>0.21128754320000001</c:v>
                </c:pt>
                <c:pt idx="460">
                  <c:v>0.210221827</c:v>
                </c:pt>
                <c:pt idx="461">
                  <c:v>0.20926804839999999</c:v>
                </c:pt>
                <c:pt idx="462">
                  <c:v>0.20832949880000001</c:v>
                </c:pt>
                <c:pt idx="463">
                  <c:v>0.2073698044</c:v>
                </c:pt>
                <c:pt idx="464">
                  <c:v>0.20640148220000001</c:v>
                </c:pt>
                <c:pt idx="465">
                  <c:v>0.20554858449999999</c:v>
                </c:pt>
                <c:pt idx="466">
                  <c:v>0.20468980070000001</c:v>
                </c:pt>
                <c:pt idx="467">
                  <c:v>0.20387159290000001</c:v>
                </c:pt>
                <c:pt idx="468">
                  <c:v>0.2030484676</c:v>
                </c:pt>
                <c:pt idx="469">
                  <c:v>0.20229350030000001</c:v>
                </c:pt>
                <c:pt idx="470">
                  <c:v>0.20146130030000001</c:v>
                </c:pt>
                <c:pt idx="471">
                  <c:v>0.20073843</c:v>
                </c:pt>
                <c:pt idx="472">
                  <c:v>0.200042367</c:v>
                </c:pt>
                <c:pt idx="473">
                  <c:v>0.19938543440000001</c:v>
                </c:pt>
                <c:pt idx="474">
                  <c:v>0.1986753792</c:v>
                </c:pt>
                <c:pt idx="475">
                  <c:v>0.19798240070000001</c:v>
                </c:pt>
                <c:pt idx="476">
                  <c:v>0.19731172920000001</c:v>
                </c:pt>
                <c:pt idx="477">
                  <c:v>0.19667075570000001</c:v>
                </c:pt>
                <c:pt idx="478">
                  <c:v>0.1961424202</c:v>
                </c:pt>
                <c:pt idx="479">
                  <c:v>0.19549176099999999</c:v>
                </c:pt>
                <c:pt idx="480">
                  <c:v>0.19496838750000001</c:v>
                </c:pt>
                <c:pt idx="481">
                  <c:v>0.194370985</c:v>
                </c:pt>
                <c:pt idx="482">
                  <c:v>0.1937993616</c:v>
                </c:pt>
                <c:pt idx="483">
                  <c:v>0.19329765439999999</c:v>
                </c:pt>
                <c:pt idx="484">
                  <c:v>0.19280555839999999</c:v>
                </c:pt>
                <c:pt idx="485">
                  <c:v>0.19223031400000001</c:v>
                </c:pt>
                <c:pt idx="486">
                  <c:v>0.19179965560000001</c:v>
                </c:pt>
                <c:pt idx="487">
                  <c:v>0.1911922395</c:v>
                </c:pt>
                <c:pt idx="488">
                  <c:v>0.19081401819999999</c:v>
                </c:pt>
                <c:pt idx="489">
                  <c:v>0.19031301140000001</c:v>
                </c:pt>
                <c:pt idx="490">
                  <c:v>0.18986941869999999</c:v>
                </c:pt>
                <c:pt idx="491">
                  <c:v>0.1894782931</c:v>
                </c:pt>
                <c:pt idx="492">
                  <c:v>0.18905322250000001</c:v>
                </c:pt>
                <c:pt idx="493">
                  <c:v>0.1886150986</c:v>
                </c:pt>
                <c:pt idx="494">
                  <c:v>0.1882769316</c:v>
                </c:pt>
                <c:pt idx="495">
                  <c:v>0.18801899250000001</c:v>
                </c:pt>
                <c:pt idx="496">
                  <c:v>0.18762318789999999</c:v>
                </c:pt>
                <c:pt idx="497">
                  <c:v>0.18725845220000001</c:v>
                </c:pt>
                <c:pt idx="498">
                  <c:v>0.18692739310000001</c:v>
                </c:pt>
                <c:pt idx="499">
                  <c:v>0.18664045630000001</c:v>
                </c:pt>
                <c:pt idx="500">
                  <c:v>0.18629546459999999</c:v>
                </c:pt>
                <c:pt idx="501">
                  <c:v>0.18606583769999999</c:v>
                </c:pt>
                <c:pt idx="502">
                  <c:v>0.1857686788</c:v>
                </c:pt>
                <c:pt idx="503">
                  <c:v>0.18547789749999999</c:v>
                </c:pt>
                <c:pt idx="504">
                  <c:v>0.18523193900000001</c:v>
                </c:pt>
                <c:pt idx="505">
                  <c:v>0.18498566750000001</c:v>
                </c:pt>
                <c:pt idx="506">
                  <c:v>0.18482534589999999</c:v>
                </c:pt>
                <c:pt idx="507">
                  <c:v>0.18454593420000001</c:v>
                </c:pt>
                <c:pt idx="508">
                  <c:v>0.18434885140000001</c:v>
                </c:pt>
                <c:pt idx="509">
                  <c:v>0.1841811985</c:v>
                </c:pt>
                <c:pt idx="510">
                  <c:v>0.18393339219999999</c:v>
                </c:pt>
                <c:pt idx="511">
                  <c:v>0.1838060617</c:v>
                </c:pt>
                <c:pt idx="512">
                  <c:v>0.1836713552</c:v>
                </c:pt>
                <c:pt idx="513">
                  <c:v>0.18350964780000001</c:v>
                </c:pt>
                <c:pt idx="514">
                  <c:v>0.1833931506</c:v>
                </c:pt>
                <c:pt idx="515">
                  <c:v>0.1833227426</c:v>
                </c:pt>
                <c:pt idx="516">
                  <c:v>0.18317650260000001</c:v>
                </c:pt>
                <c:pt idx="517">
                  <c:v>0.1831749231</c:v>
                </c:pt>
                <c:pt idx="518">
                  <c:v>0.18299241359999999</c:v>
                </c:pt>
                <c:pt idx="519">
                  <c:v>0.18297640979999999</c:v>
                </c:pt>
                <c:pt idx="520">
                  <c:v>0.18290820720000001</c:v>
                </c:pt>
                <c:pt idx="521">
                  <c:v>0.1829420477</c:v>
                </c:pt>
                <c:pt idx="522">
                  <c:v>0.18284165860000001</c:v>
                </c:pt>
                <c:pt idx="523">
                  <c:v>0.1829776317</c:v>
                </c:pt>
                <c:pt idx="524">
                  <c:v>0.18289592860000001</c:v>
                </c:pt>
                <c:pt idx="525">
                  <c:v>0.18303932249999999</c:v>
                </c:pt>
                <c:pt idx="526">
                  <c:v>0.18302880229999999</c:v>
                </c:pt>
                <c:pt idx="527">
                  <c:v>0.18314047159999999</c:v>
                </c:pt>
                <c:pt idx="528">
                  <c:v>0.18324628470000001</c:v>
                </c:pt>
                <c:pt idx="529">
                  <c:v>0.1833599061</c:v>
                </c:pt>
                <c:pt idx="530">
                  <c:v>0.1834212244</c:v>
                </c:pt>
                <c:pt idx="531">
                  <c:v>0.1835913062</c:v>
                </c:pt>
                <c:pt idx="532">
                  <c:v>0.1837601364</c:v>
                </c:pt>
                <c:pt idx="533">
                  <c:v>0.1839919984</c:v>
                </c:pt>
                <c:pt idx="534">
                  <c:v>0.18418286740000001</c:v>
                </c:pt>
                <c:pt idx="535">
                  <c:v>0.18444177510000001</c:v>
                </c:pt>
                <c:pt idx="536">
                  <c:v>0.18464463950000001</c:v>
                </c:pt>
                <c:pt idx="537">
                  <c:v>0.1849431396</c:v>
                </c:pt>
                <c:pt idx="538">
                  <c:v>0.1852240413</c:v>
                </c:pt>
                <c:pt idx="539">
                  <c:v>0.18558290599999999</c:v>
                </c:pt>
                <c:pt idx="540">
                  <c:v>0.1859840006</c:v>
                </c:pt>
                <c:pt idx="541">
                  <c:v>0.18634341660000001</c:v>
                </c:pt>
                <c:pt idx="542">
                  <c:v>0.18674084539999999</c:v>
                </c:pt>
                <c:pt idx="543">
                  <c:v>0.1872360706</c:v>
                </c:pt>
                <c:pt idx="544">
                  <c:v>0.18763415520000001</c:v>
                </c:pt>
                <c:pt idx="545">
                  <c:v>0.18814665080000001</c:v>
                </c:pt>
                <c:pt idx="546">
                  <c:v>0.18875277039999999</c:v>
                </c:pt>
                <c:pt idx="547">
                  <c:v>0.18933583800000001</c:v>
                </c:pt>
                <c:pt idx="548">
                  <c:v>0.1899593621</c:v>
                </c:pt>
                <c:pt idx="549">
                  <c:v>0.19059303399999999</c:v>
                </c:pt>
                <c:pt idx="550">
                  <c:v>0.19129082559999999</c:v>
                </c:pt>
                <c:pt idx="551">
                  <c:v>0.1919828355</c:v>
                </c:pt>
                <c:pt idx="552">
                  <c:v>0.19274337590000001</c:v>
                </c:pt>
                <c:pt idx="553">
                  <c:v>0.19352512059999999</c:v>
                </c:pt>
                <c:pt idx="554">
                  <c:v>0.19443416599999999</c:v>
                </c:pt>
                <c:pt idx="555">
                  <c:v>0.19532325859999999</c:v>
                </c:pt>
                <c:pt idx="556">
                  <c:v>0.1962334365</c:v>
                </c:pt>
                <c:pt idx="557">
                  <c:v>0.1971348077</c:v>
                </c:pt>
                <c:pt idx="558">
                  <c:v>0.1981739998</c:v>
                </c:pt>
                <c:pt idx="559">
                  <c:v>0.19917367399999999</c:v>
                </c:pt>
                <c:pt idx="560">
                  <c:v>0.20030008260000001</c:v>
                </c:pt>
                <c:pt idx="561">
                  <c:v>0.2014414668</c:v>
                </c:pt>
                <c:pt idx="562">
                  <c:v>0.20262448490000001</c:v>
                </c:pt>
                <c:pt idx="563">
                  <c:v>0.20378528539999999</c:v>
                </c:pt>
                <c:pt idx="564">
                  <c:v>0.2050432861</c:v>
                </c:pt>
                <c:pt idx="565">
                  <c:v>0.206350863</c:v>
                </c:pt>
                <c:pt idx="566">
                  <c:v>0.2077335417</c:v>
                </c:pt>
                <c:pt idx="567">
                  <c:v>0.20902925729999999</c:v>
                </c:pt>
                <c:pt idx="568">
                  <c:v>0.21045409139999999</c:v>
                </c:pt>
                <c:pt idx="569">
                  <c:v>0.21197889750000001</c:v>
                </c:pt>
                <c:pt idx="570">
                  <c:v>0.21344633399999999</c:v>
                </c:pt>
                <c:pt idx="571">
                  <c:v>0.2150615454</c:v>
                </c:pt>
                <c:pt idx="572">
                  <c:v>0.2166590095</c:v>
                </c:pt>
                <c:pt idx="573">
                  <c:v>0.21829706430000001</c:v>
                </c:pt>
                <c:pt idx="574">
                  <c:v>0.21999631820000001</c:v>
                </c:pt>
                <c:pt idx="575">
                  <c:v>0.22175331409999999</c:v>
                </c:pt>
                <c:pt idx="576">
                  <c:v>0.2235086858</c:v>
                </c:pt>
                <c:pt idx="577">
                  <c:v>0.2253558189</c:v>
                </c:pt>
                <c:pt idx="578">
                  <c:v>0.2272922695</c:v>
                </c:pt>
                <c:pt idx="579">
                  <c:v>0.22927021980000001</c:v>
                </c:pt>
                <c:pt idx="580">
                  <c:v>0.23123644290000001</c:v>
                </c:pt>
                <c:pt idx="581">
                  <c:v>0.23335061970000001</c:v>
                </c:pt>
                <c:pt idx="582">
                  <c:v>0.2354453057</c:v>
                </c:pt>
                <c:pt idx="583">
                  <c:v>0.2374670357</c:v>
                </c:pt>
                <c:pt idx="584">
                  <c:v>0.23972037430000001</c:v>
                </c:pt>
                <c:pt idx="585">
                  <c:v>0.2419169843</c:v>
                </c:pt>
                <c:pt idx="586">
                  <c:v>0.2441207916</c:v>
                </c:pt>
                <c:pt idx="587">
                  <c:v>0.24639993909999999</c:v>
                </c:pt>
                <c:pt idx="588">
                  <c:v>0.24871318040000001</c:v>
                </c:pt>
                <c:pt idx="589">
                  <c:v>0.25094610449999999</c:v>
                </c:pt>
                <c:pt idx="590">
                  <c:v>0.25333553549999999</c:v>
                </c:pt>
                <c:pt idx="591">
                  <c:v>0.25565803050000002</c:v>
                </c:pt>
                <c:pt idx="592">
                  <c:v>0.25802153350000001</c:v>
                </c:pt>
                <c:pt idx="593">
                  <c:v>0.26031288499999999</c:v>
                </c:pt>
                <c:pt idx="594">
                  <c:v>0.26274961229999999</c:v>
                </c:pt>
                <c:pt idx="595">
                  <c:v>0.26501142979999998</c:v>
                </c:pt>
                <c:pt idx="596">
                  <c:v>0.26746472719999997</c:v>
                </c:pt>
                <c:pt idx="597">
                  <c:v>0.26983255150000002</c:v>
                </c:pt>
                <c:pt idx="598">
                  <c:v>0.27225095030000002</c:v>
                </c:pt>
                <c:pt idx="599">
                  <c:v>0.27448061109999999</c:v>
                </c:pt>
                <c:pt idx="600">
                  <c:v>0.27694523329999998</c:v>
                </c:pt>
                <c:pt idx="601">
                  <c:v>0.27676489949999999</c:v>
                </c:pt>
                <c:pt idx="602">
                  <c:v>0.27919733520000001</c:v>
                </c:pt>
                <c:pt idx="603">
                  <c:v>0.28148162360000001</c:v>
                </c:pt>
                <c:pt idx="604">
                  <c:v>0.28388050199999998</c:v>
                </c:pt>
                <c:pt idx="605">
                  <c:v>0.28597146270000001</c:v>
                </c:pt>
                <c:pt idx="606">
                  <c:v>0.28826963900000002</c:v>
                </c:pt>
                <c:pt idx="607">
                  <c:v>0.29036226869999998</c:v>
                </c:pt>
                <c:pt idx="608">
                  <c:v>0.29270461199999998</c:v>
                </c:pt>
                <c:pt idx="609">
                  <c:v>0.29472088810000002</c:v>
                </c:pt>
                <c:pt idx="610">
                  <c:v>0.29662963749999999</c:v>
                </c:pt>
                <c:pt idx="611">
                  <c:v>0.2987523675</c:v>
                </c:pt>
                <c:pt idx="612">
                  <c:v>0.30053079129999999</c:v>
                </c:pt>
                <c:pt idx="613">
                  <c:v>0.30202075839999998</c:v>
                </c:pt>
                <c:pt idx="614">
                  <c:v>0.30361557010000001</c:v>
                </c:pt>
                <c:pt idx="615">
                  <c:v>0.30504304170000002</c:v>
                </c:pt>
                <c:pt idx="616">
                  <c:v>0.30637037750000001</c:v>
                </c:pt>
                <c:pt idx="617">
                  <c:v>0.30744683740000001</c:v>
                </c:pt>
                <c:pt idx="618">
                  <c:v>0.30834263560000003</c:v>
                </c:pt>
                <c:pt idx="619">
                  <c:v>0.3093496859</c:v>
                </c:pt>
                <c:pt idx="620">
                  <c:v>0.31014332179999998</c:v>
                </c:pt>
                <c:pt idx="621">
                  <c:v>0.31079596279999999</c:v>
                </c:pt>
                <c:pt idx="622">
                  <c:v>0.3112486303</c:v>
                </c:pt>
                <c:pt idx="623">
                  <c:v>0.3115778863</c:v>
                </c:pt>
                <c:pt idx="624">
                  <c:v>0.3118388057</c:v>
                </c:pt>
                <c:pt idx="625">
                  <c:v>0.31196016069999999</c:v>
                </c:pt>
                <c:pt idx="626">
                  <c:v>0.3121842742</c:v>
                </c:pt>
                <c:pt idx="627">
                  <c:v>0.31197834009999997</c:v>
                </c:pt>
                <c:pt idx="628">
                  <c:v>0.31175073980000001</c:v>
                </c:pt>
                <c:pt idx="629">
                  <c:v>0.31138080359999998</c:v>
                </c:pt>
                <c:pt idx="630">
                  <c:v>0.31132549050000002</c:v>
                </c:pt>
                <c:pt idx="631">
                  <c:v>0.31073075529999999</c:v>
                </c:pt>
                <c:pt idx="632">
                  <c:v>0.31012168530000001</c:v>
                </c:pt>
                <c:pt idx="633">
                  <c:v>0.30954167249999998</c:v>
                </c:pt>
                <c:pt idx="634">
                  <c:v>0.30889931320000003</c:v>
                </c:pt>
                <c:pt idx="635">
                  <c:v>0.30786484479999998</c:v>
                </c:pt>
                <c:pt idx="636">
                  <c:v>0.30695775149999999</c:v>
                </c:pt>
                <c:pt idx="637">
                  <c:v>0.30592614410000002</c:v>
                </c:pt>
                <c:pt idx="638">
                  <c:v>0.30472052100000002</c:v>
                </c:pt>
                <c:pt idx="639">
                  <c:v>0.30377286669999998</c:v>
                </c:pt>
                <c:pt idx="640">
                  <c:v>0.30243170260000002</c:v>
                </c:pt>
                <c:pt idx="641">
                  <c:v>0.30094784499999999</c:v>
                </c:pt>
                <c:pt idx="642">
                  <c:v>0.29953920839999998</c:v>
                </c:pt>
                <c:pt idx="643">
                  <c:v>0.2979941666</c:v>
                </c:pt>
                <c:pt idx="644">
                  <c:v>0.29635247590000002</c:v>
                </c:pt>
                <c:pt idx="645">
                  <c:v>0.29463982579999998</c:v>
                </c:pt>
                <c:pt idx="646">
                  <c:v>0.292891711</c:v>
                </c:pt>
                <c:pt idx="647">
                  <c:v>0.29110142589999999</c:v>
                </c:pt>
                <c:pt idx="648">
                  <c:v>0.28933250900000002</c:v>
                </c:pt>
                <c:pt idx="649">
                  <c:v>0.28760334850000002</c:v>
                </c:pt>
                <c:pt idx="650">
                  <c:v>0.28563451769999998</c:v>
                </c:pt>
                <c:pt idx="651">
                  <c:v>0.28373822570000001</c:v>
                </c:pt>
                <c:pt idx="652">
                  <c:v>0.28157562019999999</c:v>
                </c:pt>
                <c:pt idx="653">
                  <c:v>0.27977040409999998</c:v>
                </c:pt>
                <c:pt idx="654">
                  <c:v>0.27762496469999998</c:v>
                </c:pt>
                <c:pt idx="655">
                  <c:v>0.27557349209999998</c:v>
                </c:pt>
                <c:pt idx="656">
                  <c:v>0.27349358800000001</c:v>
                </c:pt>
                <c:pt idx="657">
                  <c:v>0.27143383030000001</c:v>
                </c:pt>
                <c:pt idx="658">
                  <c:v>0.26947280759999998</c:v>
                </c:pt>
                <c:pt idx="659">
                  <c:v>0.2673441768</c:v>
                </c:pt>
                <c:pt idx="660">
                  <c:v>0.26541608570000003</c:v>
                </c:pt>
                <c:pt idx="661">
                  <c:v>0.26337921619999999</c:v>
                </c:pt>
                <c:pt idx="662">
                  <c:v>0.26136162880000002</c:v>
                </c:pt>
                <c:pt idx="663">
                  <c:v>0.25950479510000002</c:v>
                </c:pt>
                <c:pt idx="664">
                  <c:v>0.25768598910000001</c:v>
                </c:pt>
                <c:pt idx="665">
                  <c:v>0.2557710111</c:v>
                </c:pt>
                <c:pt idx="666">
                  <c:v>0.25407212969999998</c:v>
                </c:pt>
                <c:pt idx="667">
                  <c:v>0.25227951999999998</c:v>
                </c:pt>
                <c:pt idx="668">
                  <c:v>0.25049489740000003</c:v>
                </c:pt>
                <c:pt idx="669">
                  <c:v>0.24866090709999999</c:v>
                </c:pt>
                <c:pt idx="670">
                  <c:v>0.247270301</c:v>
                </c:pt>
                <c:pt idx="671">
                  <c:v>0.245639205</c:v>
                </c:pt>
                <c:pt idx="672">
                  <c:v>0.24420621989999999</c:v>
                </c:pt>
                <c:pt idx="673">
                  <c:v>0.24277305599999999</c:v>
                </c:pt>
                <c:pt idx="674">
                  <c:v>0.2414991856</c:v>
                </c:pt>
                <c:pt idx="675">
                  <c:v>0.24002748730000001</c:v>
                </c:pt>
                <c:pt idx="676">
                  <c:v>0.2387517244</c:v>
                </c:pt>
                <c:pt idx="677">
                  <c:v>0.23751932379999999</c:v>
                </c:pt>
                <c:pt idx="678">
                  <c:v>0.23623514179999999</c:v>
                </c:pt>
                <c:pt idx="679">
                  <c:v>0.23519007859999999</c:v>
                </c:pt>
                <c:pt idx="680">
                  <c:v>0.23407624660000001</c:v>
                </c:pt>
                <c:pt idx="681">
                  <c:v>0.2332648635</c:v>
                </c:pt>
                <c:pt idx="682">
                  <c:v>0.2322468758</c:v>
                </c:pt>
                <c:pt idx="683">
                  <c:v>0.2312868387</c:v>
                </c:pt>
                <c:pt idx="684">
                  <c:v>0.23053005339999999</c:v>
                </c:pt>
                <c:pt idx="685">
                  <c:v>0.2297158986</c:v>
                </c:pt>
                <c:pt idx="686">
                  <c:v>0.22893662749999999</c:v>
                </c:pt>
                <c:pt idx="687">
                  <c:v>0.228482455</c:v>
                </c:pt>
                <c:pt idx="688">
                  <c:v>0.227787137</c:v>
                </c:pt>
                <c:pt idx="689">
                  <c:v>0.2271569967</c:v>
                </c:pt>
                <c:pt idx="690">
                  <c:v>0.22665105760000001</c:v>
                </c:pt>
                <c:pt idx="691">
                  <c:v>0.22618058320000001</c:v>
                </c:pt>
                <c:pt idx="692">
                  <c:v>0.22571152450000001</c:v>
                </c:pt>
                <c:pt idx="693">
                  <c:v>0.2253596038</c:v>
                </c:pt>
                <c:pt idx="694">
                  <c:v>0.2250633836</c:v>
                </c:pt>
                <c:pt idx="695">
                  <c:v>0.22460660339999999</c:v>
                </c:pt>
                <c:pt idx="696">
                  <c:v>0.22433051470000001</c:v>
                </c:pt>
                <c:pt idx="697">
                  <c:v>0.22422795000000001</c:v>
                </c:pt>
                <c:pt idx="698">
                  <c:v>0.2241038531</c:v>
                </c:pt>
                <c:pt idx="699">
                  <c:v>0.22389170529999999</c:v>
                </c:pt>
                <c:pt idx="700">
                  <c:v>0.2239290327</c:v>
                </c:pt>
                <c:pt idx="701">
                  <c:v>0.22389569879999999</c:v>
                </c:pt>
                <c:pt idx="702">
                  <c:v>0.22391003370000001</c:v>
                </c:pt>
                <c:pt idx="703">
                  <c:v>0.22391346100000001</c:v>
                </c:pt>
                <c:pt idx="704">
                  <c:v>0.2240290046</c:v>
                </c:pt>
                <c:pt idx="705">
                  <c:v>0.2239975333</c:v>
                </c:pt>
                <c:pt idx="706">
                  <c:v>0.22423237560000001</c:v>
                </c:pt>
                <c:pt idx="707">
                  <c:v>0.2245348841</c:v>
                </c:pt>
                <c:pt idx="708">
                  <c:v>0.22491806750000001</c:v>
                </c:pt>
                <c:pt idx="709">
                  <c:v>0.22521610559999999</c:v>
                </c:pt>
                <c:pt idx="710">
                  <c:v>0.22548979520000001</c:v>
                </c:pt>
                <c:pt idx="711">
                  <c:v>0.2258797884</c:v>
                </c:pt>
                <c:pt idx="712">
                  <c:v>0.22639995809999999</c:v>
                </c:pt>
                <c:pt idx="713">
                  <c:v>0.22690384089999999</c:v>
                </c:pt>
                <c:pt idx="714">
                  <c:v>0.22737598419999999</c:v>
                </c:pt>
                <c:pt idx="715">
                  <c:v>0.22788704930000001</c:v>
                </c:pt>
                <c:pt idx="716">
                  <c:v>0.22854147850000001</c:v>
                </c:pt>
                <c:pt idx="717">
                  <c:v>0.22914752360000001</c:v>
                </c:pt>
                <c:pt idx="718">
                  <c:v>0.2298469692</c:v>
                </c:pt>
                <c:pt idx="719">
                  <c:v>0.23047113420000001</c:v>
                </c:pt>
                <c:pt idx="720">
                  <c:v>0.2312095612</c:v>
                </c:pt>
                <c:pt idx="721">
                  <c:v>0.23206424710000001</c:v>
                </c:pt>
                <c:pt idx="722">
                  <c:v>0.23297877610000001</c:v>
                </c:pt>
                <c:pt idx="723">
                  <c:v>0.23373581469999999</c:v>
                </c:pt>
                <c:pt idx="724">
                  <c:v>0.23475141820000001</c:v>
                </c:pt>
                <c:pt idx="725">
                  <c:v>0.2355885804</c:v>
                </c:pt>
                <c:pt idx="726">
                  <c:v>0.23665490750000001</c:v>
                </c:pt>
                <c:pt idx="727">
                  <c:v>0.2376285195</c:v>
                </c:pt>
                <c:pt idx="728">
                  <c:v>0.2387310416</c:v>
                </c:pt>
                <c:pt idx="729">
                  <c:v>0.239826709</c:v>
                </c:pt>
                <c:pt idx="730">
                  <c:v>0.2410306633</c:v>
                </c:pt>
                <c:pt idx="731">
                  <c:v>0.24214114249999999</c:v>
                </c:pt>
                <c:pt idx="732">
                  <c:v>0.2434470057</c:v>
                </c:pt>
                <c:pt idx="733">
                  <c:v>0.24464918669999999</c:v>
                </c:pt>
                <c:pt idx="734">
                  <c:v>0.24587848779999999</c:v>
                </c:pt>
                <c:pt idx="735">
                  <c:v>0.24718074500000001</c:v>
                </c:pt>
                <c:pt idx="736">
                  <c:v>0.24835877119999999</c:v>
                </c:pt>
                <c:pt idx="737">
                  <c:v>0.2496903986</c:v>
                </c:pt>
                <c:pt idx="738">
                  <c:v>0.25083979960000002</c:v>
                </c:pt>
                <c:pt idx="739">
                  <c:v>0.252227217</c:v>
                </c:pt>
                <c:pt idx="740">
                  <c:v>0.2534853816</c:v>
                </c:pt>
                <c:pt idx="741">
                  <c:v>0.25486445429999999</c:v>
                </c:pt>
                <c:pt idx="742">
                  <c:v>0.25621294979999998</c:v>
                </c:pt>
                <c:pt idx="743">
                  <c:v>0.25743874909999998</c:v>
                </c:pt>
                <c:pt idx="744">
                  <c:v>0.25866672400000001</c:v>
                </c:pt>
                <c:pt idx="745">
                  <c:v>0.2599189878</c:v>
                </c:pt>
                <c:pt idx="746">
                  <c:v>0.26111039520000001</c:v>
                </c:pt>
                <c:pt idx="747">
                  <c:v>0.26239871980000001</c:v>
                </c:pt>
                <c:pt idx="748">
                  <c:v>0.2636492252</c:v>
                </c:pt>
                <c:pt idx="749">
                  <c:v>0.26465740799999998</c:v>
                </c:pt>
                <c:pt idx="750">
                  <c:v>0.2658580244</c:v>
                </c:pt>
                <c:pt idx="751">
                  <c:v>0.2668901682</c:v>
                </c:pt>
                <c:pt idx="752">
                  <c:v>0.26779431100000001</c:v>
                </c:pt>
                <c:pt idx="753">
                  <c:v>0.26876929399999999</c:v>
                </c:pt>
                <c:pt idx="754">
                  <c:v>0.26949083810000002</c:v>
                </c:pt>
                <c:pt idx="755">
                  <c:v>0.27029415969999998</c:v>
                </c:pt>
                <c:pt idx="756">
                  <c:v>0.27076387410000002</c:v>
                </c:pt>
                <c:pt idx="757">
                  <c:v>0.2712800205</c:v>
                </c:pt>
                <c:pt idx="758">
                  <c:v>0.27167078849999998</c:v>
                </c:pt>
                <c:pt idx="759">
                  <c:v>0.27193295960000002</c:v>
                </c:pt>
                <c:pt idx="760">
                  <c:v>0.27221363780000002</c:v>
                </c:pt>
                <c:pt idx="761">
                  <c:v>0.27231433989999998</c:v>
                </c:pt>
                <c:pt idx="762">
                  <c:v>0.27245125170000001</c:v>
                </c:pt>
                <c:pt idx="763">
                  <c:v>0.2724569738</c:v>
                </c:pt>
                <c:pt idx="764">
                  <c:v>0.27248275280000001</c:v>
                </c:pt>
                <c:pt idx="765">
                  <c:v>0.27240723369999997</c:v>
                </c:pt>
                <c:pt idx="766">
                  <c:v>0.27224814889999999</c:v>
                </c:pt>
                <c:pt idx="767">
                  <c:v>0.27202627060000001</c:v>
                </c:pt>
                <c:pt idx="768">
                  <c:v>0.27185928819999999</c:v>
                </c:pt>
                <c:pt idx="769">
                  <c:v>0.27160102130000002</c:v>
                </c:pt>
                <c:pt idx="770">
                  <c:v>0.27115139370000002</c:v>
                </c:pt>
                <c:pt idx="771">
                  <c:v>0.27072602509999999</c:v>
                </c:pt>
                <c:pt idx="772">
                  <c:v>0.27030143140000001</c:v>
                </c:pt>
                <c:pt idx="773">
                  <c:v>0.26969033479999999</c:v>
                </c:pt>
                <c:pt idx="774">
                  <c:v>0.26910650730000002</c:v>
                </c:pt>
                <c:pt idx="775">
                  <c:v>0.26872318979999998</c:v>
                </c:pt>
                <c:pt idx="776">
                  <c:v>0.26793250439999999</c:v>
                </c:pt>
                <c:pt idx="777">
                  <c:v>0.26727658510000002</c:v>
                </c:pt>
                <c:pt idx="778">
                  <c:v>0.26671752329999998</c:v>
                </c:pt>
                <c:pt idx="779">
                  <c:v>0.26593390109999998</c:v>
                </c:pt>
                <c:pt idx="780">
                  <c:v>0.26519045229999999</c:v>
                </c:pt>
                <c:pt idx="781">
                  <c:v>0.26449021700000003</c:v>
                </c:pt>
                <c:pt idx="782">
                  <c:v>0.26374423499999999</c:v>
                </c:pt>
                <c:pt idx="783">
                  <c:v>0.2630338371</c:v>
                </c:pt>
                <c:pt idx="784">
                  <c:v>0.26230958100000001</c:v>
                </c:pt>
                <c:pt idx="785">
                  <c:v>0.26167431470000002</c:v>
                </c:pt>
                <c:pt idx="786">
                  <c:v>0.26088249679999997</c:v>
                </c:pt>
                <c:pt idx="787">
                  <c:v>0.26022827630000001</c:v>
                </c:pt>
                <c:pt idx="788">
                  <c:v>0.25955015419999999</c:v>
                </c:pt>
                <c:pt idx="789">
                  <c:v>0.25897729400000002</c:v>
                </c:pt>
                <c:pt idx="790">
                  <c:v>0.2583090663</c:v>
                </c:pt>
                <c:pt idx="791">
                  <c:v>0.2577979863</c:v>
                </c:pt>
                <c:pt idx="792">
                  <c:v>0.25719180699999999</c:v>
                </c:pt>
                <c:pt idx="793">
                  <c:v>0.25668668750000001</c:v>
                </c:pt>
                <c:pt idx="794">
                  <c:v>0.25623965259999998</c:v>
                </c:pt>
                <c:pt idx="795">
                  <c:v>0.2556568682</c:v>
                </c:pt>
                <c:pt idx="796">
                  <c:v>0.25532746319999999</c:v>
                </c:pt>
                <c:pt idx="797">
                  <c:v>0.25483128430000002</c:v>
                </c:pt>
                <c:pt idx="798">
                  <c:v>0.2545362115</c:v>
                </c:pt>
                <c:pt idx="799">
                  <c:v>0.25420078639999999</c:v>
                </c:pt>
                <c:pt idx="800">
                  <c:v>0.25384452940000002</c:v>
                </c:pt>
                <c:pt idx="801">
                  <c:v>0.2535377741</c:v>
                </c:pt>
                <c:pt idx="802">
                  <c:v>0.25338497760000001</c:v>
                </c:pt>
                <c:pt idx="803">
                  <c:v>0.2530434728</c:v>
                </c:pt>
                <c:pt idx="804">
                  <c:v>0.25296208260000003</c:v>
                </c:pt>
                <c:pt idx="805">
                  <c:v>0.25261822340000001</c:v>
                </c:pt>
                <c:pt idx="806">
                  <c:v>0.25241252780000001</c:v>
                </c:pt>
                <c:pt idx="807">
                  <c:v>0.25219076870000001</c:v>
                </c:pt>
                <c:pt idx="808">
                  <c:v>0.25201401109999999</c:v>
                </c:pt>
                <c:pt idx="809">
                  <c:v>0.25165936350000001</c:v>
                </c:pt>
                <c:pt idx="810">
                  <c:v>0.25143724680000001</c:v>
                </c:pt>
                <c:pt idx="811">
                  <c:v>0.2511323392</c:v>
                </c:pt>
                <c:pt idx="812">
                  <c:v>0.25105085970000002</c:v>
                </c:pt>
                <c:pt idx="813">
                  <c:v>0.25064459439999998</c:v>
                </c:pt>
                <c:pt idx="814">
                  <c:v>0.25034368039999999</c:v>
                </c:pt>
                <c:pt idx="815">
                  <c:v>0.2500242889</c:v>
                </c:pt>
                <c:pt idx="816">
                  <c:v>0.24970898029999999</c:v>
                </c:pt>
                <c:pt idx="817">
                  <c:v>0.2493395209</c:v>
                </c:pt>
                <c:pt idx="818">
                  <c:v>0.24887324869999999</c:v>
                </c:pt>
                <c:pt idx="819">
                  <c:v>0.2485478371</c:v>
                </c:pt>
                <c:pt idx="820">
                  <c:v>0.2479754686</c:v>
                </c:pt>
                <c:pt idx="821">
                  <c:v>0.24748489260000001</c:v>
                </c:pt>
                <c:pt idx="822">
                  <c:v>0.2469388247</c:v>
                </c:pt>
                <c:pt idx="823">
                  <c:v>0.24638432260000001</c:v>
                </c:pt>
                <c:pt idx="824">
                  <c:v>0.2456947267</c:v>
                </c:pt>
                <c:pt idx="825">
                  <c:v>0.24513086680000001</c:v>
                </c:pt>
                <c:pt idx="826">
                  <c:v>0.24444720149999999</c:v>
                </c:pt>
                <c:pt idx="827">
                  <c:v>0.24363508819999999</c:v>
                </c:pt>
                <c:pt idx="828">
                  <c:v>0.24297045170000001</c:v>
                </c:pt>
                <c:pt idx="829">
                  <c:v>0.2421891987</c:v>
                </c:pt>
                <c:pt idx="830">
                  <c:v>0.24137122929999999</c:v>
                </c:pt>
                <c:pt idx="831">
                  <c:v>0.24100255970000001</c:v>
                </c:pt>
                <c:pt idx="832">
                  <c:v>0.24015788730000001</c:v>
                </c:pt>
                <c:pt idx="833">
                  <c:v>0.23933833839999999</c:v>
                </c:pt>
                <c:pt idx="834">
                  <c:v>0.23854777220000001</c:v>
                </c:pt>
                <c:pt idx="835">
                  <c:v>0.2377474457</c:v>
                </c:pt>
                <c:pt idx="836">
                  <c:v>0.23685869570000001</c:v>
                </c:pt>
                <c:pt idx="837">
                  <c:v>0.2360485494</c:v>
                </c:pt>
                <c:pt idx="838">
                  <c:v>0.23532988129999999</c:v>
                </c:pt>
                <c:pt idx="839">
                  <c:v>0.23449407520000001</c:v>
                </c:pt>
                <c:pt idx="840">
                  <c:v>0.23382978139999999</c:v>
                </c:pt>
                <c:pt idx="841">
                  <c:v>0.2331134081</c:v>
                </c:pt>
                <c:pt idx="842">
                  <c:v>0.23251010480000001</c:v>
                </c:pt>
                <c:pt idx="843">
                  <c:v>0.23190641400000001</c:v>
                </c:pt>
                <c:pt idx="844">
                  <c:v>0.23122282329999999</c:v>
                </c:pt>
                <c:pt idx="845">
                  <c:v>0.2307842225</c:v>
                </c:pt>
                <c:pt idx="846">
                  <c:v>0.23035557570000001</c:v>
                </c:pt>
                <c:pt idx="847">
                  <c:v>0.22985544799999999</c:v>
                </c:pt>
                <c:pt idx="848">
                  <c:v>0.2295996696</c:v>
                </c:pt>
                <c:pt idx="849">
                  <c:v>0.22930721940000001</c:v>
                </c:pt>
                <c:pt idx="850">
                  <c:v>0.229140237</c:v>
                </c:pt>
                <c:pt idx="851">
                  <c:v>0.22896639999999999</c:v>
                </c:pt>
                <c:pt idx="852">
                  <c:v>0.22896477579999999</c:v>
                </c:pt>
                <c:pt idx="853">
                  <c:v>0.22892245650000001</c:v>
                </c:pt>
                <c:pt idx="854">
                  <c:v>0.2290687263</c:v>
                </c:pt>
                <c:pt idx="855">
                  <c:v>0.22918583449999999</c:v>
                </c:pt>
                <c:pt idx="856">
                  <c:v>0.2293798625</c:v>
                </c:pt>
                <c:pt idx="857">
                  <c:v>0.22971035540000001</c:v>
                </c:pt>
                <c:pt idx="858">
                  <c:v>0.2301106751</c:v>
                </c:pt>
                <c:pt idx="859">
                  <c:v>0.2305845916</c:v>
                </c:pt>
                <c:pt idx="860">
                  <c:v>0.2312483937</c:v>
                </c:pt>
                <c:pt idx="861">
                  <c:v>0.23173613849999999</c:v>
                </c:pt>
                <c:pt idx="862">
                  <c:v>0.23241311310000001</c:v>
                </c:pt>
                <c:pt idx="863">
                  <c:v>0.23328460749999999</c:v>
                </c:pt>
                <c:pt idx="864">
                  <c:v>0.23397566380000001</c:v>
                </c:pt>
                <c:pt idx="865">
                  <c:v>0.2349209636</c:v>
                </c:pt>
                <c:pt idx="866">
                  <c:v>0.23593176900000001</c:v>
                </c:pt>
                <c:pt idx="867">
                  <c:v>0.2367111593</c:v>
                </c:pt>
                <c:pt idx="868">
                  <c:v>0.2379516065</c:v>
                </c:pt>
                <c:pt idx="869">
                  <c:v>0.23901608590000001</c:v>
                </c:pt>
                <c:pt idx="870">
                  <c:v>0.24023605880000001</c:v>
                </c:pt>
                <c:pt idx="871">
                  <c:v>0.24144397679999999</c:v>
                </c:pt>
                <c:pt idx="872">
                  <c:v>0.242734164</c:v>
                </c:pt>
                <c:pt idx="873">
                  <c:v>0.24415612219999999</c:v>
                </c:pt>
                <c:pt idx="874">
                  <c:v>0.24542616310000001</c:v>
                </c:pt>
                <c:pt idx="875">
                  <c:v>0.24675045910000001</c:v>
                </c:pt>
                <c:pt idx="876">
                  <c:v>0.24825024600000001</c:v>
                </c:pt>
                <c:pt idx="877">
                  <c:v>0.24962471429999999</c:v>
                </c:pt>
                <c:pt idx="878">
                  <c:v>0.25115552540000002</c:v>
                </c:pt>
                <c:pt idx="879">
                  <c:v>0.25261968369999999</c:v>
                </c:pt>
                <c:pt idx="880">
                  <c:v>0.25406479840000001</c:v>
                </c:pt>
                <c:pt idx="881">
                  <c:v>0.25552350280000002</c:v>
                </c:pt>
                <c:pt idx="882">
                  <c:v>0.2570561469</c:v>
                </c:pt>
                <c:pt idx="883">
                  <c:v>0.25854760409999999</c:v>
                </c:pt>
                <c:pt idx="884">
                  <c:v>0.26000186800000002</c:v>
                </c:pt>
                <c:pt idx="885">
                  <c:v>0.26160776619999998</c:v>
                </c:pt>
                <c:pt idx="886">
                  <c:v>0.2629783154</c:v>
                </c:pt>
                <c:pt idx="887">
                  <c:v>0.26434978840000001</c:v>
                </c:pt>
                <c:pt idx="888">
                  <c:v>0.26570039989999999</c:v>
                </c:pt>
                <c:pt idx="889">
                  <c:v>0.26713371279999998</c:v>
                </c:pt>
                <c:pt idx="890">
                  <c:v>0.2685164511</c:v>
                </c:pt>
                <c:pt idx="891">
                  <c:v>0.26980644459999997</c:v>
                </c:pt>
                <c:pt idx="892">
                  <c:v>0.27094942329999999</c:v>
                </c:pt>
                <c:pt idx="893">
                  <c:v>0.27225294709999998</c:v>
                </c:pt>
                <c:pt idx="894">
                  <c:v>0.27341642980000003</c:v>
                </c:pt>
                <c:pt idx="895">
                  <c:v>0.27458438280000003</c:v>
                </c:pt>
                <c:pt idx="896">
                  <c:v>0.27563956379999999</c:v>
                </c:pt>
                <c:pt idx="897">
                  <c:v>0.27665376660000002</c:v>
                </c:pt>
                <c:pt idx="898">
                  <c:v>0.27765837310000002</c:v>
                </c:pt>
                <c:pt idx="899">
                  <c:v>0.27860173580000003</c:v>
                </c:pt>
                <c:pt idx="900">
                  <c:v>0.27959066630000001</c:v>
                </c:pt>
                <c:pt idx="901">
                  <c:v>0.28035584089999999</c:v>
                </c:pt>
                <c:pt idx="902">
                  <c:v>0.28131219740000002</c:v>
                </c:pt>
                <c:pt idx="903">
                  <c:v>0.28215134139999998</c:v>
                </c:pt>
                <c:pt idx="904">
                  <c:v>0.28297343850000001</c:v>
                </c:pt>
                <c:pt idx="905">
                  <c:v>0.2838172913</c:v>
                </c:pt>
                <c:pt idx="906">
                  <c:v>0.28457331660000001</c:v>
                </c:pt>
                <c:pt idx="907">
                  <c:v>0.28518217800000001</c:v>
                </c:pt>
                <c:pt idx="908">
                  <c:v>0.28602439169999999</c:v>
                </c:pt>
                <c:pt idx="909">
                  <c:v>0.28664729</c:v>
                </c:pt>
                <c:pt idx="910">
                  <c:v>0.28732103110000001</c:v>
                </c:pt>
                <c:pt idx="911">
                  <c:v>0.28795063500000001</c:v>
                </c:pt>
                <c:pt idx="912">
                  <c:v>0.28862813120000003</c:v>
                </c:pt>
                <c:pt idx="913">
                  <c:v>0.28934738040000002</c:v>
                </c:pt>
                <c:pt idx="914">
                  <c:v>0.28989574309999999</c:v>
                </c:pt>
                <c:pt idx="915">
                  <c:v>0.29048988219999999</c:v>
                </c:pt>
                <c:pt idx="916">
                  <c:v>0.29118058089999999</c:v>
                </c:pt>
                <c:pt idx="917">
                  <c:v>0.29182502630000001</c:v>
                </c:pt>
                <c:pt idx="918">
                  <c:v>0.29259294270000002</c:v>
                </c:pt>
                <c:pt idx="919">
                  <c:v>0.29326990250000001</c:v>
                </c:pt>
                <c:pt idx="920">
                  <c:v>0.29387092590000002</c:v>
                </c:pt>
                <c:pt idx="921">
                  <c:v>0.29458028079999998</c:v>
                </c:pt>
                <c:pt idx="922">
                  <c:v>0.29538482430000002</c:v>
                </c:pt>
                <c:pt idx="923">
                  <c:v>0.29612344499999999</c:v>
                </c:pt>
                <c:pt idx="924">
                  <c:v>0.29689320920000001</c:v>
                </c:pt>
                <c:pt idx="925">
                  <c:v>0.29767793419999999</c:v>
                </c:pt>
                <c:pt idx="926">
                  <c:v>0.29869207739999998</c:v>
                </c:pt>
                <c:pt idx="927">
                  <c:v>0.2995531857</c:v>
                </c:pt>
                <c:pt idx="928">
                  <c:v>0.30044773219999998</c:v>
                </c:pt>
                <c:pt idx="929">
                  <c:v>0.30141302939999998</c:v>
                </c:pt>
                <c:pt idx="930">
                  <c:v>0.30241194370000002</c:v>
                </c:pt>
                <c:pt idx="931">
                  <c:v>0.3034756482</c:v>
                </c:pt>
                <c:pt idx="932">
                  <c:v>0.3044762909</c:v>
                </c:pt>
                <c:pt idx="933">
                  <c:v>0.30569007990000002</c:v>
                </c:pt>
                <c:pt idx="934">
                  <c:v>0.30671566719999999</c:v>
                </c:pt>
                <c:pt idx="935">
                  <c:v>0.30797556040000001</c:v>
                </c:pt>
                <c:pt idx="936">
                  <c:v>0.30929607149999999</c:v>
                </c:pt>
                <c:pt idx="937">
                  <c:v>0.31044510009999998</c:v>
                </c:pt>
                <c:pt idx="938">
                  <c:v>0.31184586879999998</c:v>
                </c:pt>
                <c:pt idx="939">
                  <c:v>0.3130951226</c:v>
                </c:pt>
                <c:pt idx="940">
                  <c:v>0.31458860640000003</c:v>
                </c:pt>
                <c:pt idx="941">
                  <c:v>0.31593182679999998</c:v>
                </c:pt>
                <c:pt idx="942">
                  <c:v>0.31753185389999999</c:v>
                </c:pt>
                <c:pt idx="943">
                  <c:v>0.31903588770000002</c:v>
                </c:pt>
                <c:pt idx="944">
                  <c:v>0.32066771389999998</c:v>
                </c:pt>
                <c:pt idx="945">
                  <c:v>0.3223138452</c:v>
                </c:pt>
                <c:pt idx="946">
                  <c:v>0.32396352290000002</c:v>
                </c:pt>
                <c:pt idx="947">
                  <c:v>0.32564666869999997</c:v>
                </c:pt>
                <c:pt idx="948">
                  <c:v>0.3274796009</c:v>
                </c:pt>
                <c:pt idx="949">
                  <c:v>0.32927644249999999</c:v>
                </c:pt>
                <c:pt idx="950">
                  <c:v>0.33111256360000002</c:v>
                </c:pt>
                <c:pt idx="951">
                  <c:v>0.33324760199999998</c:v>
                </c:pt>
                <c:pt idx="952">
                  <c:v>0.33507353070000001</c:v>
                </c:pt>
                <c:pt idx="953">
                  <c:v>0.33713760970000001</c:v>
                </c:pt>
                <c:pt idx="954">
                  <c:v>0.33929601310000002</c:v>
                </c:pt>
                <c:pt idx="955">
                  <c:v>0.34149590130000002</c:v>
                </c:pt>
                <c:pt idx="956">
                  <c:v>0.3437343538</c:v>
                </c:pt>
                <c:pt idx="957">
                  <c:v>0.3460822999</c:v>
                </c:pt>
                <c:pt idx="958">
                  <c:v>0.34846055510000001</c:v>
                </c:pt>
                <c:pt idx="959">
                  <c:v>0.35088494419999999</c:v>
                </c:pt>
                <c:pt idx="960">
                  <c:v>0.35339459779999999</c:v>
                </c:pt>
                <c:pt idx="961">
                  <c:v>0.35619539020000002</c:v>
                </c:pt>
                <c:pt idx="962">
                  <c:v>0.35886380080000002</c:v>
                </c:pt>
                <c:pt idx="963">
                  <c:v>0.36183649299999998</c:v>
                </c:pt>
                <c:pt idx="964">
                  <c:v>0.3647792339</c:v>
                </c:pt>
                <c:pt idx="965">
                  <c:v>0.367814064</c:v>
                </c:pt>
                <c:pt idx="966">
                  <c:v>0.37122672800000001</c:v>
                </c:pt>
                <c:pt idx="967">
                  <c:v>0.37464156749999999</c:v>
                </c:pt>
                <c:pt idx="968">
                  <c:v>0.37810263039999997</c:v>
                </c:pt>
                <c:pt idx="969">
                  <c:v>0.38189223410000001</c:v>
                </c:pt>
                <c:pt idx="970">
                  <c:v>0.38562056420000002</c:v>
                </c:pt>
                <c:pt idx="971">
                  <c:v>0.38987365369999999</c:v>
                </c:pt>
                <c:pt idx="972">
                  <c:v>0.39403933289999998</c:v>
                </c:pt>
                <c:pt idx="973">
                  <c:v>0.39846932889999997</c:v>
                </c:pt>
                <c:pt idx="974">
                  <c:v>0.40308281779999999</c:v>
                </c:pt>
                <c:pt idx="975">
                  <c:v>0.40803447370000001</c:v>
                </c:pt>
                <c:pt idx="976">
                  <c:v>0.41322314739999999</c:v>
                </c:pt>
                <c:pt idx="977">
                  <c:v>0.4186623693</c:v>
                </c:pt>
                <c:pt idx="978">
                  <c:v>0.42447435859999999</c:v>
                </c:pt>
                <c:pt idx="979">
                  <c:v>0.43070018290000001</c:v>
                </c:pt>
                <c:pt idx="980">
                  <c:v>0.43719938400000002</c:v>
                </c:pt>
                <c:pt idx="981">
                  <c:v>0.44415593149999999</c:v>
                </c:pt>
                <c:pt idx="982">
                  <c:v>0.45170792939999999</c:v>
                </c:pt>
                <c:pt idx="983">
                  <c:v>0.4595873654</c:v>
                </c:pt>
                <c:pt idx="984">
                  <c:v>0.46811398859999998</c:v>
                </c:pt>
                <c:pt idx="985">
                  <c:v>0.47714179750000002</c:v>
                </c:pt>
                <c:pt idx="986">
                  <c:v>0.48721891639999998</c:v>
                </c:pt>
                <c:pt idx="987">
                  <c:v>0.49789255859999998</c:v>
                </c:pt>
                <c:pt idx="988">
                  <c:v>0.50949817900000005</c:v>
                </c:pt>
                <c:pt idx="989">
                  <c:v>0.52223634720000001</c:v>
                </c:pt>
                <c:pt idx="990">
                  <c:v>0.53586000199999995</c:v>
                </c:pt>
                <c:pt idx="991">
                  <c:v>0.5509797931</c:v>
                </c:pt>
                <c:pt idx="992">
                  <c:v>0.56703597309999998</c:v>
                </c:pt>
                <c:pt idx="993">
                  <c:v>0.58498942850000002</c:v>
                </c:pt>
                <c:pt idx="994">
                  <c:v>0.6039537787</c:v>
                </c:pt>
                <c:pt idx="995">
                  <c:v>0.62465536590000004</c:v>
                </c:pt>
                <c:pt idx="996">
                  <c:v>0.64708614350000004</c:v>
                </c:pt>
                <c:pt idx="997">
                  <c:v>0.67078459260000001</c:v>
                </c:pt>
                <c:pt idx="998">
                  <c:v>0.69546949859999996</c:v>
                </c:pt>
                <c:pt idx="999">
                  <c:v>0.72180956600000001</c:v>
                </c:pt>
                <c:pt idx="1000">
                  <c:v>0.74781322480000001</c:v>
                </c:pt>
                <c:pt idx="1001">
                  <c:v>0.77404195070000004</c:v>
                </c:pt>
                <c:pt idx="1002">
                  <c:v>0.79941219090000004</c:v>
                </c:pt>
                <c:pt idx="1003">
                  <c:v>0.82377761599999999</c:v>
                </c:pt>
                <c:pt idx="1004">
                  <c:v>0.84699302909999996</c:v>
                </c:pt>
                <c:pt idx="1005">
                  <c:v>0.868702054</c:v>
                </c:pt>
                <c:pt idx="1006">
                  <c:v>0.88955354689999999</c:v>
                </c:pt>
                <c:pt idx="1007">
                  <c:v>0.91061401369999995</c:v>
                </c:pt>
                <c:pt idx="1008">
                  <c:v>0.93222963810000004</c:v>
                </c:pt>
                <c:pt idx="1009">
                  <c:v>0.9555321336</c:v>
                </c:pt>
                <c:pt idx="1010">
                  <c:v>0.98083961009999998</c:v>
                </c:pt>
                <c:pt idx="1011">
                  <c:v>1.007731438</c:v>
                </c:pt>
                <c:pt idx="1012">
                  <c:v>1.036898732</c:v>
                </c:pt>
                <c:pt idx="1013">
                  <c:v>1.0666241649999999</c:v>
                </c:pt>
                <c:pt idx="1014">
                  <c:v>1.0960105659999999</c:v>
                </c:pt>
                <c:pt idx="1015">
                  <c:v>1.1240315439999999</c:v>
                </c:pt>
                <c:pt idx="1016">
                  <c:v>1.1478490830000001</c:v>
                </c:pt>
                <c:pt idx="1017">
                  <c:v>1.1669882540000001</c:v>
                </c:pt>
                <c:pt idx="1018">
                  <c:v>1.1797627209999999</c:v>
                </c:pt>
                <c:pt idx="1019">
                  <c:v>1.1850193739999999</c:v>
                </c:pt>
                <c:pt idx="1020">
                  <c:v>1.182967782</c:v>
                </c:pt>
                <c:pt idx="1021">
                  <c:v>1.1726497410000001</c:v>
                </c:pt>
                <c:pt idx="1022">
                  <c:v>1.1559094190000001</c:v>
                </c:pt>
                <c:pt idx="1023">
                  <c:v>1.1328216790000001</c:v>
                </c:pt>
                <c:pt idx="1024">
                  <c:v>1.1049145460000001</c:v>
                </c:pt>
                <c:pt idx="1025">
                  <c:v>1.073482633</c:v>
                </c:pt>
                <c:pt idx="1026">
                  <c:v>1.0398100610000001</c:v>
                </c:pt>
                <c:pt idx="1027">
                  <c:v>1.0054368970000001</c:v>
                </c:pt>
                <c:pt idx="1028">
                  <c:v>0.97060877079999996</c:v>
                </c:pt>
                <c:pt idx="1029">
                  <c:v>0.93767380710000003</c:v>
                </c:pt>
                <c:pt idx="1030">
                  <c:v>0.90648031230000004</c:v>
                </c:pt>
                <c:pt idx="1031">
                  <c:v>0.878215313</c:v>
                </c:pt>
                <c:pt idx="1032">
                  <c:v>0.8530774713</c:v>
                </c:pt>
                <c:pt idx="1033">
                  <c:v>0.83077168459999995</c:v>
                </c:pt>
                <c:pt idx="1034">
                  <c:v>0.81209897990000002</c:v>
                </c:pt>
                <c:pt idx="1035">
                  <c:v>0.79666370149999999</c:v>
                </c:pt>
                <c:pt idx="1036">
                  <c:v>0.78383791449999995</c:v>
                </c:pt>
                <c:pt idx="1037">
                  <c:v>0.77394127850000005</c:v>
                </c:pt>
                <c:pt idx="1038">
                  <c:v>0.76682376860000001</c:v>
                </c:pt>
                <c:pt idx="1039">
                  <c:v>0.76212906840000005</c:v>
                </c:pt>
                <c:pt idx="1040">
                  <c:v>0.7595968246</c:v>
                </c:pt>
                <c:pt idx="1041">
                  <c:v>0.75929445029999998</c:v>
                </c:pt>
                <c:pt idx="1042">
                  <c:v>0.76120239499999998</c:v>
                </c:pt>
                <c:pt idx="1043">
                  <c:v>0.76363909240000005</c:v>
                </c:pt>
                <c:pt idx="1044">
                  <c:v>0.76637041569999997</c:v>
                </c:pt>
                <c:pt idx="1045">
                  <c:v>0.7681624293</c:v>
                </c:pt>
                <c:pt idx="1046">
                  <c:v>0.76685976980000004</c:v>
                </c:pt>
                <c:pt idx="1047">
                  <c:v>0.76109284160000001</c:v>
                </c:pt>
                <c:pt idx="1048">
                  <c:v>0.74937444929999997</c:v>
                </c:pt>
                <c:pt idx="1049">
                  <c:v>0.73078745599999995</c:v>
                </c:pt>
                <c:pt idx="1050">
                  <c:v>0.70585566759999996</c:v>
                </c:pt>
                <c:pt idx="1051">
                  <c:v>0.67064064739999996</c:v>
                </c:pt>
                <c:pt idx="1052">
                  <c:v>0.63621658089999999</c:v>
                </c:pt>
                <c:pt idx="1053">
                  <c:v>0.59959650040000001</c:v>
                </c:pt>
                <c:pt idx="1054">
                  <c:v>0.56226021049999997</c:v>
                </c:pt>
                <c:pt idx="1055">
                  <c:v>0.52607262129999999</c:v>
                </c:pt>
                <c:pt idx="1056">
                  <c:v>0.49144232269999999</c:v>
                </c:pt>
                <c:pt idx="1057">
                  <c:v>0.45906376840000002</c:v>
                </c:pt>
                <c:pt idx="1058">
                  <c:v>0.42859229450000003</c:v>
                </c:pt>
                <c:pt idx="1059">
                  <c:v>0.40099203589999999</c:v>
                </c:pt>
                <c:pt idx="1060">
                  <c:v>0.37537252900000001</c:v>
                </c:pt>
                <c:pt idx="1061">
                  <c:v>0.35230565069999997</c:v>
                </c:pt>
                <c:pt idx="1062">
                  <c:v>0.33093598480000003</c:v>
                </c:pt>
                <c:pt idx="1063">
                  <c:v>0.3118830621</c:v>
                </c:pt>
                <c:pt idx="1064">
                  <c:v>0.29416200520000002</c:v>
                </c:pt>
                <c:pt idx="1065">
                  <c:v>0.27772253749999998</c:v>
                </c:pt>
                <c:pt idx="1066">
                  <c:v>0.26285964249999999</c:v>
                </c:pt>
                <c:pt idx="1067">
                  <c:v>0.24940198659999999</c:v>
                </c:pt>
                <c:pt idx="1068">
                  <c:v>0.23770202700000001</c:v>
                </c:pt>
                <c:pt idx="1069">
                  <c:v>0.22702275220000001</c:v>
                </c:pt>
                <c:pt idx="1070">
                  <c:v>0.21888500450000001</c:v>
                </c:pt>
                <c:pt idx="1071">
                  <c:v>0.2116880864</c:v>
                </c:pt>
                <c:pt idx="1072">
                  <c:v>0.20597809550000001</c:v>
                </c:pt>
                <c:pt idx="1073">
                  <c:v>0.20238193870000001</c:v>
                </c:pt>
                <c:pt idx="1074">
                  <c:v>0.2005672157</c:v>
                </c:pt>
                <c:pt idx="1075">
                  <c:v>0.199985832</c:v>
                </c:pt>
                <c:pt idx="1076">
                  <c:v>0.2017736882</c:v>
                </c:pt>
                <c:pt idx="1077">
                  <c:v>0.2049876004</c:v>
                </c:pt>
                <c:pt idx="1078">
                  <c:v>0.2092670053</c:v>
                </c:pt>
                <c:pt idx="1079">
                  <c:v>0.2149030566</c:v>
                </c:pt>
                <c:pt idx="1080">
                  <c:v>0.2215098888</c:v>
                </c:pt>
                <c:pt idx="1081">
                  <c:v>0.22923861440000001</c:v>
                </c:pt>
                <c:pt idx="1082">
                  <c:v>0.2376904339</c:v>
                </c:pt>
                <c:pt idx="1083">
                  <c:v>0.24736477430000001</c:v>
                </c:pt>
                <c:pt idx="1084">
                  <c:v>0.25752830510000002</c:v>
                </c:pt>
                <c:pt idx="1085">
                  <c:v>0.26879456639999999</c:v>
                </c:pt>
                <c:pt idx="1086">
                  <c:v>0.28160145879999998</c:v>
                </c:pt>
                <c:pt idx="1087">
                  <c:v>0.29476726060000003</c:v>
                </c:pt>
                <c:pt idx="1088">
                  <c:v>0.30881506199999997</c:v>
                </c:pt>
                <c:pt idx="1089">
                  <c:v>0.323931843</c:v>
                </c:pt>
                <c:pt idx="1090">
                  <c:v>0.33994087579999999</c:v>
                </c:pt>
                <c:pt idx="1091">
                  <c:v>0.35647091269999998</c:v>
                </c:pt>
                <c:pt idx="1092">
                  <c:v>0.37313577530000003</c:v>
                </c:pt>
                <c:pt idx="1093">
                  <c:v>0.3902465403</c:v>
                </c:pt>
                <c:pt idx="1094">
                  <c:v>0.40827602149999997</c:v>
                </c:pt>
                <c:pt idx="1095">
                  <c:v>0.42615485190000002</c:v>
                </c:pt>
                <c:pt idx="1096">
                  <c:v>0.44494333860000002</c:v>
                </c:pt>
                <c:pt idx="1097">
                  <c:v>0.46367517110000001</c:v>
                </c:pt>
                <c:pt idx="1098">
                  <c:v>0.48342770340000002</c:v>
                </c:pt>
                <c:pt idx="1099">
                  <c:v>0.50357276200000001</c:v>
                </c:pt>
                <c:pt idx="1100">
                  <c:v>0.52418375019999996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3A48-4BF6-8DE8-72583A2918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37479119"/>
        <c:axId val="1482609311"/>
      </c:scatterChart>
      <c:valAx>
        <c:axId val="1737479119"/>
        <c:scaling>
          <c:orientation val="minMax"/>
          <c:max val="1400"/>
          <c:min val="30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 err="1"/>
                  <a:t>Wavelength</a:t>
                </a:r>
                <a:r>
                  <a:rPr lang="fr-FR" dirty="0"/>
                  <a:t> (nm)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482609311"/>
        <c:crosses val="autoZero"/>
        <c:crossBetween val="midCat"/>
      </c:valAx>
      <c:valAx>
        <c:axId val="1482609311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Absorbance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374791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16823243820858258"/>
          <c:y val="4.8140507230328582E-2"/>
          <c:w val="0.14913016832477963"/>
          <c:h val="0.3185446892125489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0.3411</cdr:x>
      <cdr:y>0.08745</cdr:y>
    </cdr:from>
    <cdr:to>
      <cdr:x>0.94266</cdr:x>
      <cdr:y>0.77995</cdr:y>
    </cdr:to>
    <cdr:sp macro="" textlink="">
      <cdr:nvSpPr>
        <cdr:cNvPr id="3" name="Forme libre : forme 2">
          <a:extLst xmlns:a="http://schemas.openxmlformats.org/drawingml/2006/main">
            <a:ext uri="{FF2B5EF4-FFF2-40B4-BE49-F238E27FC236}">
              <a16:creationId xmlns:a16="http://schemas.microsoft.com/office/drawing/2014/main" id="{38351B78-E86A-45F2-8983-5D8E80B92844}"/>
            </a:ext>
          </a:extLst>
        </cdr:cNvPr>
        <cdr:cNvSpPr/>
      </cdr:nvSpPr>
      <cdr:spPr>
        <a:xfrm xmlns:a="http://schemas.openxmlformats.org/drawingml/2006/main">
          <a:off x="2227431" y="470694"/>
          <a:ext cx="3928215" cy="3727268"/>
        </a:xfrm>
        <a:custGeom xmlns:a="http://schemas.openxmlformats.org/drawingml/2006/main">
          <a:avLst/>
          <a:gdLst>
            <a:gd name="connsiteX0" fmla="*/ 357701 w 3928215"/>
            <a:gd name="connsiteY0" fmla="*/ 3727268 h 3727268"/>
            <a:gd name="connsiteX1" fmla="*/ 122569 w 3928215"/>
            <a:gd name="connsiteY1" fmla="*/ 3666308 h 3727268"/>
            <a:gd name="connsiteX2" fmla="*/ 649 w 3928215"/>
            <a:gd name="connsiteY2" fmla="*/ 3457303 h 3727268"/>
            <a:gd name="connsiteX3" fmla="*/ 96443 w 3928215"/>
            <a:gd name="connsiteY3" fmla="*/ 3152503 h 3727268"/>
            <a:gd name="connsiteX4" fmla="*/ 505746 w 3928215"/>
            <a:gd name="connsiteY4" fmla="*/ 2508068 h 3727268"/>
            <a:gd name="connsiteX5" fmla="*/ 1211141 w 3928215"/>
            <a:gd name="connsiteY5" fmla="*/ 1645920 h 3727268"/>
            <a:gd name="connsiteX6" fmla="*/ 2334546 w 3928215"/>
            <a:gd name="connsiteY6" fmla="*/ 661851 h 3727268"/>
            <a:gd name="connsiteX7" fmla="*/ 3928215 w 3928215"/>
            <a:gd name="connsiteY7" fmla="*/ 0 h 3727268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</a:cxnLst>
          <a:rect l="l" t="t" r="r" b="b"/>
          <a:pathLst>
            <a:path w="3928215" h="3727268">
              <a:moveTo>
                <a:pt x="357701" y="3727268"/>
              </a:moveTo>
              <a:cubicBezTo>
                <a:pt x="269889" y="3719285"/>
                <a:pt x="182078" y="3711302"/>
                <a:pt x="122569" y="3666308"/>
              </a:cubicBezTo>
              <a:cubicBezTo>
                <a:pt x="63060" y="3621314"/>
                <a:pt x="5003" y="3542937"/>
                <a:pt x="649" y="3457303"/>
              </a:cubicBezTo>
              <a:cubicBezTo>
                <a:pt x="-3705" y="3371669"/>
                <a:pt x="12260" y="3310709"/>
                <a:pt x="96443" y="3152503"/>
              </a:cubicBezTo>
              <a:cubicBezTo>
                <a:pt x="180626" y="2994297"/>
                <a:pt x="319963" y="2759165"/>
                <a:pt x="505746" y="2508068"/>
              </a:cubicBezTo>
              <a:cubicBezTo>
                <a:pt x="691529" y="2256971"/>
                <a:pt x="906341" y="1953623"/>
                <a:pt x="1211141" y="1645920"/>
              </a:cubicBezTo>
              <a:cubicBezTo>
                <a:pt x="1515941" y="1338217"/>
                <a:pt x="1881700" y="936171"/>
                <a:pt x="2334546" y="661851"/>
              </a:cubicBezTo>
              <a:cubicBezTo>
                <a:pt x="2787392" y="387531"/>
                <a:pt x="3357803" y="193765"/>
                <a:pt x="3928215" y="0"/>
              </a:cubicBezTo>
            </a:path>
          </a:pathLst>
        </a:custGeom>
        <a:noFill xmlns:a="http://schemas.openxmlformats.org/drawingml/2006/main"/>
        <a:ln xmlns:a="http://schemas.openxmlformats.org/drawingml/2006/main" w="22225">
          <a:solidFill>
            <a:srgbClr val="FF0000"/>
          </a:solidFill>
          <a:tailEnd type="stealth" w="lg" len="lg"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fr-FR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7FAF2C-D3B8-400F-91BF-D47FEEB1D6EA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D93ED-405E-45CA-82D5-47CAA43B88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3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921513-A729-4EC6-AE0F-984C24A4B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7812C8A-0DDC-4D75-8523-30C37E9123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CD6F38-5FFB-4554-A5F3-8BDDB49A2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65D7B4-DA50-48D8-A803-6D7FC2EA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F80D08-3BBD-42C8-963C-1F5DB1DB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82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E9E41-5C70-4216-BABF-5FB057AC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95DA6B-89BE-402B-9C01-9B740FD43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793A13-E70F-4A87-8D78-3AC3A3E1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7219DB-D20D-4BC4-A527-EC3EB8CED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8F69E8-AF2F-44F8-B640-28FD8EE4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94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D95D2B-4A7A-4ED8-BFD9-F9C2ED6C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4BF5BB-D1B1-4724-9194-96D00B82B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055D0C-359C-4019-8DFF-AB7D308A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252C804-6D71-4B73-9E45-9351ED0D5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9A7A7D-6DE1-4BB7-933F-FCF5921B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088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11280-ACB8-4969-89BF-56CF4C358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45DF59-0991-442F-8479-532CEB1E8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E78ED9-501D-4EFB-A1A6-D75C0657E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96E410-DEB8-4BDE-83A7-68141F37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A05E6F-B801-4720-A9A6-90424C313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DEF822-F20B-4B84-8412-950AA46F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56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E5647-B26E-43BE-BAB7-61320964C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B322BB-6333-4FF5-B47E-CADF84608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04461B-EE2E-4C31-A50D-66A292AFD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6B4E6BE-3C7D-4D24-B35F-823BD3E4A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8C0EFF-AFBB-4AA1-A82D-7E1063E0E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BC4F155-6EB6-4BAD-BE90-2A60A7A7F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DB89C5-4E48-4FEB-99FC-16868066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55C0A0-6301-48F8-A0B6-1F78BE5C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174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A115FD-AB11-46CF-811D-765254AA4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E60D428-E56E-4D6F-B277-56C2118B7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F518D8A-4730-491C-A3DE-C77F46B9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2EBD070-6434-446A-AEF1-BE205471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89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F15E699-87C0-44D6-9E66-24DD503E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4E2A96A-AF9F-4F28-99E7-DD0D1530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9F13AB-6AF3-4637-82A7-AE8E771B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641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DFDF03C-A860-427D-9D4F-4CF71A41F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AC664CD-0123-45C8-B37D-C9B705513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BA40EA-9C85-484D-BF62-CA3111928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4038E7-EBA2-43B3-BC25-04991A216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FBAD3D-2BF5-4F6A-BDE3-62F830B27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C87A6C9-1B41-456E-9977-A33CA314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8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1106A1-F3B0-4CA4-833A-999908764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BE501D0-C9F1-4971-8298-44ECB873B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441F59-B8F2-444D-B5DE-5DC448B1F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142DC3-AE43-4314-A7DA-D98CC7BB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DC7D928-5086-4D1C-B3AD-954FE8FF1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CC3FF8-AF26-4B2C-8718-CA9595FBA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387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65BF4-FFEC-4F9D-AD3C-2F1D82EDC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5723D7-74F0-4B2F-A4B0-151F889E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D7DCB0-9CF1-4E99-A964-963DDFC34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28F44E-D94D-498F-9BDF-3BC891C6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1FDB9A-7847-4DBF-9ED6-C9C9F03F2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01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658C4E8-2353-41ED-9ECC-54C8B7C68B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7BB41E1-3714-4F45-B290-BCBD10A4B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36DAE67-9538-40CE-8B49-6EF122A2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EAD62C-F5C6-4BFF-884D-606D29A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82E235-9539-4C9F-A8FF-1BA4BB4C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8765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7B7295F-3890-4DDD-A0D8-15097453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03287E-FEF6-487E-B6FC-9DF42CB9DB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099FFF-A0CB-436D-9879-5EA68836A0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3FEA4-FDFF-4480-A1A8-AEC57B769AC2}" type="datetimeFigureOut">
              <a:rPr lang="fr-FR" smtClean="0"/>
              <a:t>11/09/2026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EF1EEC-8CCE-449C-9AE8-9CEFADE95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4B8E12-C73C-4617-8F94-FB30A5906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D4209-4C54-429C-9521-74624A6A11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105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tiff"/><Relationship Id="rId3" Type="http://schemas.openxmlformats.org/officeDocument/2006/relationships/image" Target="../media/image2.tiff"/><Relationship Id="rId7" Type="http://schemas.openxmlformats.org/officeDocument/2006/relationships/image" Target="../media/image6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Relationship Id="rId9" Type="http://schemas.openxmlformats.org/officeDocument/2006/relationships/image" Target="../media/image8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C8CEDB9-A99A-4470-B8DD-31D60025F3E2}"/>
              </a:ext>
            </a:extLst>
          </p:cNvPr>
          <p:cNvSpPr txBox="1"/>
          <p:nvPr/>
        </p:nvSpPr>
        <p:spPr>
          <a:xfrm>
            <a:off x="0" y="4"/>
            <a:ext cx="3509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Bipyramids</a:t>
            </a:r>
            <a:r>
              <a:rPr lang="fr-FR" dirty="0"/>
              <a:t> + Ag – Série CGCH-158C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4C6C409-3350-44E4-B3A8-E0F848CC8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324" y="1757854"/>
            <a:ext cx="2017983" cy="20193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E0729B1-3835-4216-8427-3DD555404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5926" y="1757854"/>
            <a:ext cx="2014040" cy="2019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22336D-0EF5-4C50-A0C0-08CB736D7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218" y="1757854"/>
            <a:ext cx="2019300" cy="20193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025C624-B5DC-4816-BE53-A397F58D9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2661" y="1757854"/>
            <a:ext cx="2016670" cy="201930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BE3A886-F4F5-4F3D-910F-C60F8B7EAA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007" y="4545144"/>
            <a:ext cx="2019300" cy="201930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9A505F86-4FC8-4D10-A310-9AC4455BE4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919" y="4545144"/>
            <a:ext cx="2016013" cy="201930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B6EDD88E-144B-4995-A370-CDF9DD1A7F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9796" y="4545144"/>
            <a:ext cx="2016669" cy="201930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98D168A-817C-4864-AB8D-67DFCCC92A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4932" y="4545144"/>
            <a:ext cx="2018641" cy="20193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A1E99179-8057-4562-8C12-F78C26055859}"/>
              </a:ext>
            </a:extLst>
          </p:cNvPr>
          <p:cNvSpPr txBox="1"/>
          <p:nvPr/>
        </p:nvSpPr>
        <p:spPr>
          <a:xfrm>
            <a:off x="3110533" y="1388517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0,2 eq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C059BDB-BE8A-40E8-ACD5-D81B304D6F16}"/>
              </a:ext>
            </a:extLst>
          </p:cNvPr>
          <p:cNvSpPr txBox="1"/>
          <p:nvPr/>
        </p:nvSpPr>
        <p:spPr>
          <a:xfrm>
            <a:off x="7331802" y="1388517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0,6 eq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A369663-0627-426D-A561-6448FE67DC6F}"/>
              </a:ext>
            </a:extLst>
          </p:cNvPr>
          <p:cNvSpPr txBox="1"/>
          <p:nvPr/>
        </p:nvSpPr>
        <p:spPr>
          <a:xfrm>
            <a:off x="9406423" y="1387289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0,8 eq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527112F-BB09-49F9-AE9B-8291B7EB1848}"/>
              </a:ext>
            </a:extLst>
          </p:cNvPr>
          <p:cNvSpPr txBox="1"/>
          <p:nvPr/>
        </p:nvSpPr>
        <p:spPr>
          <a:xfrm>
            <a:off x="5228645" y="1388517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0,4 eq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9EA0FC3-6208-46B1-9D5D-C8CAD7EAFF90}"/>
              </a:ext>
            </a:extLst>
          </p:cNvPr>
          <p:cNvSpPr txBox="1"/>
          <p:nvPr/>
        </p:nvSpPr>
        <p:spPr>
          <a:xfrm>
            <a:off x="3110533" y="4174481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1 eq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C949146-E62B-47A3-B4EF-C32DC38F67CE}"/>
              </a:ext>
            </a:extLst>
          </p:cNvPr>
          <p:cNvSpPr txBox="1"/>
          <p:nvPr/>
        </p:nvSpPr>
        <p:spPr>
          <a:xfrm>
            <a:off x="7331802" y="4174481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4 eq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7C9AC5A-7FAC-4DF8-85A8-C1D360BFE08D}"/>
              </a:ext>
            </a:extLst>
          </p:cNvPr>
          <p:cNvSpPr txBox="1"/>
          <p:nvPr/>
        </p:nvSpPr>
        <p:spPr>
          <a:xfrm>
            <a:off x="9406423" y="4173253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8 eq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85B7CD5-0BD3-4165-8804-D718C7D40C34}"/>
              </a:ext>
            </a:extLst>
          </p:cNvPr>
          <p:cNvSpPr txBox="1"/>
          <p:nvPr/>
        </p:nvSpPr>
        <p:spPr>
          <a:xfrm>
            <a:off x="5228645" y="4174481"/>
            <a:ext cx="166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2 eq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20A3D99-8DC1-4C66-B613-72EE8B81A357}"/>
              </a:ext>
            </a:extLst>
          </p:cNvPr>
          <p:cNvSpPr txBox="1"/>
          <p:nvPr/>
        </p:nvSpPr>
        <p:spPr>
          <a:xfrm>
            <a:off x="3110533" y="3784616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CGCH-158C1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81FC04D0-A5F2-4435-AA44-0089AF3F8D78}"/>
              </a:ext>
            </a:extLst>
          </p:cNvPr>
          <p:cNvSpPr txBox="1"/>
          <p:nvPr/>
        </p:nvSpPr>
        <p:spPr>
          <a:xfrm>
            <a:off x="7331802" y="3784616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CGCH-158C3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CA1148C-1609-4B54-9B75-EC512B09C8D3}"/>
              </a:ext>
            </a:extLst>
          </p:cNvPr>
          <p:cNvSpPr txBox="1"/>
          <p:nvPr/>
        </p:nvSpPr>
        <p:spPr>
          <a:xfrm>
            <a:off x="9406423" y="3783388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CGCH-158C4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2745106-F280-4685-AA19-6171D81430FE}"/>
              </a:ext>
            </a:extLst>
          </p:cNvPr>
          <p:cNvSpPr txBox="1"/>
          <p:nvPr/>
        </p:nvSpPr>
        <p:spPr>
          <a:xfrm>
            <a:off x="5228645" y="3784616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C07DCED-EFF9-48F4-B249-5FD9AE31B300}"/>
              </a:ext>
            </a:extLst>
          </p:cNvPr>
          <p:cNvSpPr txBox="1"/>
          <p:nvPr/>
        </p:nvSpPr>
        <p:spPr>
          <a:xfrm>
            <a:off x="3106179" y="6567017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CGCH-158C5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8B09187-0574-4CF0-9270-E30D56B0F6C6}"/>
              </a:ext>
            </a:extLst>
          </p:cNvPr>
          <p:cNvSpPr txBox="1"/>
          <p:nvPr/>
        </p:nvSpPr>
        <p:spPr>
          <a:xfrm>
            <a:off x="7327448" y="6567017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CGCH-158C7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408D81CB-69C9-4408-AEEF-A13738F8B384}"/>
              </a:ext>
            </a:extLst>
          </p:cNvPr>
          <p:cNvSpPr txBox="1"/>
          <p:nvPr/>
        </p:nvSpPr>
        <p:spPr>
          <a:xfrm>
            <a:off x="9402069" y="6565789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CGCH-158C8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52D02426-C144-42E7-B0E5-17EB2B8C576E}"/>
              </a:ext>
            </a:extLst>
          </p:cNvPr>
          <p:cNvSpPr txBox="1"/>
          <p:nvPr/>
        </p:nvSpPr>
        <p:spPr>
          <a:xfrm>
            <a:off x="5224291" y="6567017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A3927B4-8E29-412F-9B79-2276FB8AEF5F}"/>
              </a:ext>
            </a:extLst>
          </p:cNvPr>
          <p:cNvSpPr/>
          <p:nvPr/>
        </p:nvSpPr>
        <p:spPr>
          <a:xfrm>
            <a:off x="602299" y="1756621"/>
            <a:ext cx="2014040" cy="2019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2B5616C-A007-42DB-821C-0B38D300F3F8}"/>
              </a:ext>
            </a:extLst>
          </p:cNvPr>
          <p:cNvSpPr txBox="1"/>
          <p:nvPr/>
        </p:nvSpPr>
        <p:spPr>
          <a:xfrm>
            <a:off x="715943" y="2443105"/>
            <a:ext cx="1770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Rajouter </a:t>
            </a:r>
            <a:r>
              <a:rPr lang="fr-FR" dirty="0" err="1"/>
              <a:t>BPs</a:t>
            </a:r>
            <a:r>
              <a:rPr lang="fr-FR" dirty="0"/>
              <a:t> initiales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BCF0B3B9-0F9A-49BB-A12B-E1C3D0814859}"/>
              </a:ext>
            </a:extLst>
          </p:cNvPr>
          <p:cNvSpPr txBox="1"/>
          <p:nvPr/>
        </p:nvSpPr>
        <p:spPr>
          <a:xfrm>
            <a:off x="715943" y="3775920"/>
            <a:ext cx="16635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CGCH-158C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4705AE-05EF-4514-9171-00D5AB7E7764}"/>
              </a:ext>
            </a:extLst>
          </p:cNvPr>
          <p:cNvSpPr txBox="1"/>
          <p:nvPr/>
        </p:nvSpPr>
        <p:spPr>
          <a:xfrm>
            <a:off x="0" y="412322"/>
            <a:ext cx="1173773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/>
              <a:t>Au@Ag</a:t>
            </a:r>
            <a:r>
              <a:rPr lang="fr-FR" sz="1000" dirty="0"/>
              <a:t> </a:t>
            </a:r>
            <a:r>
              <a:rPr lang="fr-FR" sz="1000" dirty="0" err="1"/>
              <a:t>nanorods</a:t>
            </a:r>
            <a:r>
              <a:rPr lang="fr-FR" sz="1000" dirty="0"/>
              <a:t> </a:t>
            </a:r>
            <a:r>
              <a:rPr lang="fr-FR" sz="1000" dirty="0" err="1"/>
              <a:t>ar</a:t>
            </a:r>
            <a:r>
              <a:rPr lang="fr-FR" sz="1000" dirty="0"/>
              <a:t> made </a:t>
            </a:r>
            <a:r>
              <a:rPr lang="fr-FR" sz="1000" dirty="0" err="1"/>
              <a:t>from</a:t>
            </a:r>
            <a:r>
              <a:rPr lang="fr-FR" sz="1000" dirty="0"/>
              <a:t> a </a:t>
            </a:r>
            <a:r>
              <a:rPr lang="fr-FR" sz="1000" dirty="0" err="1"/>
              <a:t>purified</a:t>
            </a:r>
            <a:r>
              <a:rPr lang="fr-FR" sz="1000" dirty="0"/>
              <a:t> </a:t>
            </a:r>
            <a:r>
              <a:rPr lang="fr-FR" sz="1000" dirty="0" err="1"/>
              <a:t>sample</a:t>
            </a:r>
            <a:r>
              <a:rPr lang="fr-FR" sz="1000" dirty="0"/>
              <a:t> of </a:t>
            </a:r>
            <a:r>
              <a:rPr lang="fr-FR" sz="1000" dirty="0" err="1"/>
              <a:t>bipyramids</a:t>
            </a:r>
            <a:r>
              <a:rPr lang="fr-FR" sz="1000" dirty="0"/>
              <a:t>. </a:t>
            </a:r>
            <a:r>
              <a:rPr lang="fr-FR" sz="1000" dirty="0" err="1"/>
              <a:t>Their</a:t>
            </a:r>
            <a:r>
              <a:rPr lang="fr-FR" sz="1000" dirty="0"/>
              <a:t> cross section </a:t>
            </a:r>
            <a:r>
              <a:rPr lang="fr-FR" sz="1000" dirty="0" err="1"/>
              <a:t>is</a:t>
            </a:r>
            <a:r>
              <a:rPr lang="fr-FR" sz="1000" dirty="0"/>
              <a:t> </a:t>
            </a:r>
            <a:r>
              <a:rPr lang="fr-FR" sz="1000" dirty="0" err="1"/>
              <a:t>pentatwinned</a:t>
            </a:r>
            <a:r>
              <a:rPr lang="fr-FR" sz="1000" dirty="0"/>
              <a:t>.</a:t>
            </a:r>
          </a:p>
          <a:p>
            <a:r>
              <a:rPr lang="fr-FR" sz="1000" dirty="0" err="1"/>
              <a:t>Here</a:t>
            </a:r>
            <a:r>
              <a:rPr lang="fr-FR" sz="1000" dirty="0"/>
              <a:t> I </a:t>
            </a:r>
            <a:r>
              <a:rPr lang="fr-FR" sz="1000" dirty="0" err="1"/>
              <a:t>added</a:t>
            </a:r>
            <a:r>
              <a:rPr lang="fr-FR" sz="1000" dirty="0"/>
              <a:t> </a:t>
            </a:r>
            <a:r>
              <a:rPr lang="fr-FR" sz="1000" dirty="0" err="1"/>
              <a:t>increasing</a:t>
            </a:r>
            <a:r>
              <a:rPr lang="fr-FR" sz="1000" dirty="0"/>
              <a:t> </a:t>
            </a:r>
            <a:r>
              <a:rPr lang="fr-FR" sz="1000" dirty="0" err="1"/>
              <a:t>quantitied</a:t>
            </a:r>
            <a:r>
              <a:rPr lang="fr-FR" sz="1000" dirty="0"/>
              <a:t> of silver, </a:t>
            </a:r>
            <a:r>
              <a:rPr lang="fr-FR" sz="1000" dirty="0" err="1"/>
              <a:t>from</a:t>
            </a:r>
            <a:r>
              <a:rPr lang="fr-FR" sz="1000" dirty="0"/>
              <a:t> 0,2 to 8 eq. The </a:t>
            </a:r>
            <a:r>
              <a:rPr lang="fr-FR" sz="1000" dirty="0" err="1"/>
              <a:t>width</a:t>
            </a:r>
            <a:r>
              <a:rPr lang="fr-FR" sz="1000" dirty="0"/>
              <a:t> </a:t>
            </a:r>
            <a:r>
              <a:rPr lang="fr-FR" sz="1000" dirty="0" err="1"/>
              <a:t>will</a:t>
            </a:r>
            <a:r>
              <a:rPr lang="fr-FR" sz="1000" dirty="0"/>
              <a:t> </a:t>
            </a:r>
            <a:r>
              <a:rPr lang="fr-FR" sz="1000" dirty="0" err="1"/>
              <a:t>be</a:t>
            </a:r>
            <a:r>
              <a:rPr lang="fr-FR" sz="1000" dirty="0"/>
              <a:t> </a:t>
            </a:r>
            <a:r>
              <a:rPr lang="fr-FR" sz="1000" dirty="0" err="1"/>
              <a:t>almost</a:t>
            </a:r>
            <a:r>
              <a:rPr lang="fr-FR" sz="1000" dirty="0"/>
              <a:t> constant and the </a:t>
            </a:r>
            <a:r>
              <a:rPr lang="fr-FR" sz="1000" dirty="0" err="1"/>
              <a:t>length</a:t>
            </a:r>
            <a:r>
              <a:rPr lang="fr-FR" sz="1000" dirty="0"/>
              <a:t> </a:t>
            </a:r>
            <a:r>
              <a:rPr lang="fr-FR" sz="1000" dirty="0" err="1"/>
              <a:t>will</a:t>
            </a:r>
            <a:r>
              <a:rPr lang="fr-FR" sz="1000" dirty="0"/>
              <a:t> </a:t>
            </a:r>
            <a:r>
              <a:rPr lang="fr-FR" sz="1000" dirty="0" err="1"/>
              <a:t>increase</a:t>
            </a:r>
            <a:r>
              <a:rPr lang="fr-FR" sz="1000" dirty="0"/>
              <a:t>.</a:t>
            </a:r>
          </a:p>
          <a:p>
            <a:r>
              <a:rPr lang="fr-FR" sz="1000" dirty="0"/>
              <a:t>There can </a:t>
            </a:r>
            <a:r>
              <a:rPr lang="fr-FR" sz="1000" dirty="0" err="1"/>
              <a:t>be</a:t>
            </a:r>
            <a:r>
              <a:rPr lang="fr-FR" sz="1000" dirty="0"/>
              <a:t> </a:t>
            </a:r>
            <a:r>
              <a:rPr lang="fr-FR" sz="1000" dirty="0" err="1"/>
              <a:t>some</a:t>
            </a:r>
            <a:r>
              <a:rPr lang="fr-FR" sz="1000" dirty="0"/>
              <a:t> </a:t>
            </a:r>
            <a:r>
              <a:rPr lang="fr-FR" sz="1000" dirty="0" err="1"/>
              <a:t>impurities</a:t>
            </a:r>
            <a:r>
              <a:rPr lang="fr-FR" sz="1000" dirty="0"/>
              <a:t> due to </a:t>
            </a:r>
            <a:r>
              <a:rPr lang="fr-FR" sz="1000" dirty="0" err="1"/>
              <a:t>aggregation</a:t>
            </a:r>
            <a:r>
              <a:rPr lang="fr-FR" sz="1000" dirty="0"/>
              <a:t> of </a:t>
            </a:r>
            <a:r>
              <a:rPr lang="fr-FR" sz="1000" dirty="0" err="1"/>
              <a:t>bipyramids</a:t>
            </a:r>
            <a:r>
              <a:rPr lang="fr-FR" sz="1000" dirty="0"/>
              <a:t>, or </a:t>
            </a:r>
            <a:r>
              <a:rPr lang="fr-FR" sz="1000" dirty="0" err="1"/>
              <a:t>inhomogeneous</a:t>
            </a:r>
            <a:r>
              <a:rPr lang="fr-FR" sz="1000" dirty="0"/>
              <a:t> </a:t>
            </a:r>
            <a:r>
              <a:rPr lang="fr-FR" sz="1000" dirty="0" err="1"/>
              <a:t>deposition</a:t>
            </a:r>
            <a:r>
              <a:rPr lang="fr-FR" sz="1000" dirty="0"/>
              <a:t> of silver on the </a:t>
            </a:r>
            <a:r>
              <a:rPr lang="fr-FR" sz="1000" dirty="0" err="1"/>
              <a:t>bipyramids</a:t>
            </a:r>
            <a:r>
              <a:rPr lang="fr-F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4525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aphique 1">
            <a:extLst>
              <a:ext uri="{FF2B5EF4-FFF2-40B4-BE49-F238E27FC236}">
                <a16:creationId xmlns:a16="http://schemas.microsoft.com/office/drawing/2014/main" id="{749395E3-1CEB-4B5F-80B0-4402045C05C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6680811"/>
              </p:ext>
            </p:extLst>
          </p:nvPr>
        </p:nvGraphicFramePr>
        <p:xfrm>
          <a:off x="-379516" y="913969"/>
          <a:ext cx="6530114" cy="5382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787A53E3-E5EF-4353-A0DA-3F406E9E174A}"/>
              </a:ext>
            </a:extLst>
          </p:cNvPr>
          <p:cNvSpPr txBox="1"/>
          <p:nvPr/>
        </p:nvSpPr>
        <p:spPr>
          <a:xfrm>
            <a:off x="1522988" y="1140216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0,2 eq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99B893-BE98-4A74-9086-E10352522ED3}"/>
              </a:ext>
            </a:extLst>
          </p:cNvPr>
          <p:cNvSpPr txBox="1"/>
          <p:nvPr/>
        </p:nvSpPr>
        <p:spPr>
          <a:xfrm>
            <a:off x="1522987" y="1558115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0,6 eq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242393F-6C3F-44C7-96ED-8C97665A3727}"/>
              </a:ext>
            </a:extLst>
          </p:cNvPr>
          <p:cNvSpPr txBox="1"/>
          <p:nvPr/>
        </p:nvSpPr>
        <p:spPr>
          <a:xfrm>
            <a:off x="1522986" y="1770689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0,8 eq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1B09AE2-6101-461B-9D00-B7885F96BC12}"/>
              </a:ext>
            </a:extLst>
          </p:cNvPr>
          <p:cNvSpPr txBox="1"/>
          <p:nvPr/>
        </p:nvSpPr>
        <p:spPr>
          <a:xfrm>
            <a:off x="1522987" y="1344197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0,4 eq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FE62F2B-B706-4BDC-8523-4C544E3537ED}"/>
              </a:ext>
            </a:extLst>
          </p:cNvPr>
          <p:cNvSpPr txBox="1"/>
          <p:nvPr/>
        </p:nvSpPr>
        <p:spPr>
          <a:xfrm>
            <a:off x="1522986" y="1994541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1 eq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8C62F91-3C79-4DD4-AF23-C7E75DF67998}"/>
              </a:ext>
            </a:extLst>
          </p:cNvPr>
          <p:cNvSpPr txBox="1"/>
          <p:nvPr/>
        </p:nvSpPr>
        <p:spPr>
          <a:xfrm>
            <a:off x="1522985" y="2421257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4 eq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E2BCAB-ABC8-4D49-A2DB-C98AEE921991}"/>
              </a:ext>
            </a:extLst>
          </p:cNvPr>
          <p:cNvSpPr txBox="1"/>
          <p:nvPr/>
        </p:nvSpPr>
        <p:spPr>
          <a:xfrm>
            <a:off x="1522984" y="2646557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8 eq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D744A7B-A67D-4743-B2D6-759AA76AC4A3}"/>
              </a:ext>
            </a:extLst>
          </p:cNvPr>
          <p:cNvSpPr txBox="1"/>
          <p:nvPr/>
        </p:nvSpPr>
        <p:spPr>
          <a:xfrm>
            <a:off x="1522986" y="2206780"/>
            <a:ext cx="7348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/>
              <a:t>2 eq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EF28C81-E541-4B9C-B6C4-08AC18E263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562" t="16626" r="8125" b="36410"/>
          <a:stretch/>
        </p:blipFill>
        <p:spPr>
          <a:xfrm>
            <a:off x="6198576" y="354515"/>
            <a:ext cx="5970391" cy="623092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5AF3B31-5C6C-4688-B7E4-39C076867864}"/>
              </a:ext>
            </a:extLst>
          </p:cNvPr>
          <p:cNvSpPr txBox="1"/>
          <p:nvPr/>
        </p:nvSpPr>
        <p:spPr>
          <a:xfrm>
            <a:off x="10172700" y="3331476"/>
            <a:ext cx="896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00FF"/>
                </a:solidFill>
              </a:rPr>
              <a:t>Initial </a:t>
            </a:r>
            <a:r>
              <a:rPr lang="fr-FR" sz="1200" b="1" dirty="0" err="1">
                <a:solidFill>
                  <a:srgbClr val="0000FF"/>
                </a:solidFill>
              </a:rPr>
              <a:t>BPs</a:t>
            </a:r>
            <a:endParaRPr lang="fr-FR" sz="1200" b="1" dirty="0">
              <a:solidFill>
                <a:srgbClr val="0000FF"/>
              </a:solidFill>
            </a:endParaRP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1DDEFC82-70F1-4040-9004-A5C56B759C4B}"/>
              </a:ext>
            </a:extLst>
          </p:cNvPr>
          <p:cNvCxnSpPr/>
          <p:nvPr/>
        </p:nvCxnSpPr>
        <p:spPr>
          <a:xfrm flipV="1">
            <a:off x="8330667" y="2900940"/>
            <a:ext cx="0" cy="43053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6C6D3D6A-45AC-4823-BF35-AC017DC6F7E9}"/>
              </a:ext>
            </a:extLst>
          </p:cNvPr>
          <p:cNvSpPr txBox="1"/>
          <p:nvPr/>
        </p:nvSpPr>
        <p:spPr>
          <a:xfrm>
            <a:off x="7992630" y="3249526"/>
            <a:ext cx="8968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FF0000"/>
                </a:solidFill>
              </a:rPr>
              <a:t>More Ag</a:t>
            </a:r>
          </a:p>
        </p:txBody>
      </p:sp>
    </p:spTree>
    <p:extLst>
      <p:ext uri="{BB962C8B-B14F-4D97-AF65-F5344CB8AC3E}">
        <p14:creationId xmlns:p14="http://schemas.microsoft.com/office/powerpoint/2010/main" val="30531007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124</Words>
  <Application>Microsoft Office PowerPoint</Application>
  <PresentationFormat>Grand écran</PresentationFormat>
  <Paragraphs>34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Claire Goldmann</dc:creator>
  <cp:lastModifiedBy>Claire Goldmann</cp:lastModifiedBy>
  <cp:revision>19</cp:revision>
  <dcterms:created xsi:type="dcterms:W3CDTF">2026-07-23T11:44:27Z</dcterms:created>
  <dcterms:modified xsi:type="dcterms:W3CDTF">2026-09-11T06:48:10Z</dcterms:modified>
</cp:coreProperties>
</file>